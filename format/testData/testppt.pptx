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2.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3.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4.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notesSlides/notesSlide5.xml" ContentType="application/vnd.openxmlformats-officedocument.presentationml.notesSlide+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notesSlides/notesSlide6.xml" ContentType="application/vnd.openxmlformats-officedocument.presentationml.notesSlide+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53.xml" ContentType="application/vnd.openxmlformats-officedocument.presentationml.tags+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58.xml" ContentType="application/vnd.openxmlformats-officedocument.presentationml.tags+xml"/>
  <Override PartName="/ppt/notesSlides/notesSlide12.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13.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notesSlides/notesSlide14.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15.xml" ContentType="application/vnd.openxmlformats-officedocument.presentationml.notesSlide+xml"/>
  <Override PartName="/ppt/tags/tag89.xml" ContentType="application/vnd.openxmlformats-officedocument.presentationml.tags+xml"/>
  <Override PartName="/ppt/notesSlides/notesSlide1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90.xml" ContentType="application/vnd.openxmlformats-officedocument.presentationml.tags+xml"/>
  <Override PartName="/ppt/notesSlides/notesSlide17.xml" ContentType="application/vnd.openxmlformats-officedocument.presentationml.notesSlide+xml"/>
  <Override PartName="/ppt/tags/tag91.xml" ContentType="application/vnd.openxmlformats-officedocument.presentationml.tags+xml"/>
  <Override PartName="/ppt/notesSlides/notesSlide18.xml" ContentType="application/vnd.openxmlformats-officedocument.presentationml.notesSlide+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notesSlides/notesSlide19.xml" ContentType="application/vnd.openxmlformats-officedocument.presentationml.notesSlide+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notesSlides/notesSlide2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notesSlides/notesSlide21.xml" ContentType="application/vnd.openxmlformats-officedocument.presentationml.notesSlide+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notesSlides/notesSlide22.xml" ContentType="application/vnd.openxmlformats-officedocument.presentationml.notesSlide+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notesSlides/notesSlide23.xml" ContentType="application/vnd.openxmlformats-officedocument.presentationml.notesSlide+xml"/>
  <Override PartName="/ppt/tags/tag122.xml" ContentType="application/vnd.openxmlformats-officedocument.presentationml.tags+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9"/>
    <p:sldMasterId id="2147483652" r:id="rId30"/>
  </p:sldMasterIdLst>
  <p:notesMasterIdLst>
    <p:notesMasterId r:id="rId55"/>
  </p:notesMasterIdLst>
  <p:handoutMasterIdLst>
    <p:handoutMasterId r:id="rId56"/>
  </p:handoutMasterIdLst>
  <p:sldIdLst>
    <p:sldId id="324" r:id="rId31"/>
    <p:sldId id="326" r:id="rId32"/>
    <p:sldId id="328" r:id="rId33"/>
    <p:sldId id="336" r:id="rId34"/>
    <p:sldId id="349" r:id="rId35"/>
    <p:sldId id="356" r:id="rId36"/>
    <p:sldId id="331" r:id="rId37"/>
    <p:sldId id="325" r:id="rId38"/>
    <p:sldId id="355" r:id="rId39"/>
    <p:sldId id="357" r:id="rId40"/>
    <p:sldId id="332" r:id="rId41"/>
    <p:sldId id="334" r:id="rId42"/>
    <p:sldId id="348" r:id="rId43"/>
    <p:sldId id="362" r:id="rId44"/>
    <p:sldId id="363" r:id="rId45"/>
    <p:sldId id="364" r:id="rId46"/>
    <p:sldId id="365" r:id="rId47"/>
    <p:sldId id="366" r:id="rId48"/>
    <p:sldId id="358" r:id="rId49"/>
    <p:sldId id="335" r:id="rId50"/>
    <p:sldId id="354" r:id="rId51"/>
    <p:sldId id="330" r:id="rId52"/>
    <p:sldId id="359" r:id="rId53"/>
    <p:sldId id="333" r:id="rId54"/>
  </p:sldIdLst>
  <p:sldSz cx="12192000" cy="6858000"/>
  <p:notesSz cx="6858000" cy="9144000"/>
  <p:custDataLst>
    <p:tags r:id="rId5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47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4682" autoAdjust="0"/>
  </p:normalViewPr>
  <p:slideViewPr>
    <p:cSldViewPr showGuides="1">
      <p:cViewPr varScale="1">
        <p:scale>
          <a:sx n="86" d="100"/>
          <a:sy n="86" d="100"/>
        </p:scale>
        <p:origin x="322" y="149"/>
      </p:cViewPr>
      <p:guideLst>
        <p:guide orient="horz" pos="2160"/>
        <p:guide pos="3840"/>
      </p:guideLst>
    </p:cSldViewPr>
  </p:slideViewPr>
  <p:notesTextViewPr>
    <p:cViewPr>
      <p:scale>
        <a:sx n="1" d="1"/>
        <a:sy n="1" d="1"/>
      </p:scale>
      <p:origin x="0" y="0"/>
    </p:cViewPr>
  </p:notesTextViewPr>
  <p:sorterViewPr>
    <p:cViewPr>
      <p:scale>
        <a:sx n="100" d="100"/>
        <a:sy n="100" d="100"/>
      </p:scale>
      <p:origin x="0" y="-690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customXml" Target="../customXml/item26.xml"/><Relationship Id="rId39" Type="http://schemas.openxmlformats.org/officeDocument/2006/relationships/slide" Target="slides/slide9.xml"/><Relationship Id="rId21" Type="http://schemas.openxmlformats.org/officeDocument/2006/relationships/customXml" Target="../customXml/item21.xml"/><Relationship Id="rId34" Type="http://schemas.openxmlformats.org/officeDocument/2006/relationships/slide" Target="slides/slide4.xml"/><Relationship Id="rId42" Type="http://schemas.openxmlformats.org/officeDocument/2006/relationships/slide" Target="slides/slide12.xml"/><Relationship Id="rId47" Type="http://schemas.openxmlformats.org/officeDocument/2006/relationships/slide" Target="slides/slide17.xml"/><Relationship Id="rId50" Type="http://schemas.openxmlformats.org/officeDocument/2006/relationships/slide" Target="slides/slide20.xml"/><Relationship Id="rId55" Type="http://schemas.openxmlformats.org/officeDocument/2006/relationships/notesMaster" Target="notesMasters/notesMaster1.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slideMaster" Target="slideMasters/slideMaster1.xml"/><Relationship Id="rId11" Type="http://schemas.openxmlformats.org/officeDocument/2006/relationships/customXml" Target="../customXml/item11.xml"/><Relationship Id="rId24" Type="http://schemas.openxmlformats.org/officeDocument/2006/relationships/customXml" Target="../customXml/item24.xml"/><Relationship Id="rId32" Type="http://schemas.openxmlformats.org/officeDocument/2006/relationships/slide" Target="slides/slide2.xml"/><Relationship Id="rId37" Type="http://schemas.openxmlformats.org/officeDocument/2006/relationships/slide" Target="slides/slide7.xml"/><Relationship Id="rId40" Type="http://schemas.openxmlformats.org/officeDocument/2006/relationships/slide" Target="slides/slide10.xml"/><Relationship Id="rId45" Type="http://schemas.openxmlformats.org/officeDocument/2006/relationships/slide" Target="slides/slide15.xml"/><Relationship Id="rId53" Type="http://schemas.openxmlformats.org/officeDocument/2006/relationships/slide" Target="slides/slide23.xml"/><Relationship Id="rId58" Type="http://schemas.openxmlformats.org/officeDocument/2006/relationships/presProps" Target="presProps.xml"/><Relationship Id="rId5" Type="http://schemas.openxmlformats.org/officeDocument/2006/relationships/customXml" Target="../customXml/item5.xml"/><Relationship Id="rId61" Type="http://schemas.openxmlformats.org/officeDocument/2006/relationships/tableStyles" Target="tableStyles.xml"/><Relationship Id="rId19" Type="http://schemas.openxmlformats.org/officeDocument/2006/relationships/customXml" Target="../customXml/item1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slideMaster" Target="slideMasters/slideMaster2.xml"/><Relationship Id="rId35" Type="http://schemas.openxmlformats.org/officeDocument/2006/relationships/slide" Target="slides/slide5.xml"/><Relationship Id="rId43" Type="http://schemas.openxmlformats.org/officeDocument/2006/relationships/slide" Target="slides/slide13.xml"/><Relationship Id="rId48" Type="http://schemas.openxmlformats.org/officeDocument/2006/relationships/slide" Target="slides/slide18.xml"/><Relationship Id="rId56" Type="http://schemas.openxmlformats.org/officeDocument/2006/relationships/handoutMaster" Target="handoutMasters/handoutMaster1.xml"/><Relationship Id="rId8" Type="http://schemas.openxmlformats.org/officeDocument/2006/relationships/customXml" Target="../customXml/item8.xml"/><Relationship Id="rId51" Type="http://schemas.openxmlformats.org/officeDocument/2006/relationships/slide" Target="slides/slide21.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slide" Target="slides/slide3.xml"/><Relationship Id="rId38" Type="http://schemas.openxmlformats.org/officeDocument/2006/relationships/slide" Target="slides/slide8.xml"/><Relationship Id="rId46" Type="http://schemas.openxmlformats.org/officeDocument/2006/relationships/slide" Target="slides/slide16.xml"/><Relationship Id="rId59" Type="http://schemas.openxmlformats.org/officeDocument/2006/relationships/viewProps" Target="viewProps.xml"/><Relationship Id="rId20" Type="http://schemas.openxmlformats.org/officeDocument/2006/relationships/customXml" Target="../customXml/item20.xml"/><Relationship Id="rId41" Type="http://schemas.openxmlformats.org/officeDocument/2006/relationships/slide" Target="slides/slide11.xml"/><Relationship Id="rId54"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slide" Target="slides/slide6.xml"/><Relationship Id="rId49" Type="http://schemas.openxmlformats.org/officeDocument/2006/relationships/slide" Target="slides/slide19.xml"/><Relationship Id="rId57" Type="http://schemas.openxmlformats.org/officeDocument/2006/relationships/tags" Target="tags/tag1.xml"/><Relationship Id="rId10" Type="http://schemas.openxmlformats.org/officeDocument/2006/relationships/customXml" Target="../customXml/item10.xml"/><Relationship Id="rId31" Type="http://schemas.openxmlformats.org/officeDocument/2006/relationships/slide" Target="slides/slide1.xml"/><Relationship Id="rId44" Type="http://schemas.openxmlformats.org/officeDocument/2006/relationships/slide" Target="slides/slide14.xml"/><Relationship Id="rId52" Type="http://schemas.openxmlformats.org/officeDocument/2006/relationships/slide" Target="slides/slide22.xml"/><Relationship Id="rId60"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customXml" Target="../customXml/item9.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E8343B-605D-4699-B416-51E36326C502}"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CN" altLang="en-US"/>
        </a:p>
      </dgm:t>
    </dgm:pt>
    <dgm:pt modelId="{C6B48E29-CA1A-41A9-97AB-6F84A082FBDA}">
      <dgm:prSet phldrT="[文本]"/>
      <dgm:spPr/>
      <dgm:t>
        <a:bodyPr/>
        <a:lstStyle/>
        <a:p>
          <a:r>
            <a:rPr lang="zh-CN" altLang="en-US" dirty="0"/>
            <a:t>前提</a:t>
          </a:r>
        </a:p>
      </dgm:t>
    </dgm:pt>
    <dgm:pt modelId="{58255FB4-01FE-4D48-84BD-8D8ACEC2FB9D}" type="parTrans" cxnId="{88E92B7E-C147-4825-8F1A-F362F89E60A2}">
      <dgm:prSet/>
      <dgm:spPr/>
      <dgm:t>
        <a:bodyPr/>
        <a:lstStyle/>
        <a:p>
          <a:endParaRPr lang="zh-CN" altLang="en-US"/>
        </a:p>
      </dgm:t>
    </dgm:pt>
    <dgm:pt modelId="{34477272-CCF6-4418-8853-EAE67EFAD38F}" type="sibTrans" cxnId="{88E92B7E-C147-4825-8F1A-F362F89E60A2}">
      <dgm:prSet/>
      <dgm:spPr/>
      <dgm:t>
        <a:bodyPr/>
        <a:lstStyle/>
        <a:p>
          <a:endParaRPr lang="zh-CN" altLang="en-US"/>
        </a:p>
      </dgm:t>
    </dgm:pt>
    <dgm:pt modelId="{F5C1FF4E-6EF0-4108-9168-C7AC994D9199}">
      <dgm:prSet phldrT="[文本]" custT="1"/>
      <dgm:spPr/>
      <dgm:t>
        <a:bodyPr/>
        <a:lstStyle/>
        <a:p>
          <a:r>
            <a:rPr lang="zh-CN" altLang="en-US" sz="2400" dirty="0"/>
            <a:t>手工编码复杂</a:t>
          </a:r>
        </a:p>
      </dgm:t>
    </dgm:pt>
    <dgm:pt modelId="{A50744BA-3D04-48E6-BAC7-3E6E73093F83}" type="parTrans" cxnId="{0D082C65-37EA-4C41-A8D6-7816A2FF2968}">
      <dgm:prSet/>
      <dgm:spPr/>
      <dgm:t>
        <a:bodyPr/>
        <a:lstStyle/>
        <a:p>
          <a:endParaRPr lang="zh-CN" altLang="en-US"/>
        </a:p>
      </dgm:t>
    </dgm:pt>
    <dgm:pt modelId="{8016A77E-C5CF-436E-8CC0-B36076EAC60F}" type="sibTrans" cxnId="{0D082C65-37EA-4C41-A8D6-7816A2FF2968}">
      <dgm:prSet/>
      <dgm:spPr/>
      <dgm:t>
        <a:bodyPr/>
        <a:lstStyle/>
        <a:p>
          <a:endParaRPr lang="zh-CN" altLang="en-US"/>
        </a:p>
      </dgm:t>
    </dgm:pt>
    <dgm:pt modelId="{DB027904-A3FC-4DA5-BC5E-6919A801AA7B}">
      <dgm:prSet phldrT="[文本]" custT="1"/>
      <dgm:spPr/>
      <dgm:t>
        <a:bodyPr/>
        <a:lstStyle/>
        <a:p>
          <a:r>
            <a:rPr lang="zh-CN" altLang="en-US" sz="2400" dirty="0"/>
            <a:t>无法直接编程实现</a:t>
          </a:r>
        </a:p>
      </dgm:t>
    </dgm:pt>
    <dgm:pt modelId="{6B8BF27D-CE95-4228-8D23-7F49CAA7324E}" type="parTrans" cxnId="{441894BD-C7A8-4FEB-9CD4-39C39FFD0579}">
      <dgm:prSet/>
      <dgm:spPr/>
      <dgm:t>
        <a:bodyPr/>
        <a:lstStyle/>
        <a:p>
          <a:endParaRPr lang="zh-CN" altLang="en-US"/>
        </a:p>
      </dgm:t>
    </dgm:pt>
    <dgm:pt modelId="{25C6E030-4608-434B-96D1-46D234812E99}" type="sibTrans" cxnId="{441894BD-C7A8-4FEB-9CD4-39C39FFD0579}">
      <dgm:prSet/>
      <dgm:spPr/>
      <dgm:t>
        <a:bodyPr/>
        <a:lstStyle/>
        <a:p>
          <a:endParaRPr lang="zh-CN" altLang="en-US"/>
        </a:p>
      </dgm:t>
    </dgm:pt>
    <dgm:pt modelId="{93BB87F0-555B-49AF-8088-88D58772C5EB}">
      <dgm:prSet phldrT="[文本]"/>
      <dgm:spPr/>
      <dgm:t>
        <a:bodyPr/>
        <a:lstStyle/>
        <a:p>
          <a:r>
            <a:rPr lang="zh-CN" altLang="en-US" dirty="0"/>
            <a:t>关键技术</a:t>
          </a:r>
        </a:p>
      </dgm:t>
    </dgm:pt>
    <dgm:pt modelId="{CE6FAC85-B94A-43F0-B454-EF66DA00FE8C}" type="parTrans" cxnId="{839CFFCA-E2B8-4B15-B664-B2CE3867F728}">
      <dgm:prSet/>
      <dgm:spPr/>
      <dgm:t>
        <a:bodyPr/>
        <a:lstStyle/>
        <a:p>
          <a:endParaRPr lang="zh-CN" altLang="en-US"/>
        </a:p>
      </dgm:t>
    </dgm:pt>
    <dgm:pt modelId="{A5592D49-B04C-4F5D-A01A-48F6CD2CAACB}" type="sibTrans" cxnId="{839CFFCA-E2B8-4B15-B664-B2CE3867F728}">
      <dgm:prSet/>
      <dgm:spPr/>
      <dgm:t>
        <a:bodyPr/>
        <a:lstStyle/>
        <a:p>
          <a:endParaRPr lang="zh-CN" altLang="en-US"/>
        </a:p>
      </dgm:t>
    </dgm:pt>
    <dgm:pt modelId="{6A3CF7AF-FC4F-4F3F-8F04-D471DFAD9A85}">
      <dgm:prSet phldrT="[文本]" custT="1"/>
      <dgm:spPr/>
      <dgm:t>
        <a:bodyPr/>
        <a:lstStyle/>
        <a:p>
          <a:r>
            <a:rPr lang="zh-CN" altLang="en-US" sz="2400" dirty="0"/>
            <a:t>神经网络</a:t>
          </a:r>
        </a:p>
      </dgm:t>
    </dgm:pt>
    <dgm:pt modelId="{3231BBBE-E7D1-4BBB-A008-BB88362E0645}" type="parTrans" cxnId="{41A25BAE-6891-4067-8367-26D23AD3781C}">
      <dgm:prSet/>
      <dgm:spPr/>
      <dgm:t>
        <a:bodyPr/>
        <a:lstStyle/>
        <a:p>
          <a:endParaRPr lang="zh-CN" altLang="en-US"/>
        </a:p>
      </dgm:t>
    </dgm:pt>
    <dgm:pt modelId="{5DB92F51-D968-41C8-B4DD-8D341DF3BD67}" type="sibTrans" cxnId="{41A25BAE-6891-4067-8367-26D23AD3781C}">
      <dgm:prSet/>
      <dgm:spPr/>
      <dgm:t>
        <a:bodyPr/>
        <a:lstStyle/>
        <a:p>
          <a:endParaRPr lang="zh-CN" altLang="en-US"/>
        </a:p>
      </dgm:t>
    </dgm:pt>
    <dgm:pt modelId="{38DDDD1B-FACF-4AA9-810E-0C0539845360}">
      <dgm:prSet phldrT="[文本]" custT="1"/>
      <dgm:spPr/>
      <dgm:t>
        <a:bodyPr/>
        <a:lstStyle/>
        <a:p>
          <a:r>
            <a:rPr lang="zh-CN" altLang="en-US" sz="2400" dirty="0"/>
            <a:t>专家示教数据</a:t>
          </a:r>
        </a:p>
      </dgm:t>
    </dgm:pt>
    <dgm:pt modelId="{B74EC552-3F40-4D65-AEA8-2BBCE4C5A1EE}" type="parTrans" cxnId="{2AA6DC2C-3177-4E21-8A13-3782428D1F05}">
      <dgm:prSet/>
      <dgm:spPr/>
      <dgm:t>
        <a:bodyPr/>
        <a:lstStyle/>
        <a:p>
          <a:endParaRPr lang="zh-CN" altLang="en-US"/>
        </a:p>
      </dgm:t>
    </dgm:pt>
    <dgm:pt modelId="{4139AA5A-A7D6-47CE-96C1-118138042803}" type="sibTrans" cxnId="{2AA6DC2C-3177-4E21-8A13-3782428D1F05}">
      <dgm:prSet/>
      <dgm:spPr/>
      <dgm:t>
        <a:bodyPr/>
        <a:lstStyle/>
        <a:p>
          <a:endParaRPr lang="zh-CN" altLang="en-US"/>
        </a:p>
      </dgm:t>
    </dgm:pt>
    <dgm:pt modelId="{0F91B197-23DD-4D21-A484-CE49D7F3EA3E}">
      <dgm:prSet phldrT="[文本]"/>
      <dgm:spPr/>
      <dgm:t>
        <a:bodyPr/>
        <a:lstStyle/>
        <a:p>
          <a:r>
            <a:rPr lang="zh-CN" altLang="en-US" dirty="0"/>
            <a:t>应用领域</a:t>
          </a:r>
        </a:p>
      </dgm:t>
    </dgm:pt>
    <dgm:pt modelId="{A5AD67B2-2B37-4D42-B4A9-5E50FEEA9B2E}" type="parTrans" cxnId="{EFE9E749-F9ED-42F2-955B-B6B3D65AFE6E}">
      <dgm:prSet/>
      <dgm:spPr/>
      <dgm:t>
        <a:bodyPr/>
        <a:lstStyle/>
        <a:p>
          <a:endParaRPr lang="zh-CN" altLang="en-US"/>
        </a:p>
      </dgm:t>
    </dgm:pt>
    <dgm:pt modelId="{B7BA28FE-9AA4-4DD8-9F06-CCB602815BBD}" type="sibTrans" cxnId="{EFE9E749-F9ED-42F2-955B-B6B3D65AFE6E}">
      <dgm:prSet/>
      <dgm:spPr/>
      <dgm:t>
        <a:bodyPr/>
        <a:lstStyle/>
        <a:p>
          <a:endParaRPr lang="zh-CN" altLang="en-US"/>
        </a:p>
      </dgm:t>
    </dgm:pt>
    <dgm:pt modelId="{A9549564-78F8-40D4-97E6-D12B785228E2}">
      <dgm:prSet phldrT="[文本]" custT="1"/>
      <dgm:spPr/>
      <dgm:t>
        <a:bodyPr/>
        <a:lstStyle/>
        <a:p>
          <a:r>
            <a:rPr lang="zh-CN" altLang="en-US" sz="2400" dirty="0"/>
            <a:t>自动驾驶</a:t>
          </a:r>
        </a:p>
      </dgm:t>
    </dgm:pt>
    <dgm:pt modelId="{7E430C6E-AEF2-46DC-BD56-92BBD3845A0B}" type="parTrans" cxnId="{1A2FDF0F-E512-4EAC-895D-35371674E6B5}">
      <dgm:prSet/>
      <dgm:spPr/>
      <dgm:t>
        <a:bodyPr/>
        <a:lstStyle/>
        <a:p>
          <a:endParaRPr lang="zh-CN" altLang="en-US"/>
        </a:p>
      </dgm:t>
    </dgm:pt>
    <dgm:pt modelId="{DBE97249-6D23-4CB2-BDE4-1E6F819E84ED}" type="sibTrans" cxnId="{1A2FDF0F-E512-4EAC-895D-35371674E6B5}">
      <dgm:prSet/>
      <dgm:spPr/>
      <dgm:t>
        <a:bodyPr/>
        <a:lstStyle/>
        <a:p>
          <a:endParaRPr lang="zh-CN" altLang="en-US"/>
        </a:p>
      </dgm:t>
    </dgm:pt>
    <dgm:pt modelId="{4E7C65C3-10FC-4880-83DB-92FC28E4C9A0}">
      <dgm:prSet phldrT="[文本]" custT="1"/>
      <dgm:spPr/>
      <dgm:t>
        <a:bodyPr/>
        <a:lstStyle/>
        <a:p>
          <a:r>
            <a:rPr lang="zh-CN" altLang="en-US" sz="2400" dirty="0"/>
            <a:t>智能机器人</a:t>
          </a:r>
        </a:p>
      </dgm:t>
    </dgm:pt>
    <dgm:pt modelId="{95D9CA79-ADD2-45E5-AFC4-8CF812581B3D}" type="parTrans" cxnId="{7C82306F-E7E5-4572-982E-9C0E40A7E5B5}">
      <dgm:prSet/>
      <dgm:spPr/>
      <dgm:t>
        <a:bodyPr/>
        <a:lstStyle/>
        <a:p>
          <a:endParaRPr lang="zh-CN" altLang="en-US"/>
        </a:p>
      </dgm:t>
    </dgm:pt>
    <dgm:pt modelId="{CDB4A37C-91FB-499B-B18B-24CB33F6ED00}" type="sibTrans" cxnId="{7C82306F-E7E5-4572-982E-9C0E40A7E5B5}">
      <dgm:prSet/>
      <dgm:spPr/>
      <dgm:t>
        <a:bodyPr/>
        <a:lstStyle/>
        <a:p>
          <a:endParaRPr lang="zh-CN" altLang="en-US"/>
        </a:p>
      </dgm:t>
    </dgm:pt>
    <dgm:pt modelId="{44584316-C22F-4074-B270-E3964A6E01DC}" type="pres">
      <dgm:prSet presAssocID="{E0E8343B-605D-4699-B416-51E36326C502}" presName="Name0" presStyleCnt="0">
        <dgm:presLayoutVars>
          <dgm:dir/>
          <dgm:animLvl val="lvl"/>
          <dgm:resizeHandles val="exact"/>
        </dgm:presLayoutVars>
      </dgm:prSet>
      <dgm:spPr/>
    </dgm:pt>
    <dgm:pt modelId="{6019A611-E5DB-48D8-B8EC-67B1E0B93757}" type="pres">
      <dgm:prSet presAssocID="{C6B48E29-CA1A-41A9-97AB-6F84A082FBDA}" presName="composite" presStyleCnt="0"/>
      <dgm:spPr/>
    </dgm:pt>
    <dgm:pt modelId="{73EADF60-8F9E-4CC9-96A3-E650264AA0BA}" type="pres">
      <dgm:prSet presAssocID="{C6B48E29-CA1A-41A9-97AB-6F84A082FBDA}" presName="parTx" presStyleLbl="alignNode1" presStyleIdx="0" presStyleCnt="3">
        <dgm:presLayoutVars>
          <dgm:chMax val="0"/>
          <dgm:chPref val="0"/>
          <dgm:bulletEnabled val="1"/>
        </dgm:presLayoutVars>
      </dgm:prSet>
      <dgm:spPr/>
    </dgm:pt>
    <dgm:pt modelId="{97E3BBE5-ED88-48D1-97DC-F11A8D2B8D36}" type="pres">
      <dgm:prSet presAssocID="{C6B48E29-CA1A-41A9-97AB-6F84A082FBDA}" presName="desTx" presStyleLbl="alignAccFollowNode1" presStyleIdx="0" presStyleCnt="3">
        <dgm:presLayoutVars>
          <dgm:bulletEnabled val="1"/>
        </dgm:presLayoutVars>
      </dgm:prSet>
      <dgm:spPr/>
    </dgm:pt>
    <dgm:pt modelId="{9D9FBDE0-6667-4CEC-9F08-C04DDA74B617}" type="pres">
      <dgm:prSet presAssocID="{34477272-CCF6-4418-8853-EAE67EFAD38F}" presName="space" presStyleCnt="0"/>
      <dgm:spPr/>
    </dgm:pt>
    <dgm:pt modelId="{E69530CD-1296-40D9-9714-C13FEC296711}" type="pres">
      <dgm:prSet presAssocID="{93BB87F0-555B-49AF-8088-88D58772C5EB}" presName="composite" presStyleCnt="0"/>
      <dgm:spPr/>
    </dgm:pt>
    <dgm:pt modelId="{2F1502D9-B069-4F25-8509-684CAA7CC317}" type="pres">
      <dgm:prSet presAssocID="{93BB87F0-555B-49AF-8088-88D58772C5EB}" presName="parTx" presStyleLbl="alignNode1" presStyleIdx="1" presStyleCnt="3">
        <dgm:presLayoutVars>
          <dgm:chMax val="0"/>
          <dgm:chPref val="0"/>
          <dgm:bulletEnabled val="1"/>
        </dgm:presLayoutVars>
      </dgm:prSet>
      <dgm:spPr/>
    </dgm:pt>
    <dgm:pt modelId="{DCE8447D-ABFF-4A46-A67B-CB138287D284}" type="pres">
      <dgm:prSet presAssocID="{93BB87F0-555B-49AF-8088-88D58772C5EB}" presName="desTx" presStyleLbl="alignAccFollowNode1" presStyleIdx="1" presStyleCnt="3">
        <dgm:presLayoutVars>
          <dgm:bulletEnabled val="1"/>
        </dgm:presLayoutVars>
      </dgm:prSet>
      <dgm:spPr/>
    </dgm:pt>
    <dgm:pt modelId="{2750E01F-BD85-44C6-8F34-E1C47B6565CE}" type="pres">
      <dgm:prSet presAssocID="{A5592D49-B04C-4F5D-A01A-48F6CD2CAACB}" presName="space" presStyleCnt="0"/>
      <dgm:spPr/>
    </dgm:pt>
    <dgm:pt modelId="{E69DEA15-1586-4F5D-8134-95E8D473CCE7}" type="pres">
      <dgm:prSet presAssocID="{0F91B197-23DD-4D21-A484-CE49D7F3EA3E}" presName="composite" presStyleCnt="0"/>
      <dgm:spPr/>
    </dgm:pt>
    <dgm:pt modelId="{1D0C5A93-1A18-447E-BD6E-B5EA4C1634CE}" type="pres">
      <dgm:prSet presAssocID="{0F91B197-23DD-4D21-A484-CE49D7F3EA3E}" presName="parTx" presStyleLbl="alignNode1" presStyleIdx="2" presStyleCnt="3">
        <dgm:presLayoutVars>
          <dgm:chMax val="0"/>
          <dgm:chPref val="0"/>
          <dgm:bulletEnabled val="1"/>
        </dgm:presLayoutVars>
      </dgm:prSet>
      <dgm:spPr/>
    </dgm:pt>
    <dgm:pt modelId="{9E49CDBA-B2D1-415C-A8E2-824714FACA06}" type="pres">
      <dgm:prSet presAssocID="{0F91B197-23DD-4D21-A484-CE49D7F3EA3E}" presName="desTx" presStyleLbl="alignAccFollowNode1" presStyleIdx="2" presStyleCnt="3">
        <dgm:presLayoutVars>
          <dgm:bulletEnabled val="1"/>
        </dgm:presLayoutVars>
      </dgm:prSet>
      <dgm:spPr/>
    </dgm:pt>
  </dgm:ptLst>
  <dgm:cxnLst>
    <dgm:cxn modelId="{7956B006-6C7C-46D6-B880-390F9CE3EC38}" type="presOf" srcId="{93BB87F0-555B-49AF-8088-88D58772C5EB}" destId="{2F1502D9-B069-4F25-8509-684CAA7CC317}" srcOrd="0" destOrd="0" presId="urn:microsoft.com/office/officeart/2005/8/layout/hList1"/>
    <dgm:cxn modelId="{77A44907-3BC7-4D17-84B8-2A58FDF445AE}" type="presOf" srcId="{0F91B197-23DD-4D21-A484-CE49D7F3EA3E}" destId="{1D0C5A93-1A18-447E-BD6E-B5EA4C1634CE}" srcOrd="0" destOrd="0" presId="urn:microsoft.com/office/officeart/2005/8/layout/hList1"/>
    <dgm:cxn modelId="{4326390F-446F-4391-8285-F0E7D3D9EF88}" type="presOf" srcId="{C6B48E29-CA1A-41A9-97AB-6F84A082FBDA}" destId="{73EADF60-8F9E-4CC9-96A3-E650264AA0BA}" srcOrd="0" destOrd="0" presId="urn:microsoft.com/office/officeart/2005/8/layout/hList1"/>
    <dgm:cxn modelId="{1A2FDF0F-E512-4EAC-895D-35371674E6B5}" srcId="{0F91B197-23DD-4D21-A484-CE49D7F3EA3E}" destId="{A9549564-78F8-40D4-97E6-D12B785228E2}" srcOrd="0" destOrd="0" parTransId="{7E430C6E-AEF2-46DC-BD56-92BBD3845A0B}" sibTransId="{DBE97249-6D23-4CB2-BDE4-1E6F819E84ED}"/>
    <dgm:cxn modelId="{2AA6DC2C-3177-4E21-8A13-3782428D1F05}" srcId="{93BB87F0-555B-49AF-8088-88D58772C5EB}" destId="{38DDDD1B-FACF-4AA9-810E-0C0539845360}" srcOrd="1" destOrd="0" parTransId="{B74EC552-3F40-4D65-AEA8-2BBCE4C5A1EE}" sibTransId="{4139AA5A-A7D6-47CE-96C1-118138042803}"/>
    <dgm:cxn modelId="{C4C0282D-13A3-4B31-9203-5BC680608688}" type="presOf" srcId="{38DDDD1B-FACF-4AA9-810E-0C0539845360}" destId="{DCE8447D-ABFF-4A46-A67B-CB138287D284}" srcOrd="0" destOrd="1" presId="urn:microsoft.com/office/officeart/2005/8/layout/hList1"/>
    <dgm:cxn modelId="{0D18CB61-9522-498C-AB51-AFE7C6320212}" type="presOf" srcId="{4E7C65C3-10FC-4880-83DB-92FC28E4C9A0}" destId="{9E49CDBA-B2D1-415C-A8E2-824714FACA06}" srcOrd="0" destOrd="1" presId="urn:microsoft.com/office/officeart/2005/8/layout/hList1"/>
    <dgm:cxn modelId="{0D082C65-37EA-4C41-A8D6-7816A2FF2968}" srcId="{C6B48E29-CA1A-41A9-97AB-6F84A082FBDA}" destId="{F5C1FF4E-6EF0-4108-9168-C7AC994D9199}" srcOrd="0" destOrd="0" parTransId="{A50744BA-3D04-48E6-BAC7-3E6E73093F83}" sibTransId="{8016A77E-C5CF-436E-8CC0-B36076EAC60F}"/>
    <dgm:cxn modelId="{EDBBD465-3B38-44B0-A6D3-2EC177BDAE06}" type="presOf" srcId="{E0E8343B-605D-4699-B416-51E36326C502}" destId="{44584316-C22F-4074-B270-E3964A6E01DC}" srcOrd="0" destOrd="0" presId="urn:microsoft.com/office/officeart/2005/8/layout/hList1"/>
    <dgm:cxn modelId="{A68FD747-B3B8-4B98-ADC1-DEFA563624F6}" type="presOf" srcId="{A9549564-78F8-40D4-97E6-D12B785228E2}" destId="{9E49CDBA-B2D1-415C-A8E2-824714FACA06}" srcOrd="0" destOrd="0" presId="urn:microsoft.com/office/officeart/2005/8/layout/hList1"/>
    <dgm:cxn modelId="{EFE9E749-F9ED-42F2-955B-B6B3D65AFE6E}" srcId="{E0E8343B-605D-4699-B416-51E36326C502}" destId="{0F91B197-23DD-4D21-A484-CE49D7F3EA3E}" srcOrd="2" destOrd="0" parTransId="{A5AD67B2-2B37-4D42-B4A9-5E50FEEA9B2E}" sibTransId="{B7BA28FE-9AA4-4DD8-9F06-CCB602815BBD}"/>
    <dgm:cxn modelId="{7C82306F-E7E5-4572-982E-9C0E40A7E5B5}" srcId="{0F91B197-23DD-4D21-A484-CE49D7F3EA3E}" destId="{4E7C65C3-10FC-4880-83DB-92FC28E4C9A0}" srcOrd="1" destOrd="0" parTransId="{95D9CA79-ADD2-45E5-AFC4-8CF812581B3D}" sibTransId="{CDB4A37C-91FB-499B-B18B-24CB33F6ED00}"/>
    <dgm:cxn modelId="{88E92B7E-C147-4825-8F1A-F362F89E60A2}" srcId="{E0E8343B-605D-4699-B416-51E36326C502}" destId="{C6B48E29-CA1A-41A9-97AB-6F84A082FBDA}" srcOrd="0" destOrd="0" parTransId="{58255FB4-01FE-4D48-84BD-8D8ACEC2FB9D}" sibTransId="{34477272-CCF6-4418-8853-EAE67EFAD38F}"/>
    <dgm:cxn modelId="{D9B8F490-1280-4BAF-BC27-729A65FEABF8}" type="presOf" srcId="{DB027904-A3FC-4DA5-BC5E-6919A801AA7B}" destId="{97E3BBE5-ED88-48D1-97DC-F11A8D2B8D36}" srcOrd="0" destOrd="1" presId="urn:microsoft.com/office/officeart/2005/8/layout/hList1"/>
    <dgm:cxn modelId="{99BE6A9F-7D07-4687-901E-2DA5A050D5C9}" type="presOf" srcId="{F5C1FF4E-6EF0-4108-9168-C7AC994D9199}" destId="{97E3BBE5-ED88-48D1-97DC-F11A8D2B8D36}" srcOrd="0" destOrd="0" presId="urn:microsoft.com/office/officeart/2005/8/layout/hList1"/>
    <dgm:cxn modelId="{B7135EA9-F703-41D7-8FC4-8D4BBB520DB5}" type="presOf" srcId="{6A3CF7AF-FC4F-4F3F-8F04-D471DFAD9A85}" destId="{DCE8447D-ABFF-4A46-A67B-CB138287D284}" srcOrd="0" destOrd="0" presId="urn:microsoft.com/office/officeart/2005/8/layout/hList1"/>
    <dgm:cxn modelId="{41A25BAE-6891-4067-8367-26D23AD3781C}" srcId="{93BB87F0-555B-49AF-8088-88D58772C5EB}" destId="{6A3CF7AF-FC4F-4F3F-8F04-D471DFAD9A85}" srcOrd="0" destOrd="0" parTransId="{3231BBBE-E7D1-4BBB-A008-BB88362E0645}" sibTransId="{5DB92F51-D968-41C8-B4DD-8D341DF3BD67}"/>
    <dgm:cxn modelId="{441894BD-C7A8-4FEB-9CD4-39C39FFD0579}" srcId="{C6B48E29-CA1A-41A9-97AB-6F84A082FBDA}" destId="{DB027904-A3FC-4DA5-BC5E-6919A801AA7B}" srcOrd="1" destOrd="0" parTransId="{6B8BF27D-CE95-4228-8D23-7F49CAA7324E}" sibTransId="{25C6E030-4608-434B-96D1-46D234812E99}"/>
    <dgm:cxn modelId="{839CFFCA-E2B8-4B15-B664-B2CE3867F728}" srcId="{E0E8343B-605D-4699-B416-51E36326C502}" destId="{93BB87F0-555B-49AF-8088-88D58772C5EB}" srcOrd="1" destOrd="0" parTransId="{CE6FAC85-B94A-43F0-B454-EF66DA00FE8C}" sibTransId="{A5592D49-B04C-4F5D-A01A-48F6CD2CAACB}"/>
    <dgm:cxn modelId="{CEA8679A-C3B3-4428-BAAA-D0A4635335C1}" type="presParOf" srcId="{44584316-C22F-4074-B270-E3964A6E01DC}" destId="{6019A611-E5DB-48D8-B8EC-67B1E0B93757}" srcOrd="0" destOrd="0" presId="urn:microsoft.com/office/officeart/2005/8/layout/hList1"/>
    <dgm:cxn modelId="{1B29789F-E22A-4948-8018-1B88701A48A5}" type="presParOf" srcId="{6019A611-E5DB-48D8-B8EC-67B1E0B93757}" destId="{73EADF60-8F9E-4CC9-96A3-E650264AA0BA}" srcOrd="0" destOrd="0" presId="urn:microsoft.com/office/officeart/2005/8/layout/hList1"/>
    <dgm:cxn modelId="{AF32EDA0-6500-4DCC-9197-6EC3D753EA9E}" type="presParOf" srcId="{6019A611-E5DB-48D8-B8EC-67B1E0B93757}" destId="{97E3BBE5-ED88-48D1-97DC-F11A8D2B8D36}" srcOrd="1" destOrd="0" presId="urn:microsoft.com/office/officeart/2005/8/layout/hList1"/>
    <dgm:cxn modelId="{84A8603D-5DA0-49EB-9565-47B12114EA1D}" type="presParOf" srcId="{44584316-C22F-4074-B270-E3964A6E01DC}" destId="{9D9FBDE0-6667-4CEC-9F08-C04DDA74B617}" srcOrd="1" destOrd="0" presId="urn:microsoft.com/office/officeart/2005/8/layout/hList1"/>
    <dgm:cxn modelId="{52C1368E-7510-4022-B767-35F170DEA942}" type="presParOf" srcId="{44584316-C22F-4074-B270-E3964A6E01DC}" destId="{E69530CD-1296-40D9-9714-C13FEC296711}" srcOrd="2" destOrd="0" presId="urn:microsoft.com/office/officeart/2005/8/layout/hList1"/>
    <dgm:cxn modelId="{8C7A7E12-F8F3-4959-BF4B-A9CA43C2D2F3}" type="presParOf" srcId="{E69530CD-1296-40D9-9714-C13FEC296711}" destId="{2F1502D9-B069-4F25-8509-684CAA7CC317}" srcOrd="0" destOrd="0" presId="urn:microsoft.com/office/officeart/2005/8/layout/hList1"/>
    <dgm:cxn modelId="{C2D169D1-8933-4BBE-AFDD-6BE339E07680}" type="presParOf" srcId="{E69530CD-1296-40D9-9714-C13FEC296711}" destId="{DCE8447D-ABFF-4A46-A67B-CB138287D284}" srcOrd="1" destOrd="0" presId="urn:microsoft.com/office/officeart/2005/8/layout/hList1"/>
    <dgm:cxn modelId="{D40A2723-F3FF-4A47-B23C-7FF548406BAD}" type="presParOf" srcId="{44584316-C22F-4074-B270-E3964A6E01DC}" destId="{2750E01F-BD85-44C6-8F34-E1C47B6565CE}" srcOrd="3" destOrd="0" presId="urn:microsoft.com/office/officeart/2005/8/layout/hList1"/>
    <dgm:cxn modelId="{B30C7D1F-1658-4BCF-A4A6-B3B4AC9CBE4A}" type="presParOf" srcId="{44584316-C22F-4074-B270-E3964A6E01DC}" destId="{E69DEA15-1586-4F5D-8134-95E8D473CCE7}" srcOrd="4" destOrd="0" presId="urn:microsoft.com/office/officeart/2005/8/layout/hList1"/>
    <dgm:cxn modelId="{FA1E79A6-7338-4258-BEE8-F878826F489C}" type="presParOf" srcId="{E69DEA15-1586-4F5D-8134-95E8D473CCE7}" destId="{1D0C5A93-1A18-447E-BD6E-B5EA4C1634CE}" srcOrd="0" destOrd="0" presId="urn:microsoft.com/office/officeart/2005/8/layout/hList1"/>
    <dgm:cxn modelId="{A14E611A-60BD-4078-ABD9-D25632AB90FB}" type="presParOf" srcId="{E69DEA15-1586-4F5D-8134-95E8D473CCE7}" destId="{9E49CDBA-B2D1-415C-A8E2-824714FACA06}" srcOrd="1" destOrd="0" presId="urn:microsoft.com/office/officeart/2005/8/layout/h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1C03CC8-4870-418D-9AAF-47C44F158074}"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zh-CN" altLang="en-US"/>
        </a:p>
      </dgm:t>
    </dgm:pt>
    <dgm:pt modelId="{DD2560B9-6179-48A8-B37C-BC80195C3ECB}">
      <dgm:prSet phldrT="[文本]"/>
      <dgm:spPr/>
      <dgm:t>
        <a:bodyPr/>
        <a:lstStyle/>
        <a:p>
          <a:r>
            <a:rPr lang="zh-CN" altLang="en-US" dirty="0"/>
            <a:t>扩充数据集</a:t>
          </a:r>
        </a:p>
      </dgm:t>
    </dgm:pt>
    <dgm:pt modelId="{CACECE41-5643-4CEF-A8A4-C0974574B430}" type="parTrans" cxnId="{847839BA-5EEA-4911-ABAC-847A882DF7EE}">
      <dgm:prSet/>
      <dgm:spPr/>
      <dgm:t>
        <a:bodyPr/>
        <a:lstStyle/>
        <a:p>
          <a:endParaRPr lang="zh-CN" altLang="en-US"/>
        </a:p>
      </dgm:t>
    </dgm:pt>
    <dgm:pt modelId="{3EFEB5DB-A8D4-45E6-BE14-E554D4AE8084}" type="sibTrans" cxnId="{847839BA-5EEA-4911-ABAC-847A882DF7EE}">
      <dgm:prSet/>
      <dgm:spPr/>
      <dgm:t>
        <a:bodyPr/>
        <a:lstStyle/>
        <a:p>
          <a:endParaRPr lang="zh-CN" altLang="en-US"/>
        </a:p>
      </dgm:t>
    </dgm:pt>
    <dgm:pt modelId="{78063B76-0532-49D1-A79C-998853C446EA}">
      <dgm:prSet phldrT="[文本]"/>
      <dgm:spPr/>
      <dgm:t>
        <a:bodyPr/>
        <a:lstStyle/>
        <a:p>
          <a:r>
            <a:rPr lang="zh-CN" altLang="en-US" dirty="0"/>
            <a:t>防止过拟合</a:t>
          </a:r>
        </a:p>
      </dgm:t>
    </dgm:pt>
    <dgm:pt modelId="{CAA4BAA2-B986-4124-BC62-70F3F3EA73D0}" type="parTrans" cxnId="{09BC2C8A-B593-48AF-BD80-043E8E1238F2}">
      <dgm:prSet/>
      <dgm:spPr/>
      <dgm:t>
        <a:bodyPr/>
        <a:lstStyle/>
        <a:p>
          <a:endParaRPr lang="zh-CN" altLang="en-US"/>
        </a:p>
      </dgm:t>
    </dgm:pt>
    <dgm:pt modelId="{EADEF4D3-6691-45DA-BFED-1A46F940ECA8}" type="sibTrans" cxnId="{09BC2C8A-B593-48AF-BD80-043E8E1238F2}">
      <dgm:prSet/>
      <dgm:spPr/>
      <dgm:t>
        <a:bodyPr/>
        <a:lstStyle/>
        <a:p>
          <a:endParaRPr lang="zh-CN" altLang="en-US"/>
        </a:p>
      </dgm:t>
    </dgm:pt>
    <dgm:pt modelId="{4E3C0BA0-5D79-415F-B16C-5C78BC77BC19}">
      <dgm:prSet phldrT="[文本]"/>
      <dgm:spPr/>
      <dgm:t>
        <a:bodyPr/>
        <a:lstStyle/>
        <a:p>
          <a:r>
            <a:rPr lang="zh-CN" altLang="en-US" dirty="0"/>
            <a:t>提升泛化性能</a:t>
          </a:r>
        </a:p>
      </dgm:t>
    </dgm:pt>
    <dgm:pt modelId="{1580C5EC-6C9B-40AA-ADCB-6C8C44DF9906}" type="parTrans" cxnId="{2C5C3439-4555-4FCC-8D21-CB62D66FB3FC}">
      <dgm:prSet/>
      <dgm:spPr/>
      <dgm:t>
        <a:bodyPr/>
        <a:lstStyle/>
        <a:p>
          <a:endParaRPr lang="zh-CN" altLang="en-US"/>
        </a:p>
      </dgm:t>
    </dgm:pt>
    <dgm:pt modelId="{C54B0630-E7AD-4C04-AC71-D94969A11CC3}" type="sibTrans" cxnId="{2C5C3439-4555-4FCC-8D21-CB62D66FB3FC}">
      <dgm:prSet/>
      <dgm:spPr/>
      <dgm:t>
        <a:bodyPr/>
        <a:lstStyle/>
        <a:p>
          <a:endParaRPr lang="zh-CN" altLang="en-US"/>
        </a:p>
      </dgm:t>
    </dgm:pt>
    <dgm:pt modelId="{74C78EDD-B829-421D-92E5-2438B72D17AB}" type="pres">
      <dgm:prSet presAssocID="{81C03CC8-4870-418D-9AAF-47C44F158074}" presName="Name0" presStyleCnt="0">
        <dgm:presLayoutVars>
          <dgm:chMax val="7"/>
          <dgm:chPref val="7"/>
          <dgm:dir/>
        </dgm:presLayoutVars>
      </dgm:prSet>
      <dgm:spPr/>
    </dgm:pt>
    <dgm:pt modelId="{2E4833A9-F489-4A6B-B90C-BAB7A118B850}" type="pres">
      <dgm:prSet presAssocID="{81C03CC8-4870-418D-9AAF-47C44F158074}" presName="Name1" presStyleCnt="0"/>
      <dgm:spPr/>
    </dgm:pt>
    <dgm:pt modelId="{E690ADEE-304E-4A07-A4A5-0406D685419C}" type="pres">
      <dgm:prSet presAssocID="{81C03CC8-4870-418D-9AAF-47C44F158074}" presName="cycle" presStyleCnt="0"/>
      <dgm:spPr/>
    </dgm:pt>
    <dgm:pt modelId="{EA960894-577A-4062-B71B-23E1B7AF9C14}" type="pres">
      <dgm:prSet presAssocID="{81C03CC8-4870-418D-9AAF-47C44F158074}" presName="srcNode" presStyleLbl="node1" presStyleIdx="0" presStyleCnt="3"/>
      <dgm:spPr/>
    </dgm:pt>
    <dgm:pt modelId="{4AD6DDE1-F89F-4C21-9FC8-A4E5A07C6BF8}" type="pres">
      <dgm:prSet presAssocID="{81C03CC8-4870-418D-9AAF-47C44F158074}" presName="conn" presStyleLbl="parChTrans1D2" presStyleIdx="0" presStyleCnt="1"/>
      <dgm:spPr/>
    </dgm:pt>
    <dgm:pt modelId="{AE905136-D4E3-4A7A-AA68-97F91C4E519A}" type="pres">
      <dgm:prSet presAssocID="{81C03CC8-4870-418D-9AAF-47C44F158074}" presName="extraNode" presStyleLbl="node1" presStyleIdx="0" presStyleCnt="3"/>
      <dgm:spPr/>
    </dgm:pt>
    <dgm:pt modelId="{725AAD2B-5822-49C5-8E7C-CCC42253DA68}" type="pres">
      <dgm:prSet presAssocID="{81C03CC8-4870-418D-9AAF-47C44F158074}" presName="dstNode" presStyleLbl="node1" presStyleIdx="0" presStyleCnt="3"/>
      <dgm:spPr/>
    </dgm:pt>
    <dgm:pt modelId="{AC1BF707-DF9A-4AC6-8A4E-549DDB25F507}" type="pres">
      <dgm:prSet presAssocID="{DD2560B9-6179-48A8-B37C-BC80195C3ECB}" presName="text_1" presStyleLbl="node1" presStyleIdx="0" presStyleCnt="3">
        <dgm:presLayoutVars>
          <dgm:bulletEnabled val="1"/>
        </dgm:presLayoutVars>
      </dgm:prSet>
      <dgm:spPr/>
    </dgm:pt>
    <dgm:pt modelId="{123449D8-F0FA-4ABB-9B28-9A1BCD250935}" type="pres">
      <dgm:prSet presAssocID="{DD2560B9-6179-48A8-B37C-BC80195C3ECB}" presName="accent_1" presStyleCnt="0"/>
      <dgm:spPr/>
    </dgm:pt>
    <dgm:pt modelId="{D59A48EC-3524-482A-B203-A14C6E717DD0}" type="pres">
      <dgm:prSet presAssocID="{DD2560B9-6179-48A8-B37C-BC80195C3ECB}" presName="accentRepeatNode" presStyleLbl="solidFgAcc1" presStyleIdx="0" presStyleCnt="3"/>
      <dgm:spPr/>
    </dgm:pt>
    <dgm:pt modelId="{59438C25-0C77-4E5F-A858-833ACC5D00FF}" type="pres">
      <dgm:prSet presAssocID="{78063B76-0532-49D1-A79C-998853C446EA}" presName="text_2" presStyleLbl="node1" presStyleIdx="1" presStyleCnt="3">
        <dgm:presLayoutVars>
          <dgm:bulletEnabled val="1"/>
        </dgm:presLayoutVars>
      </dgm:prSet>
      <dgm:spPr/>
    </dgm:pt>
    <dgm:pt modelId="{967B0803-B93E-43E6-BB52-6A83C1D87FAF}" type="pres">
      <dgm:prSet presAssocID="{78063B76-0532-49D1-A79C-998853C446EA}" presName="accent_2" presStyleCnt="0"/>
      <dgm:spPr/>
    </dgm:pt>
    <dgm:pt modelId="{8882B97A-2114-47AF-8FBB-29ACD0D492C0}" type="pres">
      <dgm:prSet presAssocID="{78063B76-0532-49D1-A79C-998853C446EA}" presName="accentRepeatNode" presStyleLbl="solidFgAcc1" presStyleIdx="1" presStyleCnt="3"/>
      <dgm:spPr/>
    </dgm:pt>
    <dgm:pt modelId="{D007CF15-75FF-4A7A-AF43-698DA1013992}" type="pres">
      <dgm:prSet presAssocID="{4E3C0BA0-5D79-415F-B16C-5C78BC77BC19}" presName="text_3" presStyleLbl="node1" presStyleIdx="2" presStyleCnt="3">
        <dgm:presLayoutVars>
          <dgm:bulletEnabled val="1"/>
        </dgm:presLayoutVars>
      </dgm:prSet>
      <dgm:spPr/>
    </dgm:pt>
    <dgm:pt modelId="{C7E5BA47-994A-430D-A357-7C8F07DEC92E}" type="pres">
      <dgm:prSet presAssocID="{4E3C0BA0-5D79-415F-B16C-5C78BC77BC19}" presName="accent_3" presStyleCnt="0"/>
      <dgm:spPr/>
    </dgm:pt>
    <dgm:pt modelId="{DD47725E-458C-4EF2-8EF3-80A04EA3EA19}" type="pres">
      <dgm:prSet presAssocID="{4E3C0BA0-5D79-415F-B16C-5C78BC77BC19}" presName="accentRepeatNode" presStyleLbl="solidFgAcc1" presStyleIdx="2" presStyleCnt="3"/>
      <dgm:spPr/>
    </dgm:pt>
  </dgm:ptLst>
  <dgm:cxnLst>
    <dgm:cxn modelId="{437D4008-4EB6-4298-8635-E52546048CB7}" type="presOf" srcId="{DD2560B9-6179-48A8-B37C-BC80195C3ECB}" destId="{AC1BF707-DF9A-4AC6-8A4E-549DDB25F507}" srcOrd="0" destOrd="0" presId="urn:microsoft.com/office/officeart/2008/layout/VerticalCurvedList"/>
    <dgm:cxn modelId="{2C5C3439-4555-4FCC-8D21-CB62D66FB3FC}" srcId="{81C03CC8-4870-418D-9AAF-47C44F158074}" destId="{4E3C0BA0-5D79-415F-B16C-5C78BC77BC19}" srcOrd="2" destOrd="0" parTransId="{1580C5EC-6C9B-40AA-ADCB-6C8C44DF9906}" sibTransId="{C54B0630-E7AD-4C04-AC71-D94969A11CC3}"/>
    <dgm:cxn modelId="{09BC2C8A-B593-48AF-BD80-043E8E1238F2}" srcId="{81C03CC8-4870-418D-9AAF-47C44F158074}" destId="{78063B76-0532-49D1-A79C-998853C446EA}" srcOrd="1" destOrd="0" parTransId="{CAA4BAA2-B986-4124-BC62-70F3F3EA73D0}" sibTransId="{EADEF4D3-6691-45DA-BFED-1A46F940ECA8}"/>
    <dgm:cxn modelId="{72CBEC8C-2522-4021-99F5-37DC92CC4495}" type="presOf" srcId="{78063B76-0532-49D1-A79C-998853C446EA}" destId="{59438C25-0C77-4E5F-A858-833ACC5D00FF}" srcOrd="0" destOrd="0" presId="urn:microsoft.com/office/officeart/2008/layout/VerticalCurvedList"/>
    <dgm:cxn modelId="{583374B9-8EF7-4130-84EE-CD5B4985A2BA}" type="presOf" srcId="{4E3C0BA0-5D79-415F-B16C-5C78BC77BC19}" destId="{D007CF15-75FF-4A7A-AF43-698DA1013992}" srcOrd="0" destOrd="0" presId="urn:microsoft.com/office/officeart/2008/layout/VerticalCurvedList"/>
    <dgm:cxn modelId="{847839BA-5EEA-4911-ABAC-847A882DF7EE}" srcId="{81C03CC8-4870-418D-9AAF-47C44F158074}" destId="{DD2560B9-6179-48A8-B37C-BC80195C3ECB}" srcOrd="0" destOrd="0" parTransId="{CACECE41-5643-4CEF-A8A4-C0974574B430}" sibTransId="{3EFEB5DB-A8D4-45E6-BE14-E554D4AE8084}"/>
    <dgm:cxn modelId="{9AD96CDD-A09E-4FD0-8D11-3DCD38C2A2D9}" type="presOf" srcId="{81C03CC8-4870-418D-9AAF-47C44F158074}" destId="{74C78EDD-B829-421D-92E5-2438B72D17AB}" srcOrd="0" destOrd="0" presId="urn:microsoft.com/office/officeart/2008/layout/VerticalCurvedList"/>
    <dgm:cxn modelId="{7977C5E2-B607-4124-B611-AA19AC8E17E0}" type="presOf" srcId="{3EFEB5DB-A8D4-45E6-BE14-E554D4AE8084}" destId="{4AD6DDE1-F89F-4C21-9FC8-A4E5A07C6BF8}" srcOrd="0" destOrd="0" presId="urn:microsoft.com/office/officeart/2008/layout/VerticalCurvedList"/>
    <dgm:cxn modelId="{CF877175-D7CF-448D-9E4D-107C8AA9E8D9}" type="presParOf" srcId="{74C78EDD-B829-421D-92E5-2438B72D17AB}" destId="{2E4833A9-F489-4A6B-B90C-BAB7A118B850}" srcOrd="0" destOrd="0" presId="urn:microsoft.com/office/officeart/2008/layout/VerticalCurvedList"/>
    <dgm:cxn modelId="{652D9A51-4159-4645-B1EA-2371F5BDAFA6}" type="presParOf" srcId="{2E4833A9-F489-4A6B-B90C-BAB7A118B850}" destId="{E690ADEE-304E-4A07-A4A5-0406D685419C}" srcOrd="0" destOrd="0" presId="urn:microsoft.com/office/officeart/2008/layout/VerticalCurvedList"/>
    <dgm:cxn modelId="{BFAC55AF-F89E-4E96-8CA3-5FD4E9046A73}" type="presParOf" srcId="{E690ADEE-304E-4A07-A4A5-0406D685419C}" destId="{EA960894-577A-4062-B71B-23E1B7AF9C14}" srcOrd="0" destOrd="0" presId="urn:microsoft.com/office/officeart/2008/layout/VerticalCurvedList"/>
    <dgm:cxn modelId="{9A665E81-6AA3-4EFD-965C-8BD8EA236BD3}" type="presParOf" srcId="{E690ADEE-304E-4A07-A4A5-0406D685419C}" destId="{4AD6DDE1-F89F-4C21-9FC8-A4E5A07C6BF8}" srcOrd="1" destOrd="0" presId="urn:microsoft.com/office/officeart/2008/layout/VerticalCurvedList"/>
    <dgm:cxn modelId="{272F1677-18C2-428F-A18C-79759BF78E70}" type="presParOf" srcId="{E690ADEE-304E-4A07-A4A5-0406D685419C}" destId="{AE905136-D4E3-4A7A-AA68-97F91C4E519A}" srcOrd="2" destOrd="0" presId="urn:microsoft.com/office/officeart/2008/layout/VerticalCurvedList"/>
    <dgm:cxn modelId="{CBA23941-EC56-4F46-999E-B80B70128273}" type="presParOf" srcId="{E690ADEE-304E-4A07-A4A5-0406D685419C}" destId="{725AAD2B-5822-49C5-8E7C-CCC42253DA68}" srcOrd="3" destOrd="0" presId="urn:microsoft.com/office/officeart/2008/layout/VerticalCurvedList"/>
    <dgm:cxn modelId="{31886314-C8E8-4B6A-A2F9-739FA4AFA498}" type="presParOf" srcId="{2E4833A9-F489-4A6B-B90C-BAB7A118B850}" destId="{AC1BF707-DF9A-4AC6-8A4E-549DDB25F507}" srcOrd="1" destOrd="0" presId="urn:microsoft.com/office/officeart/2008/layout/VerticalCurvedList"/>
    <dgm:cxn modelId="{1CFC866F-AB89-4CB0-B4ED-6056CA2E876C}" type="presParOf" srcId="{2E4833A9-F489-4A6B-B90C-BAB7A118B850}" destId="{123449D8-F0FA-4ABB-9B28-9A1BCD250935}" srcOrd="2" destOrd="0" presId="urn:microsoft.com/office/officeart/2008/layout/VerticalCurvedList"/>
    <dgm:cxn modelId="{8AD2704A-2DD2-4C94-A156-65A0C224E556}" type="presParOf" srcId="{123449D8-F0FA-4ABB-9B28-9A1BCD250935}" destId="{D59A48EC-3524-482A-B203-A14C6E717DD0}" srcOrd="0" destOrd="0" presId="urn:microsoft.com/office/officeart/2008/layout/VerticalCurvedList"/>
    <dgm:cxn modelId="{C75CCBCB-AE67-4EED-B3B6-FF035E4BAF69}" type="presParOf" srcId="{2E4833A9-F489-4A6B-B90C-BAB7A118B850}" destId="{59438C25-0C77-4E5F-A858-833ACC5D00FF}" srcOrd="3" destOrd="0" presId="urn:microsoft.com/office/officeart/2008/layout/VerticalCurvedList"/>
    <dgm:cxn modelId="{73C9763A-DEA4-4E0A-BC01-21FF36647583}" type="presParOf" srcId="{2E4833A9-F489-4A6B-B90C-BAB7A118B850}" destId="{967B0803-B93E-43E6-BB52-6A83C1D87FAF}" srcOrd="4" destOrd="0" presId="urn:microsoft.com/office/officeart/2008/layout/VerticalCurvedList"/>
    <dgm:cxn modelId="{2393CE2B-66E9-44CD-90D2-588256F2DC95}" type="presParOf" srcId="{967B0803-B93E-43E6-BB52-6A83C1D87FAF}" destId="{8882B97A-2114-47AF-8FBB-29ACD0D492C0}" srcOrd="0" destOrd="0" presId="urn:microsoft.com/office/officeart/2008/layout/VerticalCurvedList"/>
    <dgm:cxn modelId="{067412B1-975D-4E76-BC1E-7F33B312ADE8}" type="presParOf" srcId="{2E4833A9-F489-4A6B-B90C-BAB7A118B850}" destId="{D007CF15-75FF-4A7A-AF43-698DA1013992}" srcOrd="5" destOrd="0" presId="urn:microsoft.com/office/officeart/2008/layout/VerticalCurvedList"/>
    <dgm:cxn modelId="{418E6C25-A487-4EE9-B622-3971E19F0A0C}" type="presParOf" srcId="{2E4833A9-F489-4A6B-B90C-BAB7A118B850}" destId="{C7E5BA47-994A-430D-A357-7C8F07DEC92E}" srcOrd="6" destOrd="0" presId="urn:microsoft.com/office/officeart/2008/layout/VerticalCurvedList"/>
    <dgm:cxn modelId="{5728E65D-433F-488D-97D1-532582957772}" type="presParOf" srcId="{C7E5BA47-994A-430D-A357-7C8F07DEC92E}" destId="{DD47725E-458C-4EF2-8EF3-80A04EA3EA19}"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41B0D96-45F9-41CC-93FA-7528E8B5B521}"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zh-CN" altLang="en-US"/>
        </a:p>
      </dgm:t>
    </dgm:pt>
    <dgm:pt modelId="{67D0FEE3-7FD5-4971-A1DA-B940D9B9E0D0}">
      <dgm:prSet phldrT="[文本]"/>
      <dgm:spPr/>
      <dgm:t>
        <a:bodyPr/>
        <a:lstStyle/>
        <a:p>
          <a:r>
            <a:rPr lang="zh-CN" altLang="en-US" dirty="0"/>
            <a:t>裁剪</a:t>
          </a:r>
        </a:p>
      </dgm:t>
    </dgm:pt>
    <dgm:pt modelId="{944BDBDD-A167-4B19-9FA6-C21F27714CFC}" type="parTrans" cxnId="{05F917CD-2DEC-40AA-9352-C31B094E1549}">
      <dgm:prSet/>
      <dgm:spPr/>
      <dgm:t>
        <a:bodyPr/>
        <a:lstStyle/>
        <a:p>
          <a:endParaRPr lang="zh-CN" altLang="en-US"/>
        </a:p>
      </dgm:t>
    </dgm:pt>
    <dgm:pt modelId="{7F655986-8702-4F2A-93E1-DB039906FCC9}" type="sibTrans" cxnId="{05F917CD-2DEC-40AA-9352-C31B094E1549}">
      <dgm:prSet/>
      <dgm:spPr/>
      <dgm:t>
        <a:bodyPr/>
        <a:lstStyle/>
        <a:p>
          <a:endParaRPr lang="zh-CN" altLang="en-US"/>
        </a:p>
      </dgm:t>
    </dgm:pt>
    <dgm:pt modelId="{8D85C724-4695-4BB3-9C8D-303B29EC39EE}">
      <dgm:prSet phldrT="[文本]"/>
      <dgm:spPr/>
      <dgm:t>
        <a:bodyPr/>
        <a:lstStyle/>
        <a:p>
          <a:r>
            <a:rPr lang="zh-CN" altLang="en-US" dirty="0"/>
            <a:t>翻转</a:t>
          </a:r>
        </a:p>
      </dgm:t>
    </dgm:pt>
    <dgm:pt modelId="{088BEE7B-060B-484D-8523-611859575AD5}" type="parTrans" cxnId="{22EA03F3-14A0-442C-AD6A-6D1A2F5782B1}">
      <dgm:prSet/>
      <dgm:spPr/>
      <dgm:t>
        <a:bodyPr/>
        <a:lstStyle/>
        <a:p>
          <a:endParaRPr lang="zh-CN" altLang="en-US"/>
        </a:p>
      </dgm:t>
    </dgm:pt>
    <dgm:pt modelId="{4015F20A-B705-4E73-894A-EF14C71380AB}" type="sibTrans" cxnId="{22EA03F3-14A0-442C-AD6A-6D1A2F5782B1}">
      <dgm:prSet/>
      <dgm:spPr/>
      <dgm:t>
        <a:bodyPr/>
        <a:lstStyle/>
        <a:p>
          <a:endParaRPr lang="zh-CN" altLang="en-US"/>
        </a:p>
      </dgm:t>
    </dgm:pt>
    <dgm:pt modelId="{A360B4CE-900D-4FFE-95AB-02602FF0C66E}">
      <dgm:prSet phldrT="[文本]"/>
      <dgm:spPr/>
      <dgm:t>
        <a:bodyPr/>
        <a:lstStyle/>
        <a:p>
          <a:r>
            <a:rPr lang="zh-CN" altLang="en-US" dirty="0"/>
            <a:t>颜色变化</a:t>
          </a:r>
        </a:p>
      </dgm:t>
    </dgm:pt>
    <dgm:pt modelId="{0C19EEB2-08FB-40DD-B1D6-236C2F2EDF58}" type="parTrans" cxnId="{00C3CB63-DADE-41EB-8007-5E515A0B2D9D}">
      <dgm:prSet/>
      <dgm:spPr/>
      <dgm:t>
        <a:bodyPr/>
        <a:lstStyle/>
        <a:p>
          <a:endParaRPr lang="zh-CN" altLang="en-US"/>
        </a:p>
      </dgm:t>
    </dgm:pt>
    <dgm:pt modelId="{A53E9588-7DAE-4456-8A80-C54758F7D42F}" type="sibTrans" cxnId="{00C3CB63-DADE-41EB-8007-5E515A0B2D9D}">
      <dgm:prSet/>
      <dgm:spPr/>
      <dgm:t>
        <a:bodyPr/>
        <a:lstStyle/>
        <a:p>
          <a:endParaRPr lang="zh-CN" altLang="en-US"/>
        </a:p>
      </dgm:t>
    </dgm:pt>
    <dgm:pt modelId="{9835E989-1F6C-4603-B2F7-4AC8A6FB9973}" type="pres">
      <dgm:prSet presAssocID="{941B0D96-45F9-41CC-93FA-7528E8B5B521}" presName="diagram" presStyleCnt="0">
        <dgm:presLayoutVars>
          <dgm:dir/>
          <dgm:resizeHandles val="exact"/>
        </dgm:presLayoutVars>
      </dgm:prSet>
      <dgm:spPr/>
    </dgm:pt>
    <dgm:pt modelId="{EB325FEE-E481-4B60-9F75-761E923C2C7D}" type="pres">
      <dgm:prSet presAssocID="{67D0FEE3-7FD5-4971-A1DA-B940D9B9E0D0}" presName="node" presStyleLbl="node1" presStyleIdx="0" presStyleCnt="3">
        <dgm:presLayoutVars>
          <dgm:bulletEnabled val="1"/>
        </dgm:presLayoutVars>
      </dgm:prSet>
      <dgm:spPr/>
    </dgm:pt>
    <dgm:pt modelId="{7FE1A7BB-0490-4BF2-9BE9-87909AA2970C}" type="pres">
      <dgm:prSet presAssocID="{7F655986-8702-4F2A-93E1-DB039906FCC9}" presName="sibTrans" presStyleCnt="0"/>
      <dgm:spPr/>
    </dgm:pt>
    <dgm:pt modelId="{2B6BF7A3-E8C6-491F-B0AE-5BE0391A2D3B}" type="pres">
      <dgm:prSet presAssocID="{8D85C724-4695-4BB3-9C8D-303B29EC39EE}" presName="node" presStyleLbl="node1" presStyleIdx="1" presStyleCnt="3">
        <dgm:presLayoutVars>
          <dgm:bulletEnabled val="1"/>
        </dgm:presLayoutVars>
      </dgm:prSet>
      <dgm:spPr/>
    </dgm:pt>
    <dgm:pt modelId="{6E2BDB53-DC83-4201-8DB1-D3E1964EED66}" type="pres">
      <dgm:prSet presAssocID="{4015F20A-B705-4E73-894A-EF14C71380AB}" presName="sibTrans" presStyleCnt="0"/>
      <dgm:spPr/>
    </dgm:pt>
    <dgm:pt modelId="{7F642D61-359B-486E-B50E-F9315D46235D}" type="pres">
      <dgm:prSet presAssocID="{A360B4CE-900D-4FFE-95AB-02602FF0C66E}" presName="node" presStyleLbl="node1" presStyleIdx="2" presStyleCnt="3">
        <dgm:presLayoutVars>
          <dgm:bulletEnabled val="1"/>
        </dgm:presLayoutVars>
      </dgm:prSet>
      <dgm:spPr/>
    </dgm:pt>
  </dgm:ptLst>
  <dgm:cxnLst>
    <dgm:cxn modelId="{4014B32A-3265-46A2-9B2A-73B0D664B149}" type="presOf" srcId="{8D85C724-4695-4BB3-9C8D-303B29EC39EE}" destId="{2B6BF7A3-E8C6-491F-B0AE-5BE0391A2D3B}" srcOrd="0" destOrd="0" presId="urn:microsoft.com/office/officeart/2005/8/layout/default"/>
    <dgm:cxn modelId="{09A19B32-EAD0-4670-895B-72B3B40674C0}" type="presOf" srcId="{A360B4CE-900D-4FFE-95AB-02602FF0C66E}" destId="{7F642D61-359B-486E-B50E-F9315D46235D}" srcOrd="0" destOrd="0" presId="urn:microsoft.com/office/officeart/2005/8/layout/default"/>
    <dgm:cxn modelId="{00C3CB63-DADE-41EB-8007-5E515A0B2D9D}" srcId="{941B0D96-45F9-41CC-93FA-7528E8B5B521}" destId="{A360B4CE-900D-4FFE-95AB-02602FF0C66E}" srcOrd="2" destOrd="0" parTransId="{0C19EEB2-08FB-40DD-B1D6-236C2F2EDF58}" sibTransId="{A53E9588-7DAE-4456-8A80-C54758F7D42F}"/>
    <dgm:cxn modelId="{05F917CD-2DEC-40AA-9352-C31B094E1549}" srcId="{941B0D96-45F9-41CC-93FA-7528E8B5B521}" destId="{67D0FEE3-7FD5-4971-A1DA-B940D9B9E0D0}" srcOrd="0" destOrd="0" parTransId="{944BDBDD-A167-4B19-9FA6-C21F27714CFC}" sibTransId="{7F655986-8702-4F2A-93E1-DB039906FCC9}"/>
    <dgm:cxn modelId="{BAA032E2-47CF-4582-9C6A-DC0C7BAE5CD8}" type="presOf" srcId="{941B0D96-45F9-41CC-93FA-7528E8B5B521}" destId="{9835E989-1F6C-4603-B2F7-4AC8A6FB9973}" srcOrd="0" destOrd="0" presId="urn:microsoft.com/office/officeart/2005/8/layout/default"/>
    <dgm:cxn modelId="{7A79E1E2-6321-4AFE-8ED8-8602A0CBF84C}" type="presOf" srcId="{67D0FEE3-7FD5-4971-A1DA-B940D9B9E0D0}" destId="{EB325FEE-E481-4B60-9F75-761E923C2C7D}" srcOrd="0" destOrd="0" presId="urn:microsoft.com/office/officeart/2005/8/layout/default"/>
    <dgm:cxn modelId="{22EA03F3-14A0-442C-AD6A-6D1A2F5782B1}" srcId="{941B0D96-45F9-41CC-93FA-7528E8B5B521}" destId="{8D85C724-4695-4BB3-9C8D-303B29EC39EE}" srcOrd="1" destOrd="0" parTransId="{088BEE7B-060B-484D-8523-611859575AD5}" sibTransId="{4015F20A-B705-4E73-894A-EF14C71380AB}"/>
    <dgm:cxn modelId="{4D1710E3-A147-4F92-9B2C-9DFF5D3E6654}" type="presParOf" srcId="{9835E989-1F6C-4603-B2F7-4AC8A6FB9973}" destId="{EB325FEE-E481-4B60-9F75-761E923C2C7D}" srcOrd="0" destOrd="0" presId="urn:microsoft.com/office/officeart/2005/8/layout/default"/>
    <dgm:cxn modelId="{5AE5ADB1-82DD-4C4D-823C-ED928031CCDB}" type="presParOf" srcId="{9835E989-1F6C-4603-B2F7-4AC8A6FB9973}" destId="{7FE1A7BB-0490-4BF2-9BE9-87909AA2970C}" srcOrd="1" destOrd="0" presId="urn:microsoft.com/office/officeart/2005/8/layout/default"/>
    <dgm:cxn modelId="{13564DFF-D13D-4070-A671-B849248548CA}" type="presParOf" srcId="{9835E989-1F6C-4603-B2F7-4AC8A6FB9973}" destId="{2B6BF7A3-E8C6-491F-B0AE-5BE0391A2D3B}" srcOrd="2" destOrd="0" presId="urn:microsoft.com/office/officeart/2005/8/layout/default"/>
    <dgm:cxn modelId="{6F569B92-49C6-4551-91BA-0730B4AD423E}" type="presParOf" srcId="{9835E989-1F6C-4603-B2F7-4AC8A6FB9973}" destId="{6E2BDB53-DC83-4201-8DB1-D3E1964EED66}" srcOrd="3" destOrd="0" presId="urn:microsoft.com/office/officeart/2005/8/layout/default"/>
    <dgm:cxn modelId="{FB9C09BE-E20C-4F53-AC88-6BBC5FD21B37}" type="presParOf" srcId="{9835E989-1F6C-4603-B2F7-4AC8A6FB9973}" destId="{7F642D61-359B-486E-B50E-F9315D46235D}" srcOrd="4"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A086CF8-D3BD-401A-AA5A-231BDC302F5A}" type="doc">
      <dgm:prSet loTypeId="urn:microsoft.com/office/officeart/2008/layout/AlternatingHexagons" loCatId="list" qsTypeId="urn:microsoft.com/office/officeart/2005/8/quickstyle/simple1" qsCatId="simple" csTypeId="urn:microsoft.com/office/officeart/2005/8/colors/accent1_2" csCatId="accent1" phldr="1"/>
      <dgm:spPr/>
      <dgm:t>
        <a:bodyPr/>
        <a:lstStyle/>
        <a:p>
          <a:endParaRPr lang="zh-CN" altLang="en-US"/>
        </a:p>
      </dgm:t>
    </dgm:pt>
    <dgm:pt modelId="{2143839D-F049-42F7-B55C-769C8FDC9306}">
      <dgm:prSet phldrT="[文本]"/>
      <dgm:spPr/>
      <dgm:t>
        <a:bodyPr/>
        <a:lstStyle/>
        <a:p>
          <a:r>
            <a:rPr lang="zh-CN" altLang="en-US" dirty="0"/>
            <a:t>车辆速度</a:t>
          </a:r>
        </a:p>
      </dgm:t>
    </dgm:pt>
    <dgm:pt modelId="{0E34B30D-1184-41E2-8D63-E8470C4DF769}" type="parTrans" cxnId="{AFE74A2C-EFB1-4577-AA7C-2B84387E0E6E}">
      <dgm:prSet/>
      <dgm:spPr/>
      <dgm:t>
        <a:bodyPr/>
        <a:lstStyle/>
        <a:p>
          <a:endParaRPr lang="zh-CN" altLang="en-US"/>
        </a:p>
      </dgm:t>
    </dgm:pt>
    <dgm:pt modelId="{3248B066-8EAF-4108-AE03-B85439B5E1A6}" type="sibTrans" cxnId="{AFE74A2C-EFB1-4577-AA7C-2B84387E0E6E}">
      <dgm:prSet/>
      <dgm:spPr/>
      <dgm:t>
        <a:bodyPr/>
        <a:lstStyle/>
        <a:p>
          <a:endParaRPr lang="zh-CN" altLang="en-US"/>
        </a:p>
      </dgm:t>
    </dgm:pt>
    <dgm:pt modelId="{1A8BB807-F0A2-4779-817F-F82C0300C66E}">
      <dgm:prSet phldrT="[文本]"/>
      <dgm:spPr/>
      <dgm:t>
        <a:bodyPr/>
        <a:lstStyle/>
        <a:p>
          <a:r>
            <a:rPr lang="zh-CN" altLang="en-US" dirty="0"/>
            <a:t>车辆朝向</a:t>
          </a:r>
        </a:p>
      </dgm:t>
    </dgm:pt>
    <dgm:pt modelId="{D744845B-A1A1-4A01-A062-D403B1568721}" type="parTrans" cxnId="{959B7335-8102-4D6C-83E4-8E90791D9E08}">
      <dgm:prSet/>
      <dgm:spPr/>
      <dgm:t>
        <a:bodyPr/>
        <a:lstStyle/>
        <a:p>
          <a:endParaRPr lang="zh-CN" altLang="en-US"/>
        </a:p>
      </dgm:t>
    </dgm:pt>
    <dgm:pt modelId="{7C2D886B-0FEF-4022-B1C3-FB53A2A6E872}" type="sibTrans" cxnId="{959B7335-8102-4D6C-83E4-8E90791D9E08}">
      <dgm:prSet/>
      <dgm:spPr/>
      <dgm:t>
        <a:bodyPr/>
        <a:lstStyle/>
        <a:p>
          <a:endParaRPr lang="zh-CN" altLang="en-US"/>
        </a:p>
      </dgm:t>
    </dgm:pt>
    <dgm:pt modelId="{628B3695-A2BD-4955-B7A9-52D27959FC81}">
      <dgm:prSet phldrT="[文本]"/>
      <dgm:spPr/>
      <dgm:t>
        <a:bodyPr/>
        <a:lstStyle/>
        <a:p>
          <a:r>
            <a:rPr lang="zh-CN" altLang="en-US" dirty="0"/>
            <a:t>周围车辆</a:t>
          </a:r>
        </a:p>
      </dgm:t>
    </dgm:pt>
    <dgm:pt modelId="{7B54EB9B-2CAE-45CC-A876-2B46729B3B90}" type="parTrans" cxnId="{EB4F89FE-2F3E-441D-9AE2-409D6C9DCD1D}">
      <dgm:prSet/>
      <dgm:spPr/>
      <dgm:t>
        <a:bodyPr/>
        <a:lstStyle/>
        <a:p>
          <a:endParaRPr lang="zh-CN" altLang="en-US"/>
        </a:p>
      </dgm:t>
    </dgm:pt>
    <dgm:pt modelId="{1B82DDB3-2E59-421B-B163-F03C0C4187D5}" type="sibTrans" cxnId="{EB4F89FE-2F3E-441D-9AE2-409D6C9DCD1D}">
      <dgm:prSet/>
      <dgm:spPr/>
      <dgm:t>
        <a:bodyPr/>
        <a:lstStyle/>
        <a:p>
          <a:endParaRPr lang="zh-CN" altLang="en-US"/>
        </a:p>
      </dgm:t>
    </dgm:pt>
    <dgm:pt modelId="{BF00BAF4-3D69-479B-8A23-E0D2126CF090}" type="pres">
      <dgm:prSet presAssocID="{4A086CF8-D3BD-401A-AA5A-231BDC302F5A}" presName="Name0" presStyleCnt="0">
        <dgm:presLayoutVars>
          <dgm:chMax/>
          <dgm:chPref/>
          <dgm:dir/>
          <dgm:animLvl val="lvl"/>
        </dgm:presLayoutVars>
      </dgm:prSet>
      <dgm:spPr/>
    </dgm:pt>
    <dgm:pt modelId="{504F38AE-5137-41FD-B3E9-CEAD5EB66417}" type="pres">
      <dgm:prSet presAssocID="{2143839D-F049-42F7-B55C-769C8FDC9306}" presName="composite" presStyleCnt="0"/>
      <dgm:spPr/>
    </dgm:pt>
    <dgm:pt modelId="{55D1551A-6996-4F81-9C56-5D4CA3D97ACB}" type="pres">
      <dgm:prSet presAssocID="{2143839D-F049-42F7-B55C-769C8FDC9306}" presName="Parent1" presStyleLbl="node1" presStyleIdx="0" presStyleCnt="6">
        <dgm:presLayoutVars>
          <dgm:chMax val="1"/>
          <dgm:chPref val="1"/>
          <dgm:bulletEnabled val="1"/>
        </dgm:presLayoutVars>
      </dgm:prSet>
      <dgm:spPr/>
    </dgm:pt>
    <dgm:pt modelId="{5690EE65-702E-49DD-803B-28D6D5158025}" type="pres">
      <dgm:prSet presAssocID="{2143839D-F049-42F7-B55C-769C8FDC9306}" presName="Childtext1" presStyleLbl="revTx" presStyleIdx="0" presStyleCnt="3">
        <dgm:presLayoutVars>
          <dgm:chMax val="0"/>
          <dgm:chPref val="0"/>
          <dgm:bulletEnabled val="1"/>
        </dgm:presLayoutVars>
      </dgm:prSet>
      <dgm:spPr/>
    </dgm:pt>
    <dgm:pt modelId="{D95AC763-51BC-4FAB-9BB0-03FB28E6081E}" type="pres">
      <dgm:prSet presAssocID="{2143839D-F049-42F7-B55C-769C8FDC9306}" presName="BalanceSpacing" presStyleCnt="0"/>
      <dgm:spPr/>
    </dgm:pt>
    <dgm:pt modelId="{CD00C9C9-8E9D-4ADF-A82A-62C75B94641E}" type="pres">
      <dgm:prSet presAssocID="{2143839D-F049-42F7-B55C-769C8FDC9306}" presName="BalanceSpacing1" presStyleCnt="0"/>
      <dgm:spPr/>
    </dgm:pt>
    <dgm:pt modelId="{5DC761FF-4DA8-4BA2-828F-37BABB5B718E}" type="pres">
      <dgm:prSet presAssocID="{3248B066-8EAF-4108-AE03-B85439B5E1A6}" presName="Accent1Text" presStyleLbl="node1" presStyleIdx="1" presStyleCnt="6"/>
      <dgm:spPr/>
    </dgm:pt>
    <dgm:pt modelId="{0DD14FB3-B3F9-4C6C-9ACF-45208A1688BD}" type="pres">
      <dgm:prSet presAssocID="{3248B066-8EAF-4108-AE03-B85439B5E1A6}" presName="spaceBetweenRectangles" presStyleCnt="0"/>
      <dgm:spPr/>
    </dgm:pt>
    <dgm:pt modelId="{7E19FE8D-C085-4C68-8575-7A018295F3A1}" type="pres">
      <dgm:prSet presAssocID="{1A8BB807-F0A2-4779-817F-F82C0300C66E}" presName="composite" presStyleCnt="0"/>
      <dgm:spPr/>
    </dgm:pt>
    <dgm:pt modelId="{A9ED8D50-4CE7-48B6-8019-EFDBD304C2C5}" type="pres">
      <dgm:prSet presAssocID="{1A8BB807-F0A2-4779-817F-F82C0300C66E}" presName="Parent1" presStyleLbl="node1" presStyleIdx="2" presStyleCnt="6">
        <dgm:presLayoutVars>
          <dgm:chMax val="1"/>
          <dgm:chPref val="1"/>
          <dgm:bulletEnabled val="1"/>
        </dgm:presLayoutVars>
      </dgm:prSet>
      <dgm:spPr/>
    </dgm:pt>
    <dgm:pt modelId="{E8EBDF3A-CE6C-4594-AE9A-C521A0960B36}" type="pres">
      <dgm:prSet presAssocID="{1A8BB807-F0A2-4779-817F-F82C0300C66E}" presName="Childtext1" presStyleLbl="revTx" presStyleIdx="1" presStyleCnt="3">
        <dgm:presLayoutVars>
          <dgm:chMax val="0"/>
          <dgm:chPref val="0"/>
          <dgm:bulletEnabled val="1"/>
        </dgm:presLayoutVars>
      </dgm:prSet>
      <dgm:spPr/>
    </dgm:pt>
    <dgm:pt modelId="{9698EBB2-D90C-4BD7-8215-F6490EE21B22}" type="pres">
      <dgm:prSet presAssocID="{1A8BB807-F0A2-4779-817F-F82C0300C66E}" presName="BalanceSpacing" presStyleCnt="0"/>
      <dgm:spPr/>
    </dgm:pt>
    <dgm:pt modelId="{0F570251-8940-4180-9C00-DCB3C4768984}" type="pres">
      <dgm:prSet presAssocID="{1A8BB807-F0A2-4779-817F-F82C0300C66E}" presName="BalanceSpacing1" presStyleCnt="0"/>
      <dgm:spPr/>
    </dgm:pt>
    <dgm:pt modelId="{BD560D31-9E47-4A86-A4AC-FA040646C750}" type="pres">
      <dgm:prSet presAssocID="{7C2D886B-0FEF-4022-B1C3-FB53A2A6E872}" presName="Accent1Text" presStyleLbl="node1" presStyleIdx="3" presStyleCnt="6"/>
      <dgm:spPr/>
    </dgm:pt>
    <dgm:pt modelId="{5E51A4AB-C43E-4697-9B1B-744D40B91F93}" type="pres">
      <dgm:prSet presAssocID="{7C2D886B-0FEF-4022-B1C3-FB53A2A6E872}" presName="spaceBetweenRectangles" presStyleCnt="0"/>
      <dgm:spPr/>
    </dgm:pt>
    <dgm:pt modelId="{E4C731B9-BE23-4782-BFA2-05060A63E69D}" type="pres">
      <dgm:prSet presAssocID="{628B3695-A2BD-4955-B7A9-52D27959FC81}" presName="composite" presStyleCnt="0"/>
      <dgm:spPr/>
    </dgm:pt>
    <dgm:pt modelId="{8F1F8387-7305-4C5E-A59C-20B6ACDB9C26}" type="pres">
      <dgm:prSet presAssocID="{628B3695-A2BD-4955-B7A9-52D27959FC81}" presName="Parent1" presStyleLbl="node1" presStyleIdx="4" presStyleCnt="6">
        <dgm:presLayoutVars>
          <dgm:chMax val="1"/>
          <dgm:chPref val="1"/>
          <dgm:bulletEnabled val="1"/>
        </dgm:presLayoutVars>
      </dgm:prSet>
      <dgm:spPr/>
    </dgm:pt>
    <dgm:pt modelId="{B4B344DB-0E78-45B1-B5E6-2CD638A88590}" type="pres">
      <dgm:prSet presAssocID="{628B3695-A2BD-4955-B7A9-52D27959FC81}" presName="Childtext1" presStyleLbl="revTx" presStyleIdx="2" presStyleCnt="3">
        <dgm:presLayoutVars>
          <dgm:chMax val="0"/>
          <dgm:chPref val="0"/>
          <dgm:bulletEnabled val="1"/>
        </dgm:presLayoutVars>
      </dgm:prSet>
      <dgm:spPr/>
    </dgm:pt>
    <dgm:pt modelId="{523E65A7-1B37-4537-8975-E8FF9AD3A21F}" type="pres">
      <dgm:prSet presAssocID="{628B3695-A2BD-4955-B7A9-52D27959FC81}" presName="BalanceSpacing" presStyleCnt="0"/>
      <dgm:spPr/>
    </dgm:pt>
    <dgm:pt modelId="{A7BE82E4-88D0-4A6C-955A-3502BA7BFE9E}" type="pres">
      <dgm:prSet presAssocID="{628B3695-A2BD-4955-B7A9-52D27959FC81}" presName="BalanceSpacing1" presStyleCnt="0"/>
      <dgm:spPr/>
    </dgm:pt>
    <dgm:pt modelId="{C6FDFC14-39C1-46BC-9FD5-62A2AC59BCAD}" type="pres">
      <dgm:prSet presAssocID="{1B82DDB3-2E59-421B-B163-F03C0C4187D5}" presName="Accent1Text" presStyleLbl="node1" presStyleIdx="5" presStyleCnt="6"/>
      <dgm:spPr/>
    </dgm:pt>
  </dgm:ptLst>
  <dgm:cxnLst>
    <dgm:cxn modelId="{452EF629-57DB-42D5-B967-A0371FE53937}" type="presOf" srcId="{4A086CF8-D3BD-401A-AA5A-231BDC302F5A}" destId="{BF00BAF4-3D69-479B-8A23-E0D2126CF090}" srcOrd="0" destOrd="0" presId="urn:microsoft.com/office/officeart/2008/layout/AlternatingHexagons"/>
    <dgm:cxn modelId="{AFE74A2C-EFB1-4577-AA7C-2B84387E0E6E}" srcId="{4A086CF8-D3BD-401A-AA5A-231BDC302F5A}" destId="{2143839D-F049-42F7-B55C-769C8FDC9306}" srcOrd="0" destOrd="0" parTransId="{0E34B30D-1184-41E2-8D63-E8470C4DF769}" sibTransId="{3248B066-8EAF-4108-AE03-B85439B5E1A6}"/>
    <dgm:cxn modelId="{959B7335-8102-4D6C-83E4-8E90791D9E08}" srcId="{4A086CF8-D3BD-401A-AA5A-231BDC302F5A}" destId="{1A8BB807-F0A2-4779-817F-F82C0300C66E}" srcOrd="1" destOrd="0" parTransId="{D744845B-A1A1-4A01-A062-D403B1568721}" sibTransId="{7C2D886B-0FEF-4022-B1C3-FB53A2A6E872}"/>
    <dgm:cxn modelId="{4A63B25B-6942-4485-8753-11E2BC926B68}" type="presOf" srcId="{7C2D886B-0FEF-4022-B1C3-FB53A2A6E872}" destId="{BD560D31-9E47-4A86-A4AC-FA040646C750}" srcOrd="0" destOrd="0" presId="urn:microsoft.com/office/officeart/2008/layout/AlternatingHexagons"/>
    <dgm:cxn modelId="{380A1C43-C724-4A9C-832A-76F4B8875C5B}" type="presOf" srcId="{3248B066-8EAF-4108-AE03-B85439B5E1A6}" destId="{5DC761FF-4DA8-4BA2-828F-37BABB5B718E}" srcOrd="0" destOrd="0" presId="urn:microsoft.com/office/officeart/2008/layout/AlternatingHexagons"/>
    <dgm:cxn modelId="{2B78886C-BBBE-49FE-A92A-EB1E23F45F90}" type="presOf" srcId="{1B82DDB3-2E59-421B-B163-F03C0C4187D5}" destId="{C6FDFC14-39C1-46BC-9FD5-62A2AC59BCAD}" srcOrd="0" destOrd="0" presId="urn:microsoft.com/office/officeart/2008/layout/AlternatingHexagons"/>
    <dgm:cxn modelId="{9B2E299A-8C7E-4C6A-AC12-B2D22F39B0CD}" type="presOf" srcId="{628B3695-A2BD-4955-B7A9-52D27959FC81}" destId="{8F1F8387-7305-4C5E-A59C-20B6ACDB9C26}" srcOrd="0" destOrd="0" presId="urn:microsoft.com/office/officeart/2008/layout/AlternatingHexagons"/>
    <dgm:cxn modelId="{734256C4-A111-46C2-9AD7-420CC398F105}" type="presOf" srcId="{2143839D-F049-42F7-B55C-769C8FDC9306}" destId="{55D1551A-6996-4F81-9C56-5D4CA3D97ACB}" srcOrd="0" destOrd="0" presId="urn:microsoft.com/office/officeart/2008/layout/AlternatingHexagons"/>
    <dgm:cxn modelId="{CA6DCBDC-7C37-4302-B62F-E8B5EEE3E423}" type="presOf" srcId="{1A8BB807-F0A2-4779-817F-F82C0300C66E}" destId="{A9ED8D50-4CE7-48B6-8019-EFDBD304C2C5}" srcOrd="0" destOrd="0" presId="urn:microsoft.com/office/officeart/2008/layout/AlternatingHexagons"/>
    <dgm:cxn modelId="{EB4F89FE-2F3E-441D-9AE2-409D6C9DCD1D}" srcId="{4A086CF8-D3BD-401A-AA5A-231BDC302F5A}" destId="{628B3695-A2BD-4955-B7A9-52D27959FC81}" srcOrd="2" destOrd="0" parTransId="{7B54EB9B-2CAE-45CC-A876-2B46729B3B90}" sibTransId="{1B82DDB3-2E59-421B-B163-F03C0C4187D5}"/>
    <dgm:cxn modelId="{07DA82C0-F984-435B-B3D4-115D43FCAF74}" type="presParOf" srcId="{BF00BAF4-3D69-479B-8A23-E0D2126CF090}" destId="{504F38AE-5137-41FD-B3E9-CEAD5EB66417}" srcOrd="0" destOrd="0" presId="urn:microsoft.com/office/officeart/2008/layout/AlternatingHexagons"/>
    <dgm:cxn modelId="{384BC909-FF2D-45C2-9522-5DAC67640CA4}" type="presParOf" srcId="{504F38AE-5137-41FD-B3E9-CEAD5EB66417}" destId="{55D1551A-6996-4F81-9C56-5D4CA3D97ACB}" srcOrd="0" destOrd="0" presId="urn:microsoft.com/office/officeart/2008/layout/AlternatingHexagons"/>
    <dgm:cxn modelId="{3F8D2D69-02E7-4F3C-90A7-EAC4BC98680A}" type="presParOf" srcId="{504F38AE-5137-41FD-B3E9-CEAD5EB66417}" destId="{5690EE65-702E-49DD-803B-28D6D5158025}" srcOrd="1" destOrd="0" presId="urn:microsoft.com/office/officeart/2008/layout/AlternatingHexagons"/>
    <dgm:cxn modelId="{E4C260B2-D535-4408-9BC8-2FEAF9BE8B28}" type="presParOf" srcId="{504F38AE-5137-41FD-B3E9-CEAD5EB66417}" destId="{D95AC763-51BC-4FAB-9BB0-03FB28E6081E}" srcOrd="2" destOrd="0" presId="urn:microsoft.com/office/officeart/2008/layout/AlternatingHexagons"/>
    <dgm:cxn modelId="{048F8206-D8A7-471A-A660-6A14D53C5782}" type="presParOf" srcId="{504F38AE-5137-41FD-B3E9-CEAD5EB66417}" destId="{CD00C9C9-8E9D-4ADF-A82A-62C75B94641E}" srcOrd="3" destOrd="0" presId="urn:microsoft.com/office/officeart/2008/layout/AlternatingHexagons"/>
    <dgm:cxn modelId="{B62E59D2-6F41-404E-BF65-2A058A5597B3}" type="presParOf" srcId="{504F38AE-5137-41FD-B3E9-CEAD5EB66417}" destId="{5DC761FF-4DA8-4BA2-828F-37BABB5B718E}" srcOrd="4" destOrd="0" presId="urn:microsoft.com/office/officeart/2008/layout/AlternatingHexagons"/>
    <dgm:cxn modelId="{581C3CF4-0771-4230-B3FF-A450E0CA4D68}" type="presParOf" srcId="{BF00BAF4-3D69-479B-8A23-E0D2126CF090}" destId="{0DD14FB3-B3F9-4C6C-9ACF-45208A1688BD}" srcOrd="1" destOrd="0" presId="urn:microsoft.com/office/officeart/2008/layout/AlternatingHexagons"/>
    <dgm:cxn modelId="{2117C93B-0FC9-4F99-9B5B-BFC24023D18A}" type="presParOf" srcId="{BF00BAF4-3D69-479B-8A23-E0D2126CF090}" destId="{7E19FE8D-C085-4C68-8575-7A018295F3A1}" srcOrd="2" destOrd="0" presId="urn:microsoft.com/office/officeart/2008/layout/AlternatingHexagons"/>
    <dgm:cxn modelId="{41097C8C-A5F0-4AE1-8D49-02581292A422}" type="presParOf" srcId="{7E19FE8D-C085-4C68-8575-7A018295F3A1}" destId="{A9ED8D50-4CE7-48B6-8019-EFDBD304C2C5}" srcOrd="0" destOrd="0" presId="urn:microsoft.com/office/officeart/2008/layout/AlternatingHexagons"/>
    <dgm:cxn modelId="{4CA88E08-2342-47BA-91C9-45D4E7B551C8}" type="presParOf" srcId="{7E19FE8D-C085-4C68-8575-7A018295F3A1}" destId="{E8EBDF3A-CE6C-4594-AE9A-C521A0960B36}" srcOrd="1" destOrd="0" presId="urn:microsoft.com/office/officeart/2008/layout/AlternatingHexagons"/>
    <dgm:cxn modelId="{2883B884-2B7A-4B2B-8F19-A744CFCD9F70}" type="presParOf" srcId="{7E19FE8D-C085-4C68-8575-7A018295F3A1}" destId="{9698EBB2-D90C-4BD7-8215-F6490EE21B22}" srcOrd="2" destOrd="0" presId="urn:microsoft.com/office/officeart/2008/layout/AlternatingHexagons"/>
    <dgm:cxn modelId="{BBFD7FC8-61FE-490A-8EF8-C3DB34BF5220}" type="presParOf" srcId="{7E19FE8D-C085-4C68-8575-7A018295F3A1}" destId="{0F570251-8940-4180-9C00-DCB3C4768984}" srcOrd="3" destOrd="0" presId="urn:microsoft.com/office/officeart/2008/layout/AlternatingHexagons"/>
    <dgm:cxn modelId="{80851355-9AC8-4996-8182-C84BDAC2957D}" type="presParOf" srcId="{7E19FE8D-C085-4C68-8575-7A018295F3A1}" destId="{BD560D31-9E47-4A86-A4AC-FA040646C750}" srcOrd="4" destOrd="0" presId="urn:microsoft.com/office/officeart/2008/layout/AlternatingHexagons"/>
    <dgm:cxn modelId="{C3135D80-F769-4979-A087-879CBC2A3C27}" type="presParOf" srcId="{BF00BAF4-3D69-479B-8A23-E0D2126CF090}" destId="{5E51A4AB-C43E-4697-9B1B-744D40B91F93}" srcOrd="3" destOrd="0" presId="urn:microsoft.com/office/officeart/2008/layout/AlternatingHexagons"/>
    <dgm:cxn modelId="{00742B9F-4056-4F43-BACE-C4DE5214D7C9}" type="presParOf" srcId="{BF00BAF4-3D69-479B-8A23-E0D2126CF090}" destId="{E4C731B9-BE23-4782-BFA2-05060A63E69D}" srcOrd="4" destOrd="0" presId="urn:microsoft.com/office/officeart/2008/layout/AlternatingHexagons"/>
    <dgm:cxn modelId="{B823242E-A798-4F57-9679-D386F1F30ADA}" type="presParOf" srcId="{E4C731B9-BE23-4782-BFA2-05060A63E69D}" destId="{8F1F8387-7305-4C5E-A59C-20B6ACDB9C26}" srcOrd="0" destOrd="0" presId="urn:microsoft.com/office/officeart/2008/layout/AlternatingHexagons"/>
    <dgm:cxn modelId="{2EA37F41-DBD9-45DD-9E53-82F29623135E}" type="presParOf" srcId="{E4C731B9-BE23-4782-BFA2-05060A63E69D}" destId="{B4B344DB-0E78-45B1-B5E6-2CD638A88590}" srcOrd="1" destOrd="0" presId="urn:microsoft.com/office/officeart/2008/layout/AlternatingHexagons"/>
    <dgm:cxn modelId="{B3295C2E-4599-482D-9C04-773CBBD3D774}" type="presParOf" srcId="{E4C731B9-BE23-4782-BFA2-05060A63E69D}" destId="{523E65A7-1B37-4537-8975-E8FF9AD3A21F}" srcOrd="2" destOrd="0" presId="urn:microsoft.com/office/officeart/2008/layout/AlternatingHexagons"/>
    <dgm:cxn modelId="{91389E48-7B47-4900-94F5-DA628F843924}" type="presParOf" srcId="{E4C731B9-BE23-4782-BFA2-05060A63E69D}" destId="{A7BE82E4-88D0-4A6C-955A-3502BA7BFE9E}" srcOrd="3" destOrd="0" presId="urn:microsoft.com/office/officeart/2008/layout/AlternatingHexagons"/>
    <dgm:cxn modelId="{331B996E-026F-4F58-8568-1D51C4BA8C55}" type="presParOf" srcId="{E4C731B9-BE23-4782-BFA2-05060A63E69D}" destId="{C6FDFC14-39C1-46BC-9FD5-62A2AC59BCAD}" srcOrd="4" destOrd="0" presId="urn:microsoft.com/office/officeart/2008/layout/AlternatingHexagons"/>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AC43991-B3A6-4D52-9816-2965912BBE61}"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zh-CN" altLang="en-US"/>
        </a:p>
      </dgm:t>
    </dgm:pt>
    <dgm:pt modelId="{A50D1264-B7AA-4939-AD4A-FC3FC57FE827}">
      <dgm:prSet phldrT="[文本]"/>
      <dgm:spPr/>
      <dgm:t>
        <a:bodyPr/>
        <a:lstStyle/>
        <a:p>
          <a:r>
            <a:rPr lang="zh-CN" altLang="en-US" dirty="0"/>
            <a:t>可实施操作</a:t>
          </a:r>
        </a:p>
      </dgm:t>
    </dgm:pt>
    <dgm:pt modelId="{925371B9-9D2E-4336-8AB7-DF21DE83882E}" type="parTrans" cxnId="{ADC435B6-5C86-40AB-BC44-F9998578B138}">
      <dgm:prSet/>
      <dgm:spPr/>
      <dgm:t>
        <a:bodyPr/>
        <a:lstStyle/>
        <a:p>
          <a:endParaRPr lang="zh-CN" altLang="en-US"/>
        </a:p>
      </dgm:t>
    </dgm:pt>
    <dgm:pt modelId="{E71FBFDB-6876-4266-86A0-0068C1F9D8D0}" type="sibTrans" cxnId="{ADC435B6-5C86-40AB-BC44-F9998578B138}">
      <dgm:prSet/>
      <dgm:spPr/>
      <dgm:t>
        <a:bodyPr/>
        <a:lstStyle/>
        <a:p>
          <a:endParaRPr lang="zh-CN" altLang="en-US"/>
        </a:p>
      </dgm:t>
    </dgm:pt>
    <dgm:pt modelId="{F07DA599-AAB2-428A-9648-46EF9687C607}">
      <dgm:prSet phldrT="[文本]"/>
      <dgm:spPr/>
      <dgm:t>
        <a:bodyPr/>
        <a:lstStyle/>
        <a:p>
          <a:pPr>
            <a:buAutoNum type="arabicPeriod"/>
          </a:pPr>
          <a:r>
            <a:rPr lang="zh-CN" altLang="en-US" dirty="0"/>
            <a:t>交通信号灯翻转</a:t>
          </a:r>
        </a:p>
      </dgm:t>
    </dgm:pt>
    <dgm:pt modelId="{7A405585-9C86-40AF-9AD5-C205A84939DD}" type="parTrans" cxnId="{3C5A3FB2-C070-4FF5-BADF-99FABDE1FEE0}">
      <dgm:prSet/>
      <dgm:spPr/>
      <dgm:t>
        <a:bodyPr/>
        <a:lstStyle/>
        <a:p>
          <a:endParaRPr lang="zh-CN" altLang="en-US"/>
        </a:p>
      </dgm:t>
    </dgm:pt>
    <dgm:pt modelId="{D277F7B0-7FCC-46D4-B375-C127E00C49CC}" type="sibTrans" cxnId="{3C5A3FB2-C070-4FF5-BADF-99FABDE1FEE0}">
      <dgm:prSet/>
      <dgm:spPr/>
      <dgm:t>
        <a:bodyPr/>
        <a:lstStyle/>
        <a:p>
          <a:endParaRPr lang="zh-CN" altLang="en-US"/>
        </a:p>
      </dgm:t>
    </dgm:pt>
    <dgm:pt modelId="{E54084DF-8732-4262-A764-F2AF3E6C7B90}">
      <dgm:prSet phldrT="[文本]"/>
      <dgm:spPr/>
      <dgm:t>
        <a:bodyPr/>
        <a:lstStyle/>
        <a:p>
          <a:pPr>
            <a:buAutoNum type="arabicPeriod"/>
          </a:pPr>
          <a:r>
            <a:rPr lang="zh-CN" altLang="en-US" dirty="0"/>
            <a:t>前车与交互车辆丢弃</a:t>
          </a:r>
        </a:p>
      </dgm:t>
    </dgm:pt>
    <dgm:pt modelId="{A9FD3F09-81BC-467A-906B-DA734460D841}" type="parTrans" cxnId="{97E81391-AC97-4D66-A61C-CFC14EFB5926}">
      <dgm:prSet/>
      <dgm:spPr/>
      <dgm:t>
        <a:bodyPr/>
        <a:lstStyle/>
        <a:p>
          <a:endParaRPr lang="zh-CN" altLang="en-US"/>
        </a:p>
      </dgm:t>
    </dgm:pt>
    <dgm:pt modelId="{61309618-F237-4868-A8DF-774E2F87ECD0}" type="sibTrans" cxnId="{97E81391-AC97-4D66-A61C-CFC14EFB5926}">
      <dgm:prSet/>
      <dgm:spPr/>
      <dgm:t>
        <a:bodyPr/>
        <a:lstStyle/>
        <a:p>
          <a:endParaRPr lang="zh-CN" altLang="en-US"/>
        </a:p>
      </dgm:t>
    </dgm:pt>
    <dgm:pt modelId="{51F349A8-E84C-4CE2-8E7E-240D1F0A633B}">
      <dgm:prSet phldrT="[文本]"/>
      <dgm:spPr/>
      <dgm:t>
        <a:bodyPr/>
        <a:lstStyle/>
        <a:p>
          <a:pPr>
            <a:buAutoNum type="arabicPeriod"/>
          </a:pPr>
          <a:r>
            <a:rPr lang="zh-CN" altLang="en-US" dirty="0"/>
            <a:t>前车插入</a:t>
          </a:r>
        </a:p>
      </dgm:t>
    </dgm:pt>
    <dgm:pt modelId="{FC833995-5732-4D9B-A72F-309666386C2D}" type="parTrans" cxnId="{36A72AB0-735C-44DA-BA0E-CA674F81A9CA}">
      <dgm:prSet/>
      <dgm:spPr/>
      <dgm:t>
        <a:bodyPr/>
        <a:lstStyle/>
        <a:p>
          <a:endParaRPr lang="zh-CN" altLang="en-US"/>
        </a:p>
      </dgm:t>
    </dgm:pt>
    <dgm:pt modelId="{CDF87902-5DD5-4715-B004-74E89242BA76}" type="sibTrans" cxnId="{36A72AB0-735C-44DA-BA0E-CA674F81A9CA}">
      <dgm:prSet/>
      <dgm:spPr/>
      <dgm:t>
        <a:bodyPr/>
        <a:lstStyle/>
        <a:p>
          <a:endParaRPr lang="zh-CN" altLang="en-US"/>
        </a:p>
      </dgm:t>
    </dgm:pt>
    <dgm:pt modelId="{947A5683-8607-45D0-8CB2-266F4D4A82A3}" type="pres">
      <dgm:prSet presAssocID="{EAC43991-B3A6-4D52-9816-2965912BBE61}" presName="Name0" presStyleCnt="0">
        <dgm:presLayoutVars>
          <dgm:chPref val="1"/>
          <dgm:dir/>
          <dgm:animOne val="branch"/>
          <dgm:animLvl val="lvl"/>
          <dgm:resizeHandles val="exact"/>
        </dgm:presLayoutVars>
      </dgm:prSet>
      <dgm:spPr/>
    </dgm:pt>
    <dgm:pt modelId="{A82B86D0-39F1-41BE-8C3A-55D690BDA175}" type="pres">
      <dgm:prSet presAssocID="{A50D1264-B7AA-4939-AD4A-FC3FC57FE827}" presName="root1" presStyleCnt="0"/>
      <dgm:spPr/>
    </dgm:pt>
    <dgm:pt modelId="{5D2E60EA-F6A8-4F62-BE9D-39313DF1106F}" type="pres">
      <dgm:prSet presAssocID="{A50D1264-B7AA-4939-AD4A-FC3FC57FE827}" presName="LevelOneTextNode" presStyleLbl="node0" presStyleIdx="0" presStyleCnt="1">
        <dgm:presLayoutVars>
          <dgm:chPref val="3"/>
        </dgm:presLayoutVars>
      </dgm:prSet>
      <dgm:spPr/>
    </dgm:pt>
    <dgm:pt modelId="{FC33E5FB-FC1C-4299-934B-C50D172F8312}" type="pres">
      <dgm:prSet presAssocID="{A50D1264-B7AA-4939-AD4A-FC3FC57FE827}" presName="level2hierChild" presStyleCnt="0"/>
      <dgm:spPr/>
    </dgm:pt>
    <dgm:pt modelId="{EB41515A-AFC9-4FEC-A71A-D3EC0CEF6FD5}" type="pres">
      <dgm:prSet presAssocID="{7A405585-9C86-40AF-9AD5-C205A84939DD}" presName="conn2-1" presStyleLbl="parChTrans1D2" presStyleIdx="0" presStyleCnt="3"/>
      <dgm:spPr/>
    </dgm:pt>
    <dgm:pt modelId="{C792FDA3-2137-4E41-BF3A-0FF9240EDF6A}" type="pres">
      <dgm:prSet presAssocID="{7A405585-9C86-40AF-9AD5-C205A84939DD}" presName="connTx" presStyleLbl="parChTrans1D2" presStyleIdx="0" presStyleCnt="3"/>
      <dgm:spPr/>
    </dgm:pt>
    <dgm:pt modelId="{11BD0295-F2DC-4D91-87A8-614A6A546ED5}" type="pres">
      <dgm:prSet presAssocID="{F07DA599-AAB2-428A-9648-46EF9687C607}" presName="root2" presStyleCnt="0"/>
      <dgm:spPr/>
    </dgm:pt>
    <dgm:pt modelId="{E6C7F806-E5BF-4CF3-BDBC-317C1ABC7CE2}" type="pres">
      <dgm:prSet presAssocID="{F07DA599-AAB2-428A-9648-46EF9687C607}" presName="LevelTwoTextNode" presStyleLbl="node2" presStyleIdx="0" presStyleCnt="3">
        <dgm:presLayoutVars>
          <dgm:chPref val="3"/>
        </dgm:presLayoutVars>
      </dgm:prSet>
      <dgm:spPr/>
    </dgm:pt>
    <dgm:pt modelId="{32D2BF95-C435-4EDA-8F21-6BB4C7A1C760}" type="pres">
      <dgm:prSet presAssocID="{F07DA599-AAB2-428A-9648-46EF9687C607}" presName="level3hierChild" presStyleCnt="0"/>
      <dgm:spPr/>
    </dgm:pt>
    <dgm:pt modelId="{EE9E2E01-A966-406A-9112-EB96F3EC724C}" type="pres">
      <dgm:prSet presAssocID="{A9FD3F09-81BC-467A-906B-DA734460D841}" presName="conn2-1" presStyleLbl="parChTrans1D2" presStyleIdx="1" presStyleCnt="3"/>
      <dgm:spPr/>
    </dgm:pt>
    <dgm:pt modelId="{1CB6E336-A392-46E1-8040-12FA60995F7C}" type="pres">
      <dgm:prSet presAssocID="{A9FD3F09-81BC-467A-906B-DA734460D841}" presName="connTx" presStyleLbl="parChTrans1D2" presStyleIdx="1" presStyleCnt="3"/>
      <dgm:spPr/>
    </dgm:pt>
    <dgm:pt modelId="{D5D7D07F-FFF5-472A-BA6F-45627A4F1640}" type="pres">
      <dgm:prSet presAssocID="{E54084DF-8732-4262-A764-F2AF3E6C7B90}" presName="root2" presStyleCnt="0"/>
      <dgm:spPr/>
    </dgm:pt>
    <dgm:pt modelId="{5AEB9DC1-93AE-4A6A-BD0F-05922E11737A}" type="pres">
      <dgm:prSet presAssocID="{E54084DF-8732-4262-A764-F2AF3E6C7B90}" presName="LevelTwoTextNode" presStyleLbl="node2" presStyleIdx="1" presStyleCnt="3">
        <dgm:presLayoutVars>
          <dgm:chPref val="3"/>
        </dgm:presLayoutVars>
      </dgm:prSet>
      <dgm:spPr/>
    </dgm:pt>
    <dgm:pt modelId="{1154FA93-827B-4F49-A42F-6B48DABCEDDD}" type="pres">
      <dgm:prSet presAssocID="{E54084DF-8732-4262-A764-F2AF3E6C7B90}" presName="level3hierChild" presStyleCnt="0"/>
      <dgm:spPr/>
    </dgm:pt>
    <dgm:pt modelId="{84566457-E067-4AF7-B64F-FB995F1031BD}" type="pres">
      <dgm:prSet presAssocID="{FC833995-5732-4D9B-A72F-309666386C2D}" presName="conn2-1" presStyleLbl="parChTrans1D2" presStyleIdx="2" presStyleCnt="3"/>
      <dgm:spPr/>
    </dgm:pt>
    <dgm:pt modelId="{DDE15A35-DB4B-4A13-8DDB-69B069037319}" type="pres">
      <dgm:prSet presAssocID="{FC833995-5732-4D9B-A72F-309666386C2D}" presName="connTx" presStyleLbl="parChTrans1D2" presStyleIdx="2" presStyleCnt="3"/>
      <dgm:spPr/>
    </dgm:pt>
    <dgm:pt modelId="{7653BDDE-5572-4492-AEDA-F39E74893DE0}" type="pres">
      <dgm:prSet presAssocID="{51F349A8-E84C-4CE2-8E7E-240D1F0A633B}" presName="root2" presStyleCnt="0"/>
      <dgm:spPr/>
    </dgm:pt>
    <dgm:pt modelId="{0D64B4AC-E823-4D5F-AA21-94DA18662ED1}" type="pres">
      <dgm:prSet presAssocID="{51F349A8-E84C-4CE2-8E7E-240D1F0A633B}" presName="LevelTwoTextNode" presStyleLbl="node2" presStyleIdx="2" presStyleCnt="3">
        <dgm:presLayoutVars>
          <dgm:chPref val="3"/>
        </dgm:presLayoutVars>
      </dgm:prSet>
      <dgm:spPr/>
    </dgm:pt>
    <dgm:pt modelId="{2B70E7BC-1BD1-4796-9BD8-DDF0F4D6256E}" type="pres">
      <dgm:prSet presAssocID="{51F349A8-E84C-4CE2-8E7E-240D1F0A633B}" presName="level3hierChild" presStyleCnt="0"/>
      <dgm:spPr/>
    </dgm:pt>
  </dgm:ptLst>
  <dgm:cxnLst>
    <dgm:cxn modelId="{F27F4104-4394-4F7F-89EA-5C975B89F0D4}" type="presOf" srcId="{A9FD3F09-81BC-467A-906B-DA734460D841}" destId="{EE9E2E01-A966-406A-9112-EB96F3EC724C}" srcOrd="0" destOrd="0" presId="urn:microsoft.com/office/officeart/2008/layout/HorizontalMultiLevelHierarchy"/>
    <dgm:cxn modelId="{7919F515-2CB5-46FA-8180-0AAF0C5A39FF}" type="presOf" srcId="{7A405585-9C86-40AF-9AD5-C205A84939DD}" destId="{C792FDA3-2137-4E41-BF3A-0FF9240EDF6A}" srcOrd="1" destOrd="0" presId="urn:microsoft.com/office/officeart/2008/layout/HorizontalMultiLevelHierarchy"/>
    <dgm:cxn modelId="{71EBF72F-80FD-4F9C-B102-5895E1058E67}" type="presOf" srcId="{FC833995-5732-4D9B-A72F-309666386C2D}" destId="{84566457-E067-4AF7-B64F-FB995F1031BD}" srcOrd="0" destOrd="0" presId="urn:microsoft.com/office/officeart/2008/layout/HorizontalMultiLevelHierarchy"/>
    <dgm:cxn modelId="{BAD14230-F257-40EF-9AC7-25EC362AD7A5}" type="presOf" srcId="{F07DA599-AAB2-428A-9648-46EF9687C607}" destId="{E6C7F806-E5BF-4CF3-BDBC-317C1ABC7CE2}" srcOrd="0" destOrd="0" presId="urn:microsoft.com/office/officeart/2008/layout/HorizontalMultiLevelHierarchy"/>
    <dgm:cxn modelId="{B038C348-E1B3-4707-8B4A-9D9CA6465484}" type="presOf" srcId="{EAC43991-B3A6-4D52-9816-2965912BBE61}" destId="{947A5683-8607-45D0-8CB2-266F4D4A82A3}" srcOrd="0" destOrd="0" presId="urn:microsoft.com/office/officeart/2008/layout/HorizontalMultiLevelHierarchy"/>
    <dgm:cxn modelId="{4D17B87D-A9CA-4829-A619-F32CB0FA51E2}" type="presOf" srcId="{51F349A8-E84C-4CE2-8E7E-240D1F0A633B}" destId="{0D64B4AC-E823-4D5F-AA21-94DA18662ED1}" srcOrd="0" destOrd="0" presId="urn:microsoft.com/office/officeart/2008/layout/HorizontalMultiLevelHierarchy"/>
    <dgm:cxn modelId="{14F87E87-82B0-4839-8B9C-2C2B930EF369}" type="presOf" srcId="{A9FD3F09-81BC-467A-906B-DA734460D841}" destId="{1CB6E336-A392-46E1-8040-12FA60995F7C}" srcOrd="1" destOrd="0" presId="urn:microsoft.com/office/officeart/2008/layout/HorizontalMultiLevelHierarchy"/>
    <dgm:cxn modelId="{1360398C-0416-40FE-9FE9-BDDE90E23357}" type="presOf" srcId="{A50D1264-B7AA-4939-AD4A-FC3FC57FE827}" destId="{5D2E60EA-F6A8-4F62-BE9D-39313DF1106F}" srcOrd="0" destOrd="0" presId="urn:microsoft.com/office/officeart/2008/layout/HorizontalMultiLevelHierarchy"/>
    <dgm:cxn modelId="{7ECDC890-15B1-4B46-BC73-DD3759C31AFF}" type="presOf" srcId="{FC833995-5732-4D9B-A72F-309666386C2D}" destId="{DDE15A35-DB4B-4A13-8DDB-69B069037319}" srcOrd="1" destOrd="0" presId="urn:microsoft.com/office/officeart/2008/layout/HorizontalMultiLevelHierarchy"/>
    <dgm:cxn modelId="{97E81391-AC97-4D66-A61C-CFC14EFB5926}" srcId="{A50D1264-B7AA-4939-AD4A-FC3FC57FE827}" destId="{E54084DF-8732-4262-A764-F2AF3E6C7B90}" srcOrd="1" destOrd="0" parTransId="{A9FD3F09-81BC-467A-906B-DA734460D841}" sibTransId="{61309618-F237-4868-A8DF-774E2F87ECD0}"/>
    <dgm:cxn modelId="{0C9FB2A3-5221-4C59-84E2-3EE104AEEFA9}" type="presOf" srcId="{E54084DF-8732-4262-A764-F2AF3E6C7B90}" destId="{5AEB9DC1-93AE-4A6A-BD0F-05922E11737A}" srcOrd="0" destOrd="0" presId="urn:microsoft.com/office/officeart/2008/layout/HorizontalMultiLevelHierarchy"/>
    <dgm:cxn modelId="{36A72AB0-735C-44DA-BA0E-CA674F81A9CA}" srcId="{A50D1264-B7AA-4939-AD4A-FC3FC57FE827}" destId="{51F349A8-E84C-4CE2-8E7E-240D1F0A633B}" srcOrd="2" destOrd="0" parTransId="{FC833995-5732-4D9B-A72F-309666386C2D}" sibTransId="{CDF87902-5DD5-4715-B004-74E89242BA76}"/>
    <dgm:cxn modelId="{3C5A3FB2-C070-4FF5-BADF-99FABDE1FEE0}" srcId="{A50D1264-B7AA-4939-AD4A-FC3FC57FE827}" destId="{F07DA599-AAB2-428A-9648-46EF9687C607}" srcOrd="0" destOrd="0" parTransId="{7A405585-9C86-40AF-9AD5-C205A84939DD}" sibTransId="{D277F7B0-7FCC-46D4-B375-C127E00C49CC}"/>
    <dgm:cxn modelId="{ADC435B6-5C86-40AB-BC44-F9998578B138}" srcId="{EAC43991-B3A6-4D52-9816-2965912BBE61}" destId="{A50D1264-B7AA-4939-AD4A-FC3FC57FE827}" srcOrd="0" destOrd="0" parTransId="{925371B9-9D2E-4336-8AB7-DF21DE83882E}" sibTransId="{E71FBFDB-6876-4266-86A0-0068C1F9D8D0}"/>
    <dgm:cxn modelId="{2C1738F9-8F8F-4C76-9B18-EB4F35405C53}" type="presOf" srcId="{7A405585-9C86-40AF-9AD5-C205A84939DD}" destId="{EB41515A-AFC9-4FEC-A71A-D3EC0CEF6FD5}" srcOrd="0" destOrd="0" presId="urn:microsoft.com/office/officeart/2008/layout/HorizontalMultiLevelHierarchy"/>
    <dgm:cxn modelId="{C0A96006-47A0-475E-AC51-D6E4E1E5B922}" type="presParOf" srcId="{947A5683-8607-45D0-8CB2-266F4D4A82A3}" destId="{A82B86D0-39F1-41BE-8C3A-55D690BDA175}" srcOrd="0" destOrd="0" presId="urn:microsoft.com/office/officeart/2008/layout/HorizontalMultiLevelHierarchy"/>
    <dgm:cxn modelId="{AB0E3C0C-323B-42E8-8997-DEDBB5C5ABA4}" type="presParOf" srcId="{A82B86D0-39F1-41BE-8C3A-55D690BDA175}" destId="{5D2E60EA-F6A8-4F62-BE9D-39313DF1106F}" srcOrd="0" destOrd="0" presId="urn:microsoft.com/office/officeart/2008/layout/HorizontalMultiLevelHierarchy"/>
    <dgm:cxn modelId="{B75EA810-CE1A-4774-AF35-7A3247C2B2C0}" type="presParOf" srcId="{A82B86D0-39F1-41BE-8C3A-55D690BDA175}" destId="{FC33E5FB-FC1C-4299-934B-C50D172F8312}" srcOrd="1" destOrd="0" presId="urn:microsoft.com/office/officeart/2008/layout/HorizontalMultiLevelHierarchy"/>
    <dgm:cxn modelId="{5FC10203-E80E-4234-A55A-2A0E9FAB0CAE}" type="presParOf" srcId="{FC33E5FB-FC1C-4299-934B-C50D172F8312}" destId="{EB41515A-AFC9-4FEC-A71A-D3EC0CEF6FD5}" srcOrd="0" destOrd="0" presId="urn:microsoft.com/office/officeart/2008/layout/HorizontalMultiLevelHierarchy"/>
    <dgm:cxn modelId="{EEE18D08-4C41-40B3-A098-0679759613F6}" type="presParOf" srcId="{EB41515A-AFC9-4FEC-A71A-D3EC0CEF6FD5}" destId="{C792FDA3-2137-4E41-BF3A-0FF9240EDF6A}" srcOrd="0" destOrd="0" presId="urn:microsoft.com/office/officeart/2008/layout/HorizontalMultiLevelHierarchy"/>
    <dgm:cxn modelId="{4C00103E-5E74-482B-9967-4732E30E2E13}" type="presParOf" srcId="{FC33E5FB-FC1C-4299-934B-C50D172F8312}" destId="{11BD0295-F2DC-4D91-87A8-614A6A546ED5}" srcOrd="1" destOrd="0" presId="urn:microsoft.com/office/officeart/2008/layout/HorizontalMultiLevelHierarchy"/>
    <dgm:cxn modelId="{3CBD7225-529F-4E76-A755-43E1127C0CE9}" type="presParOf" srcId="{11BD0295-F2DC-4D91-87A8-614A6A546ED5}" destId="{E6C7F806-E5BF-4CF3-BDBC-317C1ABC7CE2}" srcOrd="0" destOrd="0" presId="urn:microsoft.com/office/officeart/2008/layout/HorizontalMultiLevelHierarchy"/>
    <dgm:cxn modelId="{3F4E2309-DCBE-4F17-AA0F-12627CFC3EF8}" type="presParOf" srcId="{11BD0295-F2DC-4D91-87A8-614A6A546ED5}" destId="{32D2BF95-C435-4EDA-8F21-6BB4C7A1C760}" srcOrd="1" destOrd="0" presId="urn:microsoft.com/office/officeart/2008/layout/HorizontalMultiLevelHierarchy"/>
    <dgm:cxn modelId="{AD9324FF-10A5-4E58-A915-973B161CB9F4}" type="presParOf" srcId="{FC33E5FB-FC1C-4299-934B-C50D172F8312}" destId="{EE9E2E01-A966-406A-9112-EB96F3EC724C}" srcOrd="2" destOrd="0" presId="urn:microsoft.com/office/officeart/2008/layout/HorizontalMultiLevelHierarchy"/>
    <dgm:cxn modelId="{67A9175B-0939-424C-88BB-1E594EEC02BB}" type="presParOf" srcId="{EE9E2E01-A966-406A-9112-EB96F3EC724C}" destId="{1CB6E336-A392-46E1-8040-12FA60995F7C}" srcOrd="0" destOrd="0" presId="urn:microsoft.com/office/officeart/2008/layout/HorizontalMultiLevelHierarchy"/>
    <dgm:cxn modelId="{62055E20-82BD-42A4-AFF6-91696564B4B1}" type="presParOf" srcId="{FC33E5FB-FC1C-4299-934B-C50D172F8312}" destId="{D5D7D07F-FFF5-472A-BA6F-45627A4F1640}" srcOrd="3" destOrd="0" presId="urn:microsoft.com/office/officeart/2008/layout/HorizontalMultiLevelHierarchy"/>
    <dgm:cxn modelId="{DAD5AF05-EC1F-497B-83EB-54BD6E934EED}" type="presParOf" srcId="{D5D7D07F-FFF5-472A-BA6F-45627A4F1640}" destId="{5AEB9DC1-93AE-4A6A-BD0F-05922E11737A}" srcOrd="0" destOrd="0" presId="urn:microsoft.com/office/officeart/2008/layout/HorizontalMultiLevelHierarchy"/>
    <dgm:cxn modelId="{EBE2581A-1863-4B71-8634-00F872625AB2}" type="presParOf" srcId="{D5D7D07F-FFF5-472A-BA6F-45627A4F1640}" destId="{1154FA93-827B-4F49-A42F-6B48DABCEDDD}" srcOrd="1" destOrd="0" presId="urn:microsoft.com/office/officeart/2008/layout/HorizontalMultiLevelHierarchy"/>
    <dgm:cxn modelId="{CA79F740-5592-4DAE-B3ED-3F8734C78A09}" type="presParOf" srcId="{FC33E5FB-FC1C-4299-934B-C50D172F8312}" destId="{84566457-E067-4AF7-B64F-FB995F1031BD}" srcOrd="4" destOrd="0" presId="urn:microsoft.com/office/officeart/2008/layout/HorizontalMultiLevelHierarchy"/>
    <dgm:cxn modelId="{5533F755-4374-41A2-AB0B-08B8BB385F0E}" type="presParOf" srcId="{84566457-E067-4AF7-B64F-FB995F1031BD}" destId="{DDE15A35-DB4B-4A13-8DDB-69B069037319}" srcOrd="0" destOrd="0" presId="urn:microsoft.com/office/officeart/2008/layout/HorizontalMultiLevelHierarchy"/>
    <dgm:cxn modelId="{05E80370-0E7B-43E2-82D1-4492663E17D5}" type="presParOf" srcId="{FC33E5FB-FC1C-4299-934B-C50D172F8312}" destId="{7653BDDE-5572-4492-AEDA-F39E74893DE0}" srcOrd="5" destOrd="0" presId="urn:microsoft.com/office/officeart/2008/layout/HorizontalMultiLevelHierarchy"/>
    <dgm:cxn modelId="{CAD29248-0393-4DB3-AB33-49083CC91206}" type="presParOf" srcId="{7653BDDE-5572-4492-AEDA-F39E74893DE0}" destId="{0D64B4AC-E823-4D5F-AA21-94DA18662ED1}" srcOrd="0" destOrd="0" presId="urn:microsoft.com/office/officeart/2008/layout/HorizontalMultiLevelHierarchy"/>
    <dgm:cxn modelId="{143A5524-2DA7-4914-851B-74EEBBED31EF}" type="presParOf" srcId="{7653BDDE-5572-4492-AEDA-F39E74893DE0}" destId="{2B70E7BC-1BD1-4796-9BD8-DDF0F4D6256E}" srcOrd="1" destOrd="0" presId="urn:microsoft.com/office/officeart/2008/layout/HorizontalMultiLevelHierarchy"/>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FDC74BB-5A4B-4507-822A-3518F862B210}" type="doc">
      <dgm:prSet loTypeId="urn:microsoft.com/office/officeart/2005/8/layout/process4" loCatId="list" qsTypeId="urn:microsoft.com/office/officeart/2005/8/quickstyle/simple1" qsCatId="simple" csTypeId="urn:microsoft.com/office/officeart/2005/8/colors/accent1_2" csCatId="accent1" phldr="1"/>
      <dgm:spPr/>
      <dgm:t>
        <a:bodyPr/>
        <a:lstStyle/>
        <a:p>
          <a:endParaRPr lang="zh-CN" altLang="en-US"/>
        </a:p>
      </dgm:t>
    </dgm:pt>
    <dgm:pt modelId="{3E1A3DD4-D079-4D18-A5EA-A3584DBF4316}">
      <dgm:prSet phldrT="[文本]"/>
      <dgm:spPr/>
      <dgm:t>
        <a:bodyPr/>
        <a:lstStyle/>
        <a:p>
          <a:r>
            <a:rPr lang="zh-CN" altLang="en-US" dirty="0"/>
            <a:t>环境搭建</a:t>
          </a:r>
        </a:p>
      </dgm:t>
    </dgm:pt>
    <dgm:pt modelId="{85AE15DE-6060-4B09-B352-0C8B9653E9CC}" type="parTrans" cxnId="{6CDE10F8-9A58-46A2-8474-6BD4B60415A3}">
      <dgm:prSet/>
      <dgm:spPr/>
      <dgm:t>
        <a:bodyPr/>
        <a:lstStyle/>
        <a:p>
          <a:endParaRPr lang="zh-CN" altLang="en-US"/>
        </a:p>
      </dgm:t>
    </dgm:pt>
    <dgm:pt modelId="{CF5FC411-E3F4-4E7E-947A-6943B6590E08}" type="sibTrans" cxnId="{6CDE10F8-9A58-46A2-8474-6BD4B60415A3}">
      <dgm:prSet/>
      <dgm:spPr/>
      <dgm:t>
        <a:bodyPr/>
        <a:lstStyle/>
        <a:p>
          <a:endParaRPr lang="zh-CN" altLang="en-US"/>
        </a:p>
      </dgm:t>
    </dgm:pt>
    <dgm:pt modelId="{7989282A-AEB1-47DE-980C-E702EC06FF93}">
      <dgm:prSet phldrT="[文本]"/>
      <dgm:spPr/>
      <dgm:t>
        <a:bodyPr/>
        <a:lstStyle/>
        <a:p>
          <a:r>
            <a:rPr lang="zh-CN" altLang="en-US" dirty="0"/>
            <a:t>依赖库配置</a:t>
          </a:r>
        </a:p>
      </dgm:t>
    </dgm:pt>
    <dgm:pt modelId="{6CEEE667-EA0A-4E88-90B4-C775AD34FA0E}" type="parTrans" cxnId="{4345A55B-1F02-4B8E-AE9F-D51126D9F6B6}">
      <dgm:prSet/>
      <dgm:spPr/>
      <dgm:t>
        <a:bodyPr/>
        <a:lstStyle/>
        <a:p>
          <a:endParaRPr lang="zh-CN" altLang="en-US"/>
        </a:p>
      </dgm:t>
    </dgm:pt>
    <dgm:pt modelId="{50FB391C-94C6-4821-9505-490C2771E47C}" type="sibTrans" cxnId="{4345A55B-1F02-4B8E-AE9F-D51126D9F6B6}">
      <dgm:prSet/>
      <dgm:spPr/>
      <dgm:t>
        <a:bodyPr/>
        <a:lstStyle/>
        <a:p>
          <a:endParaRPr lang="zh-CN" altLang="en-US"/>
        </a:p>
      </dgm:t>
    </dgm:pt>
    <dgm:pt modelId="{CB2FC428-7679-4C61-A8B1-8EE58F88E800}">
      <dgm:prSet phldrT="[文本]"/>
      <dgm:spPr/>
      <dgm:t>
        <a:bodyPr/>
        <a:lstStyle/>
        <a:p>
          <a:r>
            <a:rPr lang="zh-CN" altLang="en-US" dirty="0"/>
            <a:t>项目导入</a:t>
          </a:r>
        </a:p>
      </dgm:t>
    </dgm:pt>
    <dgm:pt modelId="{353220CC-04C0-4504-99E7-4665C286E0E5}" type="parTrans" cxnId="{3F516C8B-ADB4-420F-B0B6-A165B58955A8}">
      <dgm:prSet/>
      <dgm:spPr/>
      <dgm:t>
        <a:bodyPr/>
        <a:lstStyle/>
        <a:p>
          <a:endParaRPr lang="zh-CN" altLang="en-US"/>
        </a:p>
      </dgm:t>
    </dgm:pt>
    <dgm:pt modelId="{9C7838D2-51E5-4615-93AB-3B3EA5A24DCC}" type="sibTrans" cxnId="{3F516C8B-ADB4-420F-B0B6-A165B58955A8}">
      <dgm:prSet/>
      <dgm:spPr/>
      <dgm:t>
        <a:bodyPr/>
        <a:lstStyle/>
        <a:p>
          <a:endParaRPr lang="zh-CN" altLang="en-US"/>
        </a:p>
      </dgm:t>
    </dgm:pt>
    <dgm:pt modelId="{39A6605D-14A7-47E2-A79D-44ED73EF3AF3}">
      <dgm:prSet phldrT="[文本]"/>
      <dgm:spPr/>
      <dgm:t>
        <a:bodyPr/>
        <a:lstStyle/>
        <a:p>
          <a:r>
            <a:rPr lang="zh-CN" altLang="en-US" dirty="0"/>
            <a:t>数据集配置</a:t>
          </a:r>
        </a:p>
      </dgm:t>
    </dgm:pt>
    <dgm:pt modelId="{6054C597-0EF9-43E8-BC10-0EFD726EBD6F}" type="parTrans" cxnId="{4E902BB7-3CFF-43C7-B385-51B9FBEFB4FF}">
      <dgm:prSet/>
      <dgm:spPr/>
      <dgm:t>
        <a:bodyPr/>
        <a:lstStyle/>
        <a:p>
          <a:endParaRPr lang="zh-CN" altLang="en-US"/>
        </a:p>
      </dgm:t>
    </dgm:pt>
    <dgm:pt modelId="{52BAF946-7331-4E7F-9185-45296870C657}" type="sibTrans" cxnId="{4E902BB7-3CFF-43C7-B385-51B9FBEFB4FF}">
      <dgm:prSet/>
      <dgm:spPr/>
      <dgm:t>
        <a:bodyPr/>
        <a:lstStyle/>
        <a:p>
          <a:endParaRPr lang="zh-CN" altLang="en-US"/>
        </a:p>
      </dgm:t>
    </dgm:pt>
    <dgm:pt modelId="{583B2CA9-EF7C-4D39-94A6-4118A071B491}">
      <dgm:prSet phldrT="[文本]"/>
      <dgm:spPr/>
      <dgm:t>
        <a:bodyPr/>
        <a:lstStyle/>
        <a:p>
          <a:r>
            <a:rPr lang="en-US" altLang="zh-CN" dirty="0" err="1"/>
            <a:t>nuPlan</a:t>
          </a:r>
          <a:r>
            <a:rPr lang="zh-CN" altLang="en-US" dirty="0"/>
            <a:t>提供的</a:t>
          </a:r>
          <a:r>
            <a:rPr lang="en-US" altLang="zh-CN" dirty="0"/>
            <a:t>mini</a:t>
          </a:r>
          <a:r>
            <a:rPr lang="zh-CN" altLang="en-US" dirty="0"/>
            <a:t>数据集</a:t>
          </a:r>
        </a:p>
      </dgm:t>
    </dgm:pt>
    <dgm:pt modelId="{507CDAB3-4E58-4451-8219-9B331F2A29C3}" type="parTrans" cxnId="{FA3CE218-C052-4FDD-B135-368D362CA45D}">
      <dgm:prSet/>
      <dgm:spPr/>
      <dgm:t>
        <a:bodyPr/>
        <a:lstStyle/>
        <a:p>
          <a:endParaRPr lang="zh-CN" altLang="en-US"/>
        </a:p>
      </dgm:t>
    </dgm:pt>
    <dgm:pt modelId="{3B2AD545-2493-4C29-9CDF-F8BC922EA6FB}" type="sibTrans" cxnId="{FA3CE218-C052-4FDD-B135-368D362CA45D}">
      <dgm:prSet/>
      <dgm:spPr/>
      <dgm:t>
        <a:bodyPr/>
        <a:lstStyle/>
        <a:p>
          <a:endParaRPr lang="zh-CN" altLang="en-US"/>
        </a:p>
      </dgm:t>
    </dgm:pt>
    <dgm:pt modelId="{3E81FE9C-5F74-4944-95D3-DA2F4D21014D}">
      <dgm:prSet phldrT="[文本]"/>
      <dgm:spPr/>
      <dgm:t>
        <a:bodyPr/>
        <a:lstStyle/>
        <a:p>
          <a:r>
            <a:rPr lang="zh-CN" altLang="en-US" dirty="0"/>
            <a:t>数据集切分</a:t>
          </a:r>
        </a:p>
      </dgm:t>
    </dgm:pt>
    <dgm:pt modelId="{691A0940-DFCB-4F8D-BB41-1A687B4CD2E6}" type="parTrans" cxnId="{25BE937B-2437-4198-AAED-7B8C2D268931}">
      <dgm:prSet/>
      <dgm:spPr/>
      <dgm:t>
        <a:bodyPr/>
        <a:lstStyle/>
        <a:p>
          <a:endParaRPr lang="zh-CN" altLang="en-US"/>
        </a:p>
      </dgm:t>
    </dgm:pt>
    <dgm:pt modelId="{2DC85BFC-8080-4A9D-A435-AE9B445A9789}" type="sibTrans" cxnId="{25BE937B-2437-4198-AAED-7B8C2D268931}">
      <dgm:prSet/>
      <dgm:spPr/>
      <dgm:t>
        <a:bodyPr/>
        <a:lstStyle/>
        <a:p>
          <a:endParaRPr lang="zh-CN" altLang="en-US"/>
        </a:p>
      </dgm:t>
    </dgm:pt>
    <dgm:pt modelId="{525998F5-3906-42A1-B75D-D2773D336EB4}">
      <dgm:prSet phldrT="[文本]"/>
      <dgm:spPr/>
      <dgm:t>
        <a:bodyPr/>
        <a:lstStyle/>
        <a:p>
          <a:r>
            <a:rPr lang="zh-CN" altLang="en-US" dirty="0"/>
            <a:t>仿真实验</a:t>
          </a:r>
        </a:p>
      </dgm:t>
    </dgm:pt>
    <dgm:pt modelId="{E79932F9-CDAD-4AF0-BA11-A3698423E9EA}" type="parTrans" cxnId="{ABC79A8B-7F4F-4273-8034-926613923BB2}">
      <dgm:prSet/>
      <dgm:spPr/>
      <dgm:t>
        <a:bodyPr/>
        <a:lstStyle/>
        <a:p>
          <a:endParaRPr lang="zh-CN" altLang="en-US"/>
        </a:p>
      </dgm:t>
    </dgm:pt>
    <dgm:pt modelId="{79622937-75BB-4D44-BF12-2BACB050F1A2}" type="sibTrans" cxnId="{ABC79A8B-7F4F-4273-8034-926613923BB2}">
      <dgm:prSet/>
      <dgm:spPr/>
      <dgm:t>
        <a:bodyPr/>
        <a:lstStyle/>
        <a:p>
          <a:endParaRPr lang="zh-CN" altLang="en-US"/>
        </a:p>
      </dgm:t>
    </dgm:pt>
    <dgm:pt modelId="{8FF9BB6D-7F7E-471D-BCD9-BB273C02207E}">
      <dgm:prSet phldrT="[文本]"/>
      <dgm:spPr/>
      <dgm:t>
        <a:bodyPr/>
        <a:lstStyle/>
        <a:p>
          <a:r>
            <a:rPr lang="zh-CN" altLang="en-US" dirty="0"/>
            <a:t>数据预处理</a:t>
          </a:r>
        </a:p>
      </dgm:t>
    </dgm:pt>
    <dgm:pt modelId="{D1198F5A-F550-4A25-9521-5FB0FFFE1A6D}" type="parTrans" cxnId="{F2E0F771-C5A0-438D-B92D-5DECAECAB6E7}">
      <dgm:prSet/>
      <dgm:spPr/>
      <dgm:t>
        <a:bodyPr/>
        <a:lstStyle/>
        <a:p>
          <a:endParaRPr lang="zh-CN" altLang="en-US"/>
        </a:p>
      </dgm:t>
    </dgm:pt>
    <dgm:pt modelId="{563F75BC-41D5-4D1A-8156-1F524134A9BB}" type="sibTrans" cxnId="{F2E0F771-C5A0-438D-B92D-5DECAECAB6E7}">
      <dgm:prSet/>
      <dgm:spPr/>
      <dgm:t>
        <a:bodyPr/>
        <a:lstStyle/>
        <a:p>
          <a:endParaRPr lang="zh-CN" altLang="en-US"/>
        </a:p>
      </dgm:t>
    </dgm:pt>
    <dgm:pt modelId="{1D54BACB-78B1-46A7-B008-2660CD92EE66}">
      <dgm:prSet phldrT="[文本]"/>
      <dgm:spPr/>
      <dgm:t>
        <a:bodyPr/>
        <a:lstStyle/>
        <a:p>
          <a:r>
            <a:rPr lang="zh-CN" altLang="en-US" dirty="0"/>
            <a:t>模型训练</a:t>
          </a:r>
        </a:p>
      </dgm:t>
    </dgm:pt>
    <dgm:pt modelId="{CD305518-05BE-4E81-92C6-B075BE5F1538}" type="parTrans" cxnId="{590569C8-DD72-49F9-84EB-23D1E459D328}">
      <dgm:prSet/>
      <dgm:spPr/>
      <dgm:t>
        <a:bodyPr/>
        <a:lstStyle/>
        <a:p>
          <a:endParaRPr lang="zh-CN" altLang="en-US"/>
        </a:p>
      </dgm:t>
    </dgm:pt>
    <dgm:pt modelId="{BE2B48A6-A72F-40BF-8B0C-504145E1992B}" type="sibTrans" cxnId="{590569C8-DD72-49F9-84EB-23D1E459D328}">
      <dgm:prSet/>
      <dgm:spPr/>
      <dgm:t>
        <a:bodyPr/>
        <a:lstStyle/>
        <a:p>
          <a:endParaRPr lang="zh-CN" altLang="en-US"/>
        </a:p>
      </dgm:t>
    </dgm:pt>
    <dgm:pt modelId="{942365ED-3890-4AC3-8019-5F20B6F3D6FA}" type="pres">
      <dgm:prSet presAssocID="{CFDC74BB-5A4B-4507-822A-3518F862B210}" presName="Name0" presStyleCnt="0">
        <dgm:presLayoutVars>
          <dgm:dir/>
          <dgm:animLvl val="lvl"/>
          <dgm:resizeHandles val="exact"/>
        </dgm:presLayoutVars>
      </dgm:prSet>
      <dgm:spPr/>
    </dgm:pt>
    <dgm:pt modelId="{EAB9BFE5-383B-454A-B5EB-9581CC3C0742}" type="pres">
      <dgm:prSet presAssocID="{525998F5-3906-42A1-B75D-D2773D336EB4}" presName="boxAndChildren" presStyleCnt="0"/>
      <dgm:spPr/>
    </dgm:pt>
    <dgm:pt modelId="{44497704-217F-4829-B8CA-8655B4F7E5BC}" type="pres">
      <dgm:prSet presAssocID="{525998F5-3906-42A1-B75D-D2773D336EB4}" presName="parentTextBox" presStyleLbl="node1" presStyleIdx="0" presStyleCnt="3"/>
      <dgm:spPr/>
    </dgm:pt>
    <dgm:pt modelId="{7C68243F-F377-457B-91D2-A4E2AEA86504}" type="pres">
      <dgm:prSet presAssocID="{525998F5-3906-42A1-B75D-D2773D336EB4}" presName="entireBox" presStyleLbl="node1" presStyleIdx="0" presStyleCnt="3"/>
      <dgm:spPr/>
    </dgm:pt>
    <dgm:pt modelId="{DD0ED149-FAEA-427B-AD5F-1267DC7FC93F}" type="pres">
      <dgm:prSet presAssocID="{525998F5-3906-42A1-B75D-D2773D336EB4}" presName="descendantBox" presStyleCnt="0"/>
      <dgm:spPr/>
    </dgm:pt>
    <dgm:pt modelId="{09FDF639-565E-4007-AD32-D8D1B3A92C7C}" type="pres">
      <dgm:prSet presAssocID="{8FF9BB6D-7F7E-471D-BCD9-BB273C02207E}" presName="childTextBox" presStyleLbl="fgAccFollowNode1" presStyleIdx="0" presStyleCnt="6">
        <dgm:presLayoutVars>
          <dgm:bulletEnabled val="1"/>
        </dgm:presLayoutVars>
      </dgm:prSet>
      <dgm:spPr/>
    </dgm:pt>
    <dgm:pt modelId="{A8145114-DB79-4FF2-9212-0C59A2B57000}" type="pres">
      <dgm:prSet presAssocID="{1D54BACB-78B1-46A7-B008-2660CD92EE66}" presName="childTextBox" presStyleLbl="fgAccFollowNode1" presStyleIdx="1" presStyleCnt="6">
        <dgm:presLayoutVars>
          <dgm:bulletEnabled val="1"/>
        </dgm:presLayoutVars>
      </dgm:prSet>
      <dgm:spPr/>
    </dgm:pt>
    <dgm:pt modelId="{DF06CCD5-4077-4EB4-BDC1-F43111EDBEFD}" type="pres">
      <dgm:prSet presAssocID="{52BAF946-7331-4E7F-9185-45296870C657}" presName="sp" presStyleCnt="0"/>
      <dgm:spPr/>
    </dgm:pt>
    <dgm:pt modelId="{B8FC3141-041D-4FD9-9D9C-24ACC5FE37E4}" type="pres">
      <dgm:prSet presAssocID="{39A6605D-14A7-47E2-A79D-44ED73EF3AF3}" presName="arrowAndChildren" presStyleCnt="0"/>
      <dgm:spPr/>
    </dgm:pt>
    <dgm:pt modelId="{7D43607E-2C77-474B-91B1-C53DCF6930BB}" type="pres">
      <dgm:prSet presAssocID="{39A6605D-14A7-47E2-A79D-44ED73EF3AF3}" presName="parentTextArrow" presStyleLbl="node1" presStyleIdx="0" presStyleCnt="3"/>
      <dgm:spPr/>
    </dgm:pt>
    <dgm:pt modelId="{5B30EC86-C260-4CB4-B184-BD733027DB8E}" type="pres">
      <dgm:prSet presAssocID="{39A6605D-14A7-47E2-A79D-44ED73EF3AF3}" presName="arrow" presStyleLbl="node1" presStyleIdx="1" presStyleCnt="3"/>
      <dgm:spPr/>
    </dgm:pt>
    <dgm:pt modelId="{BE396963-709F-4FA9-900E-C181F9034370}" type="pres">
      <dgm:prSet presAssocID="{39A6605D-14A7-47E2-A79D-44ED73EF3AF3}" presName="descendantArrow" presStyleCnt="0"/>
      <dgm:spPr/>
    </dgm:pt>
    <dgm:pt modelId="{A848282B-6305-408D-8A88-A55A80F77D19}" type="pres">
      <dgm:prSet presAssocID="{583B2CA9-EF7C-4D39-94A6-4118A071B491}" presName="childTextArrow" presStyleLbl="fgAccFollowNode1" presStyleIdx="2" presStyleCnt="6">
        <dgm:presLayoutVars>
          <dgm:bulletEnabled val="1"/>
        </dgm:presLayoutVars>
      </dgm:prSet>
      <dgm:spPr/>
    </dgm:pt>
    <dgm:pt modelId="{8949F669-D1B5-477C-9633-2E67156F4C79}" type="pres">
      <dgm:prSet presAssocID="{3E81FE9C-5F74-4944-95D3-DA2F4D21014D}" presName="childTextArrow" presStyleLbl="fgAccFollowNode1" presStyleIdx="3" presStyleCnt="6">
        <dgm:presLayoutVars>
          <dgm:bulletEnabled val="1"/>
        </dgm:presLayoutVars>
      </dgm:prSet>
      <dgm:spPr/>
    </dgm:pt>
    <dgm:pt modelId="{5F166396-091C-467E-AE81-5A82D3468DED}" type="pres">
      <dgm:prSet presAssocID="{CF5FC411-E3F4-4E7E-947A-6943B6590E08}" presName="sp" presStyleCnt="0"/>
      <dgm:spPr/>
    </dgm:pt>
    <dgm:pt modelId="{D46A8DEF-D193-45AE-AE93-9674663A1117}" type="pres">
      <dgm:prSet presAssocID="{3E1A3DD4-D079-4D18-A5EA-A3584DBF4316}" presName="arrowAndChildren" presStyleCnt="0"/>
      <dgm:spPr/>
    </dgm:pt>
    <dgm:pt modelId="{3620B3B4-24F8-4CFC-A529-96FC9F141D39}" type="pres">
      <dgm:prSet presAssocID="{3E1A3DD4-D079-4D18-A5EA-A3584DBF4316}" presName="parentTextArrow" presStyleLbl="node1" presStyleIdx="1" presStyleCnt="3"/>
      <dgm:spPr/>
    </dgm:pt>
    <dgm:pt modelId="{ED110AEB-6A03-4D77-889E-4B01A0964283}" type="pres">
      <dgm:prSet presAssocID="{3E1A3DD4-D079-4D18-A5EA-A3584DBF4316}" presName="arrow" presStyleLbl="node1" presStyleIdx="2" presStyleCnt="3" custLinFactNeighborX="78" custLinFactNeighborY="1111"/>
      <dgm:spPr/>
    </dgm:pt>
    <dgm:pt modelId="{26F44747-7B66-4B55-9810-C306D15A0B34}" type="pres">
      <dgm:prSet presAssocID="{3E1A3DD4-D079-4D18-A5EA-A3584DBF4316}" presName="descendantArrow" presStyleCnt="0"/>
      <dgm:spPr/>
    </dgm:pt>
    <dgm:pt modelId="{931C4A14-5248-4408-A5CB-A52DF259ACFA}" type="pres">
      <dgm:prSet presAssocID="{7989282A-AEB1-47DE-980C-E702EC06FF93}" presName="childTextArrow" presStyleLbl="fgAccFollowNode1" presStyleIdx="4" presStyleCnt="6">
        <dgm:presLayoutVars>
          <dgm:bulletEnabled val="1"/>
        </dgm:presLayoutVars>
      </dgm:prSet>
      <dgm:spPr/>
    </dgm:pt>
    <dgm:pt modelId="{4998AA92-FF07-4732-B74F-9B3E40328BDF}" type="pres">
      <dgm:prSet presAssocID="{CB2FC428-7679-4C61-A8B1-8EE58F88E800}" presName="childTextArrow" presStyleLbl="fgAccFollowNode1" presStyleIdx="5" presStyleCnt="6">
        <dgm:presLayoutVars>
          <dgm:bulletEnabled val="1"/>
        </dgm:presLayoutVars>
      </dgm:prSet>
      <dgm:spPr/>
    </dgm:pt>
  </dgm:ptLst>
  <dgm:cxnLst>
    <dgm:cxn modelId="{D4D7D20C-E306-4014-82E3-EE82FA9CF83E}" type="presOf" srcId="{3E81FE9C-5F74-4944-95D3-DA2F4D21014D}" destId="{8949F669-D1B5-477C-9633-2E67156F4C79}" srcOrd="0" destOrd="0" presId="urn:microsoft.com/office/officeart/2005/8/layout/process4"/>
    <dgm:cxn modelId="{FA3CE218-C052-4FDD-B135-368D362CA45D}" srcId="{39A6605D-14A7-47E2-A79D-44ED73EF3AF3}" destId="{583B2CA9-EF7C-4D39-94A6-4118A071B491}" srcOrd="0" destOrd="0" parTransId="{507CDAB3-4E58-4451-8219-9B331F2A29C3}" sibTransId="{3B2AD545-2493-4C29-9CDF-F8BC922EA6FB}"/>
    <dgm:cxn modelId="{8C81381A-78F5-40E5-8493-F97ADF719C5C}" type="presOf" srcId="{3E1A3DD4-D079-4D18-A5EA-A3584DBF4316}" destId="{3620B3B4-24F8-4CFC-A529-96FC9F141D39}" srcOrd="0" destOrd="0" presId="urn:microsoft.com/office/officeart/2005/8/layout/process4"/>
    <dgm:cxn modelId="{4345A55B-1F02-4B8E-AE9F-D51126D9F6B6}" srcId="{3E1A3DD4-D079-4D18-A5EA-A3584DBF4316}" destId="{7989282A-AEB1-47DE-980C-E702EC06FF93}" srcOrd="0" destOrd="0" parTransId="{6CEEE667-EA0A-4E88-90B4-C775AD34FA0E}" sibTransId="{50FB391C-94C6-4821-9505-490C2771E47C}"/>
    <dgm:cxn modelId="{69580E43-ADC1-4FF7-AE1B-163130A20108}" type="presOf" srcId="{3E1A3DD4-D079-4D18-A5EA-A3584DBF4316}" destId="{ED110AEB-6A03-4D77-889E-4B01A0964283}" srcOrd="1" destOrd="0" presId="urn:microsoft.com/office/officeart/2005/8/layout/process4"/>
    <dgm:cxn modelId="{945E3F43-AC57-4833-9A4B-15497CBD8501}" type="presOf" srcId="{7989282A-AEB1-47DE-980C-E702EC06FF93}" destId="{931C4A14-5248-4408-A5CB-A52DF259ACFA}" srcOrd="0" destOrd="0" presId="urn:microsoft.com/office/officeart/2005/8/layout/process4"/>
    <dgm:cxn modelId="{561AF063-700F-4346-8448-F5C417441814}" type="presOf" srcId="{39A6605D-14A7-47E2-A79D-44ED73EF3AF3}" destId="{5B30EC86-C260-4CB4-B184-BD733027DB8E}" srcOrd="1" destOrd="0" presId="urn:microsoft.com/office/officeart/2005/8/layout/process4"/>
    <dgm:cxn modelId="{4E42694B-92FD-48FF-8AEC-9F79EBF26B78}" type="presOf" srcId="{CFDC74BB-5A4B-4507-822A-3518F862B210}" destId="{942365ED-3890-4AC3-8019-5F20B6F3D6FA}" srcOrd="0" destOrd="0" presId="urn:microsoft.com/office/officeart/2005/8/layout/process4"/>
    <dgm:cxn modelId="{A6FDBB51-016F-4D61-8DAA-C32FC1602909}" type="presOf" srcId="{39A6605D-14A7-47E2-A79D-44ED73EF3AF3}" destId="{7D43607E-2C77-474B-91B1-C53DCF6930BB}" srcOrd="0" destOrd="0" presId="urn:microsoft.com/office/officeart/2005/8/layout/process4"/>
    <dgm:cxn modelId="{F2E0F771-C5A0-438D-B92D-5DECAECAB6E7}" srcId="{525998F5-3906-42A1-B75D-D2773D336EB4}" destId="{8FF9BB6D-7F7E-471D-BCD9-BB273C02207E}" srcOrd="0" destOrd="0" parTransId="{D1198F5A-F550-4A25-9521-5FB0FFFE1A6D}" sibTransId="{563F75BC-41D5-4D1A-8156-1F524134A9BB}"/>
    <dgm:cxn modelId="{25BE937B-2437-4198-AAED-7B8C2D268931}" srcId="{39A6605D-14A7-47E2-A79D-44ED73EF3AF3}" destId="{3E81FE9C-5F74-4944-95D3-DA2F4D21014D}" srcOrd="1" destOrd="0" parTransId="{691A0940-DFCB-4F8D-BB41-1A687B4CD2E6}" sibTransId="{2DC85BFC-8080-4A9D-A435-AE9B445A9789}"/>
    <dgm:cxn modelId="{4092F882-6508-42A9-B3D9-30F8B8D09D18}" type="presOf" srcId="{583B2CA9-EF7C-4D39-94A6-4118A071B491}" destId="{A848282B-6305-408D-8A88-A55A80F77D19}" srcOrd="0" destOrd="0" presId="urn:microsoft.com/office/officeart/2005/8/layout/process4"/>
    <dgm:cxn modelId="{3F516C8B-ADB4-420F-B0B6-A165B58955A8}" srcId="{3E1A3DD4-D079-4D18-A5EA-A3584DBF4316}" destId="{CB2FC428-7679-4C61-A8B1-8EE58F88E800}" srcOrd="1" destOrd="0" parTransId="{353220CC-04C0-4504-99E7-4665C286E0E5}" sibTransId="{9C7838D2-51E5-4615-93AB-3B3EA5A24DCC}"/>
    <dgm:cxn modelId="{ABC79A8B-7F4F-4273-8034-926613923BB2}" srcId="{CFDC74BB-5A4B-4507-822A-3518F862B210}" destId="{525998F5-3906-42A1-B75D-D2773D336EB4}" srcOrd="2" destOrd="0" parTransId="{E79932F9-CDAD-4AF0-BA11-A3698423E9EA}" sibTransId="{79622937-75BB-4D44-BF12-2BACB050F1A2}"/>
    <dgm:cxn modelId="{89136B9F-A238-458C-B5C1-8A9277A5B63C}" type="presOf" srcId="{525998F5-3906-42A1-B75D-D2773D336EB4}" destId="{44497704-217F-4829-B8CA-8655B4F7E5BC}" srcOrd="0" destOrd="0" presId="urn:microsoft.com/office/officeart/2005/8/layout/process4"/>
    <dgm:cxn modelId="{4E2338AB-C454-405D-8BAB-48CDC28A5262}" type="presOf" srcId="{1D54BACB-78B1-46A7-B008-2660CD92EE66}" destId="{A8145114-DB79-4FF2-9212-0C59A2B57000}" srcOrd="0" destOrd="0" presId="urn:microsoft.com/office/officeart/2005/8/layout/process4"/>
    <dgm:cxn modelId="{4E902BB7-3CFF-43C7-B385-51B9FBEFB4FF}" srcId="{CFDC74BB-5A4B-4507-822A-3518F862B210}" destId="{39A6605D-14A7-47E2-A79D-44ED73EF3AF3}" srcOrd="1" destOrd="0" parTransId="{6054C597-0EF9-43E8-BC10-0EFD726EBD6F}" sibTransId="{52BAF946-7331-4E7F-9185-45296870C657}"/>
    <dgm:cxn modelId="{3F86FAB8-678C-47EC-BEEF-5376C9C95D1F}" type="presOf" srcId="{CB2FC428-7679-4C61-A8B1-8EE58F88E800}" destId="{4998AA92-FF07-4732-B74F-9B3E40328BDF}" srcOrd="0" destOrd="0" presId="urn:microsoft.com/office/officeart/2005/8/layout/process4"/>
    <dgm:cxn modelId="{590569C8-DD72-49F9-84EB-23D1E459D328}" srcId="{525998F5-3906-42A1-B75D-D2773D336EB4}" destId="{1D54BACB-78B1-46A7-B008-2660CD92EE66}" srcOrd="1" destOrd="0" parTransId="{CD305518-05BE-4E81-92C6-B075BE5F1538}" sibTransId="{BE2B48A6-A72F-40BF-8B0C-504145E1992B}"/>
    <dgm:cxn modelId="{9D9796D5-A259-4B70-9D62-3DE8EF84D123}" type="presOf" srcId="{525998F5-3906-42A1-B75D-D2773D336EB4}" destId="{7C68243F-F377-457B-91D2-A4E2AEA86504}" srcOrd="1" destOrd="0" presId="urn:microsoft.com/office/officeart/2005/8/layout/process4"/>
    <dgm:cxn modelId="{1DADC0F7-EEAE-4A75-9C6B-07E7ACE71B4E}" type="presOf" srcId="{8FF9BB6D-7F7E-471D-BCD9-BB273C02207E}" destId="{09FDF639-565E-4007-AD32-D8D1B3A92C7C}" srcOrd="0" destOrd="0" presId="urn:microsoft.com/office/officeart/2005/8/layout/process4"/>
    <dgm:cxn modelId="{6CDE10F8-9A58-46A2-8474-6BD4B60415A3}" srcId="{CFDC74BB-5A4B-4507-822A-3518F862B210}" destId="{3E1A3DD4-D079-4D18-A5EA-A3584DBF4316}" srcOrd="0" destOrd="0" parTransId="{85AE15DE-6060-4B09-B352-0C8B9653E9CC}" sibTransId="{CF5FC411-E3F4-4E7E-947A-6943B6590E08}"/>
    <dgm:cxn modelId="{7DFBC72C-CF6B-4900-8DBA-DCBC9C569E3E}" type="presParOf" srcId="{942365ED-3890-4AC3-8019-5F20B6F3D6FA}" destId="{EAB9BFE5-383B-454A-B5EB-9581CC3C0742}" srcOrd="0" destOrd="0" presId="urn:microsoft.com/office/officeart/2005/8/layout/process4"/>
    <dgm:cxn modelId="{1C16B287-64C0-4401-9808-5AFEDA94F5AF}" type="presParOf" srcId="{EAB9BFE5-383B-454A-B5EB-9581CC3C0742}" destId="{44497704-217F-4829-B8CA-8655B4F7E5BC}" srcOrd="0" destOrd="0" presId="urn:microsoft.com/office/officeart/2005/8/layout/process4"/>
    <dgm:cxn modelId="{4B843F89-28A4-4AD6-9241-4AFE6CAA3F48}" type="presParOf" srcId="{EAB9BFE5-383B-454A-B5EB-9581CC3C0742}" destId="{7C68243F-F377-457B-91D2-A4E2AEA86504}" srcOrd="1" destOrd="0" presId="urn:microsoft.com/office/officeart/2005/8/layout/process4"/>
    <dgm:cxn modelId="{1F3D8A94-47E1-497F-804A-B83654F015A5}" type="presParOf" srcId="{EAB9BFE5-383B-454A-B5EB-9581CC3C0742}" destId="{DD0ED149-FAEA-427B-AD5F-1267DC7FC93F}" srcOrd="2" destOrd="0" presId="urn:microsoft.com/office/officeart/2005/8/layout/process4"/>
    <dgm:cxn modelId="{2CF63F24-FB33-467E-BE8E-B127C70D4426}" type="presParOf" srcId="{DD0ED149-FAEA-427B-AD5F-1267DC7FC93F}" destId="{09FDF639-565E-4007-AD32-D8D1B3A92C7C}" srcOrd="0" destOrd="0" presId="urn:microsoft.com/office/officeart/2005/8/layout/process4"/>
    <dgm:cxn modelId="{8C4AADBA-13ED-43F6-95F6-FD5CC720AD9F}" type="presParOf" srcId="{DD0ED149-FAEA-427B-AD5F-1267DC7FC93F}" destId="{A8145114-DB79-4FF2-9212-0C59A2B57000}" srcOrd="1" destOrd="0" presId="urn:microsoft.com/office/officeart/2005/8/layout/process4"/>
    <dgm:cxn modelId="{0D12FFFD-F07D-4C5F-9F5D-AF93F738A1F5}" type="presParOf" srcId="{942365ED-3890-4AC3-8019-5F20B6F3D6FA}" destId="{DF06CCD5-4077-4EB4-BDC1-F43111EDBEFD}" srcOrd="1" destOrd="0" presId="urn:microsoft.com/office/officeart/2005/8/layout/process4"/>
    <dgm:cxn modelId="{AE918EA5-9773-4122-844B-83B65431B424}" type="presParOf" srcId="{942365ED-3890-4AC3-8019-5F20B6F3D6FA}" destId="{B8FC3141-041D-4FD9-9D9C-24ACC5FE37E4}" srcOrd="2" destOrd="0" presId="urn:microsoft.com/office/officeart/2005/8/layout/process4"/>
    <dgm:cxn modelId="{239FF3E7-8C84-424B-A8C0-D61E428F1B53}" type="presParOf" srcId="{B8FC3141-041D-4FD9-9D9C-24ACC5FE37E4}" destId="{7D43607E-2C77-474B-91B1-C53DCF6930BB}" srcOrd="0" destOrd="0" presId="urn:microsoft.com/office/officeart/2005/8/layout/process4"/>
    <dgm:cxn modelId="{F65F8C79-68B9-4445-A2D1-1C7A53D80BA6}" type="presParOf" srcId="{B8FC3141-041D-4FD9-9D9C-24ACC5FE37E4}" destId="{5B30EC86-C260-4CB4-B184-BD733027DB8E}" srcOrd="1" destOrd="0" presId="urn:microsoft.com/office/officeart/2005/8/layout/process4"/>
    <dgm:cxn modelId="{6267E912-E2F9-4E3D-92DC-736EDA863A38}" type="presParOf" srcId="{B8FC3141-041D-4FD9-9D9C-24ACC5FE37E4}" destId="{BE396963-709F-4FA9-900E-C181F9034370}" srcOrd="2" destOrd="0" presId="urn:microsoft.com/office/officeart/2005/8/layout/process4"/>
    <dgm:cxn modelId="{9AEF19AD-141D-4D9B-BD20-922CC51239FF}" type="presParOf" srcId="{BE396963-709F-4FA9-900E-C181F9034370}" destId="{A848282B-6305-408D-8A88-A55A80F77D19}" srcOrd="0" destOrd="0" presId="urn:microsoft.com/office/officeart/2005/8/layout/process4"/>
    <dgm:cxn modelId="{2DCD18FE-1C18-4AFE-A942-BE8436A84776}" type="presParOf" srcId="{BE396963-709F-4FA9-900E-C181F9034370}" destId="{8949F669-D1B5-477C-9633-2E67156F4C79}" srcOrd="1" destOrd="0" presId="urn:microsoft.com/office/officeart/2005/8/layout/process4"/>
    <dgm:cxn modelId="{527FB825-9C99-4C2D-8AB8-77E1795AABD4}" type="presParOf" srcId="{942365ED-3890-4AC3-8019-5F20B6F3D6FA}" destId="{5F166396-091C-467E-AE81-5A82D3468DED}" srcOrd="3" destOrd="0" presId="urn:microsoft.com/office/officeart/2005/8/layout/process4"/>
    <dgm:cxn modelId="{26463A48-7DF0-4352-B131-6866C787BFE2}" type="presParOf" srcId="{942365ED-3890-4AC3-8019-5F20B6F3D6FA}" destId="{D46A8DEF-D193-45AE-AE93-9674663A1117}" srcOrd="4" destOrd="0" presId="urn:microsoft.com/office/officeart/2005/8/layout/process4"/>
    <dgm:cxn modelId="{2D1EF87D-ADFF-4DCE-86DD-29BF4100E2E8}" type="presParOf" srcId="{D46A8DEF-D193-45AE-AE93-9674663A1117}" destId="{3620B3B4-24F8-4CFC-A529-96FC9F141D39}" srcOrd="0" destOrd="0" presId="urn:microsoft.com/office/officeart/2005/8/layout/process4"/>
    <dgm:cxn modelId="{C8034C93-4FCD-41B0-A445-2D426EAC7EAF}" type="presParOf" srcId="{D46A8DEF-D193-45AE-AE93-9674663A1117}" destId="{ED110AEB-6A03-4D77-889E-4B01A0964283}" srcOrd="1" destOrd="0" presId="urn:microsoft.com/office/officeart/2005/8/layout/process4"/>
    <dgm:cxn modelId="{E84E9C4F-F170-47CA-BF93-56AA53DDCBC7}" type="presParOf" srcId="{D46A8DEF-D193-45AE-AE93-9674663A1117}" destId="{26F44747-7B66-4B55-9810-C306D15A0B34}" srcOrd="2" destOrd="0" presId="urn:microsoft.com/office/officeart/2005/8/layout/process4"/>
    <dgm:cxn modelId="{C95B7653-6238-4C16-A55E-41CBA71716D7}" type="presParOf" srcId="{26F44747-7B66-4B55-9810-C306D15A0B34}" destId="{931C4A14-5248-4408-A5CB-A52DF259ACFA}" srcOrd="0" destOrd="0" presId="urn:microsoft.com/office/officeart/2005/8/layout/process4"/>
    <dgm:cxn modelId="{DF75FDAE-4229-4739-8B88-730DF480ABDF}" type="presParOf" srcId="{26F44747-7B66-4B55-9810-C306D15A0B34}" destId="{4998AA92-FF07-4732-B74F-9B3E40328BDF}" srcOrd="1" destOrd="0" presId="urn:microsoft.com/office/officeart/2005/8/layout/process4"/>
  </dgm:cxnLst>
  <dgm:bg/>
  <dgm:whole/>
  <dgm:extLst>
    <a:ext uri="http://schemas.microsoft.com/office/drawing/2008/diagram">
      <dsp:dataModelExt xmlns:dsp="http://schemas.microsoft.com/office/drawing/2008/diagram" relId="rId2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EADF60-8F9E-4CC9-96A3-E650264AA0BA}">
      <dsp:nvSpPr>
        <dsp:cNvPr id="0" name=""/>
        <dsp:cNvSpPr/>
      </dsp:nvSpPr>
      <dsp:spPr>
        <a:xfrm>
          <a:off x="2540" y="1301321"/>
          <a:ext cx="2476500" cy="990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8920" tIns="142240" rIns="248920" bIns="142240" numCol="1" spcCol="1270" anchor="ctr" anchorCtr="0">
          <a:noAutofit/>
        </a:bodyPr>
        <a:lstStyle/>
        <a:p>
          <a:pPr marL="0" lvl="0" indent="0" algn="ctr" defTabSz="1555750">
            <a:lnSpc>
              <a:spcPct val="90000"/>
            </a:lnSpc>
            <a:spcBef>
              <a:spcPct val="0"/>
            </a:spcBef>
            <a:spcAft>
              <a:spcPct val="35000"/>
            </a:spcAft>
            <a:buNone/>
          </a:pPr>
          <a:r>
            <a:rPr lang="zh-CN" altLang="en-US" sz="3500" kern="1200" dirty="0"/>
            <a:t>前提</a:t>
          </a:r>
        </a:p>
      </dsp:txBody>
      <dsp:txXfrm>
        <a:off x="2540" y="1301321"/>
        <a:ext cx="2476500" cy="990600"/>
      </dsp:txXfrm>
    </dsp:sp>
    <dsp:sp modelId="{97E3BBE5-ED88-48D1-97DC-F11A8D2B8D36}">
      <dsp:nvSpPr>
        <dsp:cNvPr id="0" name=""/>
        <dsp:cNvSpPr/>
      </dsp:nvSpPr>
      <dsp:spPr>
        <a:xfrm>
          <a:off x="2540" y="2291921"/>
          <a:ext cx="2476500" cy="182542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zh-CN" altLang="en-US" sz="2400" kern="1200" dirty="0"/>
            <a:t>手工编码复杂</a:t>
          </a:r>
        </a:p>
        <a:p>
          <a:pPr marL="228600" lvl="1" indent="-228600" algn="l" defTabSz="1066800">
            <a:lnSpc>
              <a:spcPct val="90000"/>
            </a:lnSpc>
            <a:spcBef>
              <a:spcPct val="0"/>
            </a:spcBef>
            <a:spcAft>
              <a:spcPct val="15000"/>
            </a:spcAft>
            <a:buChar char="•"/>
          </a:pPr>
          <a:r>
            <a:rPr lang="zh-CN" altLang="en-US" sz="2400" kern="1200" dirty="0"/>
            <a:t>无法直接编程实现</a:t>
          </a:r>
        </a:p>
      </dsp:txBody>
      <dsp:txXfrm>
        <a:off x="2540" y="2291921"/>
        <a:ext cx="2476500" cy="1825425"/>
      </dsp:txXfrm>
    </dsp:sp>
    <dsp:sp modelId="{2F1502D9-B069-4F25-8509-684CAA7CC317}">
      <dsp:nvSpPr>
        <dsp:cNvPr id="0" name=""/>
        <dsp:cNvSpPr/>
      </dsp:nvSpPr>
      <dsp:spPr>
        <a:xfrm>
          <a:off x="2825750" y="1301321"/>
          <a:ext cx="2476500" cy="990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8920" tIns="142240" rIns="248920" bIns="142240" numCol="1" spcCol="1270" anchor="ctr" anchorCtr="0">
          <a:noAutofit/>
        </a:bodyPr>
        <a:lstStyle/>
        <a:p>
          <a:pPr marL="0" lvl="0" indent="0" algn="ctr" defTabSz="1555750">
            <a:lnSpc>
              <a:spcPct val="90000"/>
            </a:lnSpc>
            <a:spcBef>
              <a:spcPct val="0"/>
            </a:spcBef>
            <a:spcAft>
              <a:spcPct val="35000"/>
            </a:spcAft>
            <a:buNone/>
          </a:pPr>
          <a:r>
            <a:rPr lang="zh-CN" altLang="en-US" sz="3500" kern="1200" dirty="0"/>
            <a:t>关键技术</a:t>
          </a:r>
        </a:p>
      </dsp:txBody>
      <dsp:txXfrm>
        <a:off x="2825750" y="1301321"/>
        <a:ext cx="2476500" cy="990600"/>
      </dsp:txXfrm>
    </dsp:sp>
    <dsp:sp modelId="{DCE8447D-ABFF-4A46-A67B-CB138287D284}">
      <dsp:nvSpPr>
        <dsp:cNvPr id="0" name=""/>
        <dsp:cNvSpPr/>
      </dsp:nvSpPr>
      <dsp:spPr>
        <a:xfrm>
          <a:off x="2825750" y="2291921"/>
          <a:ext cx="2476500" cy="182542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zh-CN" altLang="en-US" sz="2400" kern="1200" dirty="0"/>
            <a:t>神经网络</a:t>
          </a:r>
        </a:p>
        <a:p>
          <a:pPr marL="228600" lvl="1" indent="-228600" algn="l" defTabSz="1066800">
            <a:lnSpc>
              <a:spcPct val="90000"/>
            </a:lnSpc>
            <a:spcBef>
              <a:spcPct val="0"/>
            </a:spcBef>
            <a:spcAft>
              <a:spcPct val="15000"/>
            </a:spcAft>
            <a:buChar char="•"/>
          </a:pPr>
          <a:r>
            <a:rPr lang="zh-CN" altLang="en-US" sz="2400" kern="1200" dirty="0"/>
            <a:t>专家示教数据</a:t>
          </a:r>
        </a:p>
      </dsp:txBody>
      <dsp:txXfrm>
        <a:off x="2825750" y="2291921"/>
        <a:ext cx="2476500" cy="1825425"/>
      </dsp:txXfrm>
    </dsp:sp>
    <dsp:sp modelId="{1D0C5A93-1A18-447E-BD6E-B5EA4C1634CE}">
      <dsp:nvSpPr>
        <dsp:cNvPr id="0" name=""/>
        <dsp:cNvSpPr/>
      </dsp:nvSpPr>
      <dsp:spPr>
        <a:xfrm>
          <a:off x="5648960" y="1301321"/>
          <a:ext cx="2476500" cy="990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8920" tIns="142240" rIns="248920" bIns="142240" numCol="1" spcCol="1270" anchor="ctr" anchorCtr="0">
          <a:noAutofit/>
        </a:bodyPr>
        <a:lstStyle/>
        <a:p>
          <a:pPr marL="0" lvl="0" indent="0" algn="ctr" defTabSz="1555750">
            <a:lnSpc>
              <a:spcPct val="90000"/>
            </a:lnSpc>
            <a:spcBef>
              <a:spcPct val="0"/>
            </a:spcBef>
            <a:spcAft>
              <a:spcPct val="35000"/>
            </a:spcAft>
            <a:buNone/>
          </a:pPr>
          <a:r>
            <a:rPr lang="zh-CN" altLang="en-US" sz="3500" kern="1200" dirty="0"/>
            <a:t>应用领域</a:t>
          </a:r>
        </a:p>
      </dsp:txBody>
      <dsp:txXfrm>
        <a:off x="5648960" y="1301321"/>
        <a:ext cx="2476500" cy="990600"/>
      </dsp:txXfrm>
    </dsp:sp>
    <dsp:sp modelId="{9E49CDBA-B2D1-415C-A8E2-824714FACA06}">
      <dsp:nvSpPr>
        <dsp:cNvPr id="0" name=""/>
        <dsp:cNvSpPr/>
      </dsp:nvSpPr>
      <dsp:spPr>
        <a:xfrm>
          <a:off x="5648960" y="2291921"/>
          <a:ext cx="2476500" cy="182542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zh-CN" altLang="en-US" sz="2400" kern="1200" dirty="0"/>
            <a:t>自动驾驶</a:t>
          </a:r>
        </a:p>
        <a:p>
          <a:pPr marL="228600" lvl="1" indent="-228600" algn="l" defTabSz="1066800">
            <a:lnSpc>
              <a:spcPct val="90000"/>
            </a:lnSpc>
            <a:spcBef>
              <a:spcPct val="0"/>
            </a:spcBef>
            <a:spcAft>
              <a:spcPct val="15000"/>
            </a:spcAft>
            <a:buChar char="•"/>
          </a:pPr>
          <a:r>
            <a:rPr lang="zh-CN" altLang="en-US" sz="2400" kern="1200" dirty="0"/>
            <a:t>智能机器人</a:t>
          </a:r>
        </a:p>
      </dsp:txBody>
      <dsp:txXfrm>
        <a:off x="5648960" y="2291921"/>
        <a:ext cx="2476500" cy="182542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D6DDE1-F89F-4C21-9FC8-A4E5A07C6BF8}">
      <dsp:nvSpPr>
        <dsp:cNvPr id="0" name=""/>
        <dsp:cNvSpPr/>
      </dsp:nvSpPr>
      <dsp:spPr>
        <a:xfrm>
          <a:off x="-4216701" y="-646997"/>
          <a:ext cx="5024214" cy="5024214"/>
        </a:xfrm>
        <a:prstGeom prst="blockArc">
          <a:avLst>
            <a:gd name="adj1" fmla="val 18900000"/>
            <a:gd name="adj2" fmla="val 2700000"/>
            <a:gd name="adj3" fmla="val 430"/>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C1BF707-DF9A-4AC6-8A4E-549DDB25F507}">
      <dsp:nvSpPr>
        <dsp:cNvPr id="0" name=""/>
        <dsp:cNvSpPr/>
      </dsp:nvSpPr>
      <dsp:spPr>
        <a:xfrm>
          <a:off x="519316" y="373021"/>
          <a:ext cx="5006936" cy="74604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92172" tIns="73660" rIns="73660" bIns="73660" numCol="1" spcCol="1270" anchor="ctr" anchorCtr="0">
          <a:noAutofit/>
        </a:bodyPr>
        <a:lstStyle/>
        <a:p>
          <a:pPr marL="0" lvl="0" indent="0" algn="l" defTabSz="1289050">
            <a:lnSpc>
              <a:spcPct val="90000"/>
            </a:lnSpc>
            <a:spcBef>
              <a:spcPct val="0"/>
            </a:spcBef>
            <a:spcAft>
              <a:spcPct val="35000"/>
            </a:spcAft>
            <a:buNone/>
          </a:pPr>
          <a:r>
            <a:rPr lang="zh-CN" altLang="en-US" sz="2900" kern="1200" dirty="0"/>
            <a:t>扩充数据集</a:t>
          </a:r>
        </a:p>
      </dsp:txBody>
      <dsp:txXfrm>
        <a:off x="519316" y="373021"/>
        <a:ext cx="5006936" cy="746043"/>
      </dsp:txXfrm>
    </dsp:sp>
    <dsp:sp modelId="{D59A48EC-3524-482A-B203-A14C6E717DD0}">
      <dsp:nvSpPr>
        <dsp:cNvPr id="0" name=""/>
        <dsp:cNvSpPr/>
      </dsp:nvSpPr>
      <dsp:spPr>
        <a:xfrm>
          <a:off x="53039" y="279766"/>
          <a:ext cx="932554" cy="932554"/>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9438C25-0C77-4E5F-A858-833ACC5D00FF}">
      <dsp:nvSpPr>
        <dsp:cNvPr id="0" name=""/>
        <dsp:cNvSpPr/>
      </dsp:nvSpPr>
      <dsp:spPr>
        <a:xfrm>
          <a:off x="790503" y="1492087"/>
          <a:ext cx="4735749" cy="74604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92172" tIns="73660" rIns="73660" bIns="73660" numCol="1" spcCol="1270" anchor="ctr" anchorCtr="0">
          <a:noAutofit/>
        </a:bodyPr>
        <a:lstStyle/>
        <a:p>
          <a:pPr marL="0" lvl="0" indent="0" algn="l" defTabSz="1289050">
            <a:lnSpc>
              <a:spcPct val="90000"/>
            </a:lnSpc>
            <a:spcBef>
              <a:spcPct val="0"/>
            </a:spcBef>
            <a:spcAft>
              <a:spcPct val="35000"/>
            </a:spcAft>
            <a:buNone/>
          </a:pPr>
          <a:r>
            <a:rPr lang="zh-CN" altLang="en-US" sz="2900" kern="1200" dirty="0"/>
            <a:t>防止过拟合</a:t>
          </a:r>
        </a:p>
      </dsp:txBody>
      <dsp:txXfrm>
        <a:off x="790503" y="1492087"/>
        <a:ext cx="4735749" cy="746043"/>
      </dsp:txXfrm>
    </dsp:sp>
    <dsp:sp modelId="{8882B97A-2114-47AF-8FBB-29ACD0D492C0}">
      <dsp:nvSpPr>
        <dsp:cNvPr id="0" name=""/>
        <dsp:cNvSpPr/>
      </dsp:nvSpPr>
      <dsp:spPr>
        <a:xfrm>
          <a:off x="324226" y="1398832"/>
          <a:ext cx="932554" cy="932554"/>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007CF15-75FF-4A7A-AF43-698DA1013992}">
      <dsp:nvSpPr>
        <dsp:cNvPr id="0" name=""/>
        <dsp:cNvSpPr/>
      </dsp:nvSpPr>
      <dsp:spPr>
        <a:xfrm>
          <a:off x="519316" y="2611153"/>
          <a:ext cx="5006936" cy="746043"/>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92172" tIns="73660" rIns="73660" bIns="73660" numCol="1" spcCol="1270" anchor="ctr" anchorCtr="0">
          <a:noAutofit/>
        </a:bodyPr>
        <a:lstStyle/>
        <a:p>
          <a:pPr marL="0" lvl="0" indent="0" algn="l" defTabSz="1289050">
            <a:lnSpc>
              <a:spcPct val="90000"/>
            </a:lnSpc>
            <a:spcBef>
              <a:spcPct val="0"/>
            </a:spcBef>
            <a:spcAft>
              <a:spcPct val="35000"/>
            </a:spcAft>
            <a:buNone/>
          </a:pPr>
          <a:r>
            <a:rPr lang="zh-CN" altLang="en-US" sz="2900" kern="1200" dirty="0"/>
            <a:t>提升泛化性能</a:t>
          </a:r>
        </a:p>
      </dsp:txBody>
      <dsp:txXfrm>
        <a:off x="519316" y="2611153"/>
        <a:ext cx="5006936" cy="746043"/>
      </dsp:txXfrm>
    </dsp:sp>
    <dsp:sp modelId="{DD47725E-458C-4EF2-8EF3-80A04EA3EA19}">
      <dsp:nvSpPr>
        <dsp:cNvPr id="0" name=""/>
        <dsp:cNvSpPr/>
      </dsp:nvSpPr>
      <dsp:spPr>
        <a:xfrm>
          <a:off x="53039" y="2517897"/>
          <a:ext cx="932554" cy="932554"/>
        </a:xfrm>
        <a:prstGeom prst="ellipse">
          <a:avLst/>
        </a:prstGeom>
        <a:solidFill>
          <a:schemeClr val="l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325FEE-E481-4B60-9F75-761E923C2C7D}">
      <dsp:nvSpPr>
        <dsp:cNvPr id="0" name=""/>
        <dsp:cNvSpPr/>
      </dsp:nvSpPr>
      <dsp:spPr>
        <a:xfrm>
          <a:off x="364" y="249967"/>
          <a:ext cx="1420548" cy="85232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裁剪</a:t>
          </a:r>
        </a:p>
      </dsp:txBody>
      <dsp:txXfrm>
        <a:off x="364" y="249967"/>
        <a:ext cx="1420548" cy="852329"/>
      </dsp:txXfrm>
    </dsp:sp>
    <dsp:sp modelId="{2B6BF7A3-E8C6-491F-B0AE-5BE0391A2D3B}">
      <dsp:nvSpPr>
        <dsp:cNvPr id="0" name=""/>
        <dsp:cNvSpPr/>
      </dsp:nvSpPr>
      <dsp:spPr>
        <a:xfrm>
          <a:off x="1562967" y="249967"/>
          <a:ext cx="1420548" cy="85232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翻转</a:t>
          </a:r>
        </a:p>
      </dsp:txBody>
      <dsp:txXfrm>
        <a:off x="1562967" y="249967"/>
        <a:ext cx="1420548" cy="852329"/>
      </dsp:txXfrm>
    </dsp:sp>
    <dsp:sp modelId="{7F642D61-359B-486E-B50E-F9315D46235D}">
      <dsp:nvSpPr>
        <dsp:cNvPr id="0" name=""/>
        <dsp:cNvSpPr/>
      </dsp:nvSpPr>
      <dsp:spPr>
        <a:xfrm>
          <a:off x="781665" y="1244351"/>
          <a:ext cx="1420548" cy="852329"/>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颜色变化</a:t>
          </a:r>
        </a:p>
      </dsp:txBody>
      <dsp:txXfrm>
        <a:off x="781665" y="1244351"/>
        <a:ext cx="1420548" cy="85232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D1551A-6996-4F81-9C56-5D4CA3D97ACB}">
      <dsp:nvSpPr>
        <dsp:cNvPr id="0" name=""/>
        <dsp:cNvSpPr/>
      </dsp:nvSpPr>
      <dsp:spPr>
        <a:xfrm rot="5400000">
          <a:off x="2053855" y="364207"/>
          <a:ext cx="1348913" cy="1173554"/>
        </a:xfrm>
        <a:prstGeom prst="hexagon">
          <a:avLst>
            <a:gd name="adj" fmla="val 2500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zh-CN" altLang="en-US" sz="1900" kern="1200" dirty="0"/>
            <a:t>车辆速度</a:t>
          </a:r>
        </a:p>
      </dsp:txBody>
      <dsp:txXfrm rot="-5400000">
        <a:off x="2324413" y="486734"/>
        <a:ext cx="807796" cy="928501"/>
      </dsp:txXfrm>
    </dsp:sp>
    <dsp:sp modelId="{5690EE65-702E-49DD-803B-28D6D5158025}">
      <dsp:nvSpPr>
        <dsp:cNvPr id="0" name=""/>
        <dsp:cNvSpPr/>
      </dsp:nvSpPr>
      <dsp:spPr>
        <a:xfrm>
          <a:off x="3350700" y="546310"/>
          <a:ext cx="1505387" cy="809348"/>
        </a:xfrm>
        <a:prstGeom prst="rect">
          <a:avLst/>
        </a:prstGeom>
        <a:noFill/>
        <a:ln>
          <a:noFill/>
        </a:ln>
        <a:effectLst/>
      </dsp:spPr>
      <dsp:style>
        <a:lnRef idx="0">
          <a:scrgbClr r="0" g="0" b="0"/>
        </a:lnRef>
        <a:fillRef idx="0">
          <a:scrgbClr r="0" g="0" b="0"/>
        </a:fillRef>
        <a:effectRef idx="0">
          <a:scrgbClr r="0" g="0" b="0"/>
        </a:effectRef>
        <a:fontRef idx="minor"/>
      </dsp:style>
    </dsp:sp>
    <dsp:sp modelId="{5DC761FF-4DA8-4BA2-828F-37BABB5B718E}">
      <dsp:nvSpPr>
        <dsp:cNvPr id="0" name=""/>
        <dsp:cNvSpPr/>
      </dsp:nvSpPr>
      <dsp:spPr>
        <a:xfrm rot="5400000">
          <a:off x="786416" y="364207"/>
          <a:ext cx="1348913" cy="1173554"/>
        </a:xfrm>
        <a:prstGeom prst="hexagon">
          <a:avLst>
            <a:gd name="adj" fmla="val 2500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zh-CN" altLang="en-US" sz="3600" kern="1200"/>
        </a:p>
      </dsp:txBody>
      <dsp:txXfrm rot="-5400000">
        <a:off x="1056974" y="486734"/>
        <a:ext cx="807796" cy="928501"/>
      </dsp:txXfrm>
    </dsp:sp>
    <dsp:sp modelId="{A9ED8D50-4CE7-48B6-8019-EFDBD304C2C5}">
      <dsp:nvSpPr>
        <dsp:cNvPr id="0" name=""/>
        <dsp:cNvSpPr/>
      </dsp:nvSpPr>
      <dsp:spPr>
        <a:xfrm rot="5400000">
          <a:off x="1417707" y="1509164"/>
          <a:ext cx="1348913" cy="1173554"/>
        </a:xfrm>
        <a:prstGeom prst="hexagon">
          <a:avLst>
            <a:gd name="adj" fmla="val 2500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zh-CN" altLang="en-US" sz="1900" kern="1200" dirty="0"/>
            <a:t>车辆朝向</a:t>
          </a:r>
        </a:p>
      </dsp:txBody>
      <dsp:txXfrm rot="-5400000">
        <a:off x="1688265" y="1631691"/>
        <a:ext cx="807796" cy="928501"/>
      </dsp:txXfrm>
    </dsp:sp>
    <dsp:sp modelId="{E8EBDF3A-CE6C-4594-AE9A-C521A0960B36}">
      <dsp:nvSpPr>
        <dsp:cNvPr id="0" name=""/>
        <dsp:cNvSpPr/>
      </dsp:nvSpPr>
      <dsp:spPr>
        <a:xfrm>
          <a:off x="0" y="1691268"/>
          <a:ext cx="1456826" cy="809348"/>
        </a:xfrm>
        <a:prstGeom prst="rect">
          <a:avLst/>
        </a:prstGeom>
        <a:noFill/>
        <a:ln>
          <a:noFill/>
        </a:ln>
        <a:effectLst/>
      </dsp:spPr>
      <dsp:style>
        <a:lnRef idx="0">
          <a:scrgbClr r="0" g="0" b="0"/>
        </a:lnRef>
        <a:fillRef idx="0">
          <a:scrgbClr r="0" g="0" b="0"/>
        </a:fillRef>
        <a:effectRef idx="0">
          <a:scrgbClr r="0" g="0" b="0"/>
        </a:effectRef>
        <a:fontRef idx="minor"/>
      </dsp:style>
    </dsp:sp>
    <dsp:sp modelId="{BD560D31-9E47-4A86-A4AC-FA040646C750}">
      <dsp:nvSpPr>
        <dsp:cNvPr id="0" name=""/>
        <dsp:cNvSpPr/>
      </dsp:nvSpPr>
      <dsp:spPr>
        <a:xfrm rot="5400000">
          <a:off x="2685146" y="1509164"/>
          <a:ext cx="1348913" cy="1173554"/>
        </a:xfrm>
        <a:prstGeom prst="hexagon">
          <a:avLst>
            <a:gd name="adj" fmla="val 2500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zh-CN" altLang="en-US" sz="3600" kern="1200"/>
        </a:p>
      </dsp:txBody>
      <dsp:txXfrm rot="-5400000">
        <a:off x="2955704" y="1631691"/>
        <a:ext cx="807796" cy="928501"/>
      </dsp:txXfrm>
    </dsp:sp>
    <dsp:sp modelId="{8F1F8387-7305-4C5E-A59C-20B6ACDB9C26}">
      <dsp:nvSpPr>
        <dsp:cNvPr id="0" name=""/>
        <dsp:cNvSpPr/>
      </dsp:nvSpPr>
      <dsp:spPr>
        <a:xfrm rot="5400000">
          <a:off x="2053855" y="2654122"/>
          <a:ext cx="1348913" cy="1173554"/>
        </a:xfrm>
        <a:prstGeom prst="hexagon">
          <a:avLst>
            <a:gd name="adj" fmla="val 2500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zh-CN" altLang="en-US" sz="1900" kern="1200" dirty="0"/>
            <a:t>周围车辆</a:t>
          </a:r>
        </a:p>
      </dsp:txBody>
      <dsp:txXfrm rot="-5400000">
        <a:off x="2324413" y="2776649"/>
        <a:ext cx="807796" cy="928501"/>
      </dsp:txXfrm>
    </dsp:sp>
    <dsp:sp modelId="{B4B344DB-0E78-45B1-B5E6-2CD638A88590}">
      <dsp:nvSpPr>
        <dsp:cNvPr id="0" name=""/>
        <dsp:cNvSpPr/>
      </dsp:nvSpPr>
      <dsp:spPr>
        <a:xfrm>
          <a:off x="3350700" y="2836225"/>
          <a:ext cx="1505387" cy="809348"/>
        </a:xfrm>
        <a:prstGeom prst="rect">
          <a:avLst/>
        </a:prstGeom>
        <a:noFill/>
        <a:ln>
          <a:noFill/>
        </a:ln>
        <a:effectLst/>
      </dsp:spPr>
      <dsp:style>
        <a:lnRef idx="0">
          <a:scrgbClr r="0" g="0" b="0"/>
        </a:lnRef>
        <a:fillRef idx="0">
          <a:scrgbClr r="0" g="0" b="0"/>
        </a:fillRef>
        <a:effectRef idx="0">
          <a:scrgbClr r="0" g="0" b="0"/>
        </a:effectRef>
        <a:fontRef idx="minor"/>
      </dsp:style>
    </dsp:sp>
    <dsp:sp modelId="{C6FDFC14-39C1-46BC-9FD5-62A2AC59BCAD}">
      <dsp:nvSpPr>
        <dsp:cNvPr id="0" name=""/>
        <dsp:cNvSpPr/>
      </dsp:nvSpPr>
      <dsp:spPr>
        <a:xfrm rot="5400000">
          <a:off x="786416" y="2654122"/>
          <a:ext cx="1348913" cy="1173554"/>
        </a:xfrm>
        <a:prstGeom prst="hexagon">
          <a:avLst>
            <a:gd name="adj" fmla="val 25000"/>
            <a:gd name="vf" fmla="val 11547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endParaRPr lang="zh-CN" altLang="en-US" sz="3600" kern="1200"/>
        </a:p>
      </dsp:txBody>
      <dsp:txXfrm rot="-5400000">
        <a:off x="1056974" y="2776649"/>
        <a:ext cx="807796" cy="92850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566457-E067-4AF7-B64F-FB995F1031BD}">
      <dsp:nvSpPr>
        <dsp:cNvPr id="0" name=""/>
        <dsp:cNvSpPr/>
      </dsp:nvSpPr>
      <dsp:spPr>
        <a:xfrm>
          <a:off x="1392865" y="1440160"/>
          <a:ext cx="359003" cy="684076"/>
        </a:xfrm>
        <a:custGeom>
          <a:avLst/>
          <a:gdLst/>
          <a:ahLst/>
          <a:cxnLst/>
          <a:rect l="0" t="0" r="0" b="0"/>
          <a:pathLst>
            <a:path>
              <a:moveTo>
                <a:pt x="0" y="0"/>
              </a:moveTo>
              <a:lnTo>
                <a:pt x="179501" y="0"/>
              </a:lnTo>
              <a:lnTo>
                <a:pt x="179501" y="684076"/>
              </a:lnTo>
              <a:lnTo>
                <a:pt x="359003" y="68407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553052" y="1762884"/>
        <a:ext cx="38627" cy="38627"/>
      </dsp:txXfrm>
    </dsp:sp>
    <dsp:sp modelId="{EE9E2E01-A966-406A-9112-EB96F3EC724C}">
      <dsp:nvSpPr>
        <dsp:cNvPr id="0" name=""/>
        <dsp:cNvSpPr/>
      </dsp:nvSpPr>
      <dsp:spPr>
        <a:xfrm>
          <a:off x="1392865" y="1394440"/>
          <a:ext cx="359003" cy="91440"/>
        </a:xfrm>
        <a:custGeom>
          <a:avLst/>
          <a:gdLst/>
          <a:ahLst/>
          <a:cxnLst/>
          <a:rect l="0" t="0" r="0" b="0"/>
          <a:pathLst>
            <a:path>
              <a:moveTo>
                <a:pt x="0" y="45720"/>
              </a:moveTo>
              <a:lnTo>
                <a:pt x="359003" y="4572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563391" y="1431184"/>
        <a:ext cx="17950" cy="17950"/>
      </dsp:txXfrm>
    </dsp:sp>
    <dsp:sp modelId="{EB41515A-AFC9-4FEC-A71A-D3EC0CEF6FD5}">
      <dsp:nvSpPr>
        <dsp:cNvPr id="0" name=""/>
        <dsp:cNvSpPr/>
      </dsp:nvSpPr>
      <dsp:spPr>
        <a:xfrm>
          <a:off x="1392865" y="756084"/>
          <a:ext cx="359003" cy="684076"/>
        </a:xfrm>
        <a:custGeom>
          <a:avLst/>
          <a:gdLst/>
          <a:ahLst/>
          <a:cxnLst/>
          <a:rect l="0" t="0" r="0" b="0"/>
          <a:pathLst>
            <a:path>
              <a:moveTo>
                <a:pt x="0" y="684076"/>
              </a:moveTo>
              <a:lnTo>
                <a:pt x="179501" y="684076"/>
              </a:lnTo>
              <a:lnTo>
                <a:pt x="179501" y="0"/>
              </a:lnTo>
              <a:lnTo>
                <a:pt x="359003" y="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1553052" y="1078808"/>
        <a:ext cx="38627" cy="38627"/>
      </dsp:txXfrm>
    </dsp:sp>
    <dsp:sp modelId="{5D2E60EA-F6A8-4F62-BE9D-39313DF1106F}">
      <dsp:nvSpPr>
        <dsp:cNvPr id="0" name=""/>
        <dsp:cNvSpPr/>
      </dsp:nvSpPr>
      <dsp:spPr>
        <a:xfrm rot="16200000">
          <a:off x="-320925" y="1166529"/>
          <a:ext cx="2880320" cy="54726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zh-CN" altLang="en-US" sz="2500" kern="1200" dirty="0"/>
            <a:t>可实施操作</a:t>
          </a:r>
        </a:p>
      </dsp:txBody>
      <dsp:txXfrm>
        <a:off x="-320925" y="1166529"/>
        <a:ext cx="2880320" cy="547260"/>
      </dsp:txXfrm>
    </dsp:sp>
    <dsp:sp modelId="{E6C7F806-E5BF-4CF3-BDBC-317C1ABC7CE2}">
      <dsp:nvSpPr>
        <dsp:cNvPr id="0" name=""/>
        <dsp:cNvSpPr/>
      </dsp:nvSpPr>
      <dsp:spPr>
        <a:xfrm>
          <a:off x="1751868" y="482453"/>
          <a:ext cx="1795015" cy="54726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交通信号灯翻转</a:t>
          </a:r>
        </a:p>
      </dsp:txBody>
      <dsp:txXfrm>
        <a:off x="1751868" y="482453"/>
        <a:ext cx="1795015" cy="547260"/>
      </dsp:txXfrm>
    </dsp:sp>
    <dsp:sp modelId="{5AEB9DC1-93AE-4A6A-BD0F-05922E11737A}">
      <dsp:nvSpPr>
        <dsp:cNvPr id="0" name=""/>
        <dsp:cNvSpPr/>
      </dsp:nvSpPr>
      <dsp:spPr>
        <a:xfrm>
          <a:off x="1751868" y="1166529"/>
          <a:ext cx="1795015" cy="54726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前车与交互车辆丢弃</a:t>
          </a:r>
        </a:p>
      </dsp:txBody>
      <dsp:txXfrm>
        <a:off x="1751868" y="1166529"/>
        <a:ext cx="1795015" cy="547260"/>
      </dsp:txXfrm>
    </dsp:sp>
    <dsp:sp modelId="{0D64B4AC-E823-4D5F-AA21-94DA18662ED1}">
      <dsp:nvSpPr>
        <dsp:cNvPr id="0" name=""/>
        <dsp:cNvSpPr/>
      </dsp:nvSpPr>
      <dsp:spPr>
        <a:xfrm>
          <a:off x="1751868" y="1850605"/>
          <a:ext cx="1795015" cy="54726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zh-CN" altLang="en-US" sz="1500" kern="1200" dirty="0"/>
            <a:t>前车插入</a:t>
          </a:r>
        </a:p>
      </dsp:txBody>
      <dsp:txXfrm>
        <a:off x="1751868" y="1850605"/>
        <a:ext cx="1795015" cy="54726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68243F-F377-457B-91D2-A4E2AEA86504}">
      <dsp:nvSpPr>
        <dsp:cNvPr id="0" name=""/>
        <dsp:cNvSpPr/>
      </dsp:nvSpPr>
      <dsp:spPr>
        <a:xfrm>
          <a:off x="0" y="3816464"/>
          <a:ext cx="8128000" cy="1252648"/>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zh-CN" altLang="en-US" sz="1900" kern="1200" dirty="0"/>
            <a:t>仿真实验</a:t>
          </a:r>
        </a:p>
      </dsp:txBody>
      <dsp:txXfrm>
        <a:off x="0" y="3816464"/>
        <a:ext cx="8128000" cy="676430"/>
      </dsp:txXfrm>
    </dsp:sp>
    <dsp:sp modelId="{09FDF639-565E-4007-AD32-D8D1B3A92C7C}">
      <dsp:nvSpPr>
        <dsp:cNvPr id="0" name=""/>
        <dsp:cNvSpPr/>
      </dsp:nvSpPr>
      <dsp:spPr>
        <a:xfrm>
          <a:off x="0" y="4467841"/>
          <a:ext cx="4064000" cy="57621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0" tIns="31750" rIns="177800" bIns="31750" numCol="1" spcCol="1270" anchor="ctr" anchorCtr="0">
          <a:noAutofit/>
        </a:bodyPr>
        <a:lstStyle/>
        <a:p>
          <a:pPr marL="0" lvl="0" indent="0" algn="ctr" defTabSz="1111250">
            <a:lnSpc>
              <a:spcPct val="90000"/>
            </a:lnSpc>
            <a:spcBef>
              <a:spcPct val="0"/>
            </a:spcBef>
            <a:spcAft>
              <a:spcPct val="35000"/>
            </a:spcAft>
            <a:buNone/>
          </a:pPr>
          <a:r>
            <a:rPr lang="zh-CN" altLang="en-US" sz="2500" kern="1200" dirty="0"/>
            <a:t>数据预处理</a:t>
          </a:r>
        </a:p>
      </dsp:txBody>
      <dsp:txXfrm>
        <a:off x="0" y="4467841"/>
        <a:ext cx="4064000" cy="576218"/>
      </dsp:txXfrm>
    </dsp:sp>
    <dsp:sp modelId="{A8145114-DB79-4FF2-9212-0C59A2B57000}">
      <dsp:nvSpPr>
        <dsp:cNvPr id="0" name=""/>
        <dsp:cNvSpPr/>
      </dsp:nvSpPr>
      <dsp:spPr>
        <a:xfrm>
          <a:off x="4064000" y="4467841"/>
          <a:ext cx="4064000" cy="576218"/>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0" tIns="31750" rIns="177800" bIns="31750" numCol="1" spcCol="1270" anchor="ctr" anchorCtr="0">
          <a:noAutofit/>
        </a:bodyPr>
        <a:lstStyle/>
        <a:p>
          <a:pPr marL="0" lvl="0" indent="0" algn="ctr" defTabSz="1111250">
            <a:lnSpc>
              <a:spcPct val="90000"/>
            </a:lnSpc>
            <a:spcBef>
              <a:spcPct val="0"/>
            </a:spcBef>
            <a:spcAft>
              <a:spcPct val="35000"/>
            </a:spcAft>
            <a:buNone/>
          </a:pPr>
          <a:r>
            <a:rPr lang="zh-CN" altLang="en-US" sz="2500" kern="1200" dirty="0"/>
            <a:t>模型训练</a:t>
          </a:r>
        </a:p>
      </dsp:txBody>
      <dsp:txXfrm>
        <a:off x="4064000" y="4467841"/>
        <a:ext cx="4064000" cy="576218"/>
      </dsp:txXfrm>
    </dsp:sp>
    <dsp:sp modelId="{5B30EC86-C260-4CB4-B184-BD733027DB8E}">
      <dsp:nvSpPr>
        <dsp:cNvPr id="0" name=""/>
        <dsp:cNvSpPr/>
      </dsp:nvSpPr>
      <dsp:spPr>
        <a:xfrm rot="10800000">
          <a:off x="0" y="1908680"/>
          <a:ext cx="8128000" cy="1926573"/>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zh-CN" altLang="en-US" sz="1900" kern="1200" dirty="0"/>
            <a:t>数据集配置</a:t>
          </a:r>
        </a:p>
      </dsp:txBody>
      <dsp:txXfrm rot="-10800000">
        <a:off x="0" y="1908680"/>
        <a:ext cx="8128000" cy="676227"/>
      </dsp:txXfrm>
    </dsp:sp>
    <dsp:sp modelId="{A848282B-6305-408D-8A88-A55A80F77D19}">
      <dsp:nvSpPr>
        <dsp:cNvPr id="0" name=""/>
        <dsp:cNvSpPr/>
      </dsp:nvSpPr>
      <dsp:spPr>
        <a:xfrm>
          <a:off x="0" y="2584907"/>
          <a:ext cx="4064000" cy="57604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0" tIns="31750" rIns="177800" bIns="31750" numCol="1" spcCol="1270" anchor="ctr" anchorCtr="0">
          <a:noAutofit/>
        </a:bodyPr>
        <a:lstStyle/>
        <a:p>
          <a:pPr marL="0" lvl="0" indent="0" algn="ctr" defTabSz="1111250">
            <a:lnSpc>
              <a:spcPct val="90000"/>
            </a:lnSpc>
            <a:spcBef>
              <a:spcPct val="0"/>
            </a:spcBef>
            <a:spcAft>
              <a:spcPct val="35000"/>
            </a:spcAft>
            <a:buNone/>
          </a:pPr>
          <a:r>
            <a:rPr lang="en-US" altLang="zh-CN" sz="2500" kern="1200" dirty="0" err="1"/>
            <a:t>nuPlan</a:t>
          </a:r>
          <a:r>
            <a:rPr lang="zh-CN" altLang="en-US" sz="2500" kern="1200" dirty="0"/>
            <a:t>提供的</a:t>
          </a:r>
          <a:r>
            <a:rPr lang="en-US" altLang="zh-CN" sz="2500" kern="1200" dirty="0"/>
            <a:t>mini</a:t>
          </a:r>
          <a:r>
            <a:rPr lang="zh-CN" altLang="en-US" sz="2500" kern="1200" dirty="0"/>
            <a:t>数据集</a:t>
          </a:r>
        </a:p>
      </dsp:txBody>
      <dsp:txXfrm>
        <a:off x="0" y="2584907"/>
        <a:ext cx="4064000" cy="576045"/>
      </dsp:txXfrm>
    </dsp:sp>
    <dsp:sp modelId="{8949F669-D1B5-477C-9633-2E67156F4C79}">
      <dsp:nvSpPr>
        <dsp:cNvPr id="0" name=""/>
        <dsp:cNvSpPr/>
      </dsp:nvSpPr>
      <dsp:spPr>
        <a:xfrm>
          <a:off x="4064000" y="2584907"/>
          <a:ext cx="4064000" cy="57604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0" tIns="31750" rIns="177800" bIns="31750" numCol="1" spcCol="1270" anchor="ctr" anchorCtr="0">
          <a:noAutofit/>
        </a:bodyPr>
        <a:lstStyle/>
        <a:p>
          <a:pPr marL="0" lvl="0" indent="0" algn="ctr" defTabSz="1111250">
            <a:lnSpc>
              <a:spcPct val="90000"/>
            </a:lnSpc>
            <a:spcBef>
              <a:spcPct val="0"/>
            </a:spcBef>
            <a:spcAft>
              <a:spcPct val="35000"/>
            </a:spcAft>
            <a:buNone/>
          </a:pPr>
          <a:r>
            <a:rPr lang="zh-CN" altLang="en-US" sz="2500" kern="1200" dirty="0"/>
            <a:t>数据集切分</a:t>
          </a:r>
        </a:p>
      </dsp:txBody>
      <dsp:txXfrm>
        <a:off x="4064000" y="2584907"/>
        <a:ext cx="4064000" cy="576045"/>
      </dsp:txXfrm>
    </dsp:sp>
    <dsp:sp modelId="{ED110AEB-6A03-4D77-889E-4B01A0964283}">
      <dsp:nvSpPr>
        <dsp:cNvPr id="0" name=""/>
        <dsp:cNvSpPr/>
      </dsp:nvSpPr>
      <dsp:spPr>
        <a:xfrm rot="10800000">
          <a:off x="0" y="22300"/>
          <a:ext cx="8128000" cy="1926573"/>
        </a:xfrm>
        <a:prstGeom prst="upArrowCallou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ctr" defTabSz="844550">
            <a:lnSpc>
              <a:spcPct val="90000"/>
            </a:lnSpc>
            <a:spcBef>
              <a:spcPct val="0"/>
            </a:spcBef>
            <a:spcAft>
              <a:spcPct val="35000"/>
            </a:spcAft>
            <a:buNone/>
          </a:pPr>
          <a:r>
            <a:rPr lang="zh-CN" altLang="en-US" sz="1900" kern="1200" dirty="0"/>
            <a:t>环境搭建</a:t>
          </a:r>
        </a:p>
      </dsp:txBody>
      <dsp:txXfrm rot="-10800000">
        <a:off x="0" y="22300"/>
        <a:ext cx="8128000" cy="676227"/>
      </dsp:txXfrm>
    </dsp:sp>
    <dsp:sp modelId="{931C4A14-5248-4408-A5CB-A52DF259ACFA}">
      <dsp:nvSpPr>
        <dsp:cNvPr id="0" name=""/>
        <dsp:cNvSpPr/>
      </dsp:nvSpPr>
      <dsp:spPr>
        <a:xfrm>
          <a:off x="0" y="677123"/>
          <a:ext cx="4064000" cy="57604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0" tIns="31750" rIns="177800" bIns="31750" numCol="1" spcCol="1270" anchor="ctr" anchorCtr="0">
          <a:noAutofit/>
        </a:bodyPr>
        <a:lstStyle/>
        <a:p>
          <a:pPr marL="0" lvl="0" indent="0" algn="ctr" defTabSz="1111250">
            <a:lnSpc>
              <a:spcPct val="90000"/>
            </a:lnSpc>
            <a:spcBef>
              <a:spcPct val="0"/>
            </a:spcBef>
            <a:spcAft>
              <a:spcPct val="35000"/>
            </a:spcAft>
            <a:buNone/>
          </a:pPr>
          <a:r>
            <a:rPr lang="zh-CN" altLang="en-US" sz="2500" kern="1200" dirty="0"/>
            <a:t>依赖库配置</a:t>
          </a:r>
        </a:p>
      </dsp:txBody>
      <dsp:txXfrm>
        <a:off x="0" y="677123"/>
        <a:ext cx="4064000" cy="576045"/>
      </dsp:txXfrm>
    </dsp:sp>
    <dsp:sp modelId="{4998AA92-FF07-4732-B74F-9B3E40328BDF}">
      <dsp:nvSpPr>
        <dsp:cNvPr id="0" name=""/>
        <dsp:cNvSpPr/>
      </dsp:nvSpPr>
      <dsp:spPr>
        <a:xfrm>
          <a:off x="4064000" y="677123"/>
          <a:ext cx="4064000" cy="576045"/>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0" tIns="31750" rIns="177800" bIns="31750" numCol="1" spcCol="1270" anchor="ctr" anchorCtr="0">
          <a:noAutofit/>
        </a:bodyPr>
        <a:lstStyle/>
        <a:p>
          <a:pPr marL="0" lvl="0" indent="0" algn="ctr" defTabSz="1111250">
            <a:lnSpc>
              <a:spcPct val="90000"/>
            </a:lnSpc>
            <a:spcBef>
              <a:spcPct val="0"/>
            </a:spcBef>
            <a:spcAft>
              <a:spcPct val="35000"/>
            </a:spcAft>
            <a:buNone/>
          </a:pPr>
          <a:r>
            <a:rPr lang="zh-CN" altLang="en-US" sz="2500" kern="1200" dirty="0"/>
            <a:t>项目导入</a:t>
          </a:r>
        </a:p>
      </dsp:txBody>
      <dsp:txXfrm>
        <a:off x="4064000" y="677123"/>
        <a:ext cx="4064000" cy="576045"/>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dirty="0">
              <a:latin typeface="微软雅黑" pitchFamily="34" charset="-122"/>
              <a:ea typeface="微软雅黑" pitchFamily="34" charset="-122"/>
              <a:cs typeface="思源黑体 CN Regular" panose="020B0500000000000000"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itchFamily="34" charset="-122"/>
                <a:ea typeface="微软雅黑" pitchFamily="34" charset="-122"/>
                <a:cs typeface="思源黑体 CN Regular" panose="020B0500000000000000" charset="-122"/>
              </a:rPr>
              <a:t>2025/9/26</a:t>
            </a:fld>
            <a:endParaRPr lang="zh-CN" altLang="en-US" dirty="0">
              <a:latin typeface="微软雅黑" pitchFamily="34" charset="-122"/>
              <a:ea typeface="微软雅黑" pitchFamily="34" charset="-122"/>
              <a:cs typeface="思源黑体 CN Regular" panose="020B0500000000000000"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dirty="0">
              <a:latin typeface="微软雅黑" pitchFamily="34" charset="-122"/>
              <a:ea typeface="微软雅黑" pitchFamily="34" charset="-122"/>
              <a:cs typeface="思源黑体 CN Regular" panose="020B0500000000000000"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itchFamily="34" charset="-122"/>
                <a:ea typeface="微软雅黑" pitchFamily="34" charset="-122"/>
                <a:cs typeface="思源黑体 CN Regular" panose="020B0500000000000000" charset="-122"/>
              </a:rPr>
              <a:t>‹#›</a:t>
            </a:fld>
            <a:endParaRPr lang="zh-CN" altLang="en-US" dirty="0">
              <a:latin typeface="微软雅黑" pitchFamily="34" charset="-122"/>
              <a:ea typeface="微软雅黑" pitchFamily="34" charset="-122"/>
              <a:cs typeface="思源黑体 CN Regular" panose="020B0500000000000000"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itchFamily="34" charset="-122"/>
                <a:ea typeface="微软雅黑" pitchFamily="34" charset="-122"/>
                <a:cs typeface="微软雅黑"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itchFamily="34" charset="-122"/>
                <a:ea typeface="微软雅黑" pitchFamily="34" charset="-122"/>
                <a:cs typeface="微软雅黑" pitchFamily="34" charset="-122"/>
              </a:defRPr>
            </a:lvl1pPr>
          </a:lstStyle>
          <a:p>
            <a:fld id="{9772DEF4-D2A9-4024-B0A1-4C5CD9795129}" type="datetimeFigureOut">
              <a:rPr lang="zh-CN" altLang="en-US" smtClean="0"/>
              <a:pPr/>
              <a:t>2025/9/26</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itchFamily="34" charset="-122"/>
                <a:ea typeface="微软雅黑" pitchFamily="34" charset="-122"/>
                <a:cs typeface="微软雅黑"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itchFamily="34" charset="-122"/>
                <a:ea typeface="微软雅黑" pitchFamily="34" charset="-122"/>
                <a:cs typeface="微软雅黑" pitchFamily="34" charset="-122"/>
              </a:defRPr>
            </a:lvl1pPr>
          </a:lstStyle>
          <a:p>
            <a:fld id="{41349F9D-12AD-4500-AA84-711347E11110}" type="slidenum">
              <a:rPr lang="zh-CN" altLang="en-US" smtClean="0"/>
              <a:pPr/>
              <a:t>‹#›</a:t>
            </a:fld>
            <a:endParaRPr lang="zh-CN" altLang="en-US" dirty="0"/>
          </a:p>
        </p:txBody>
      </p:sp>
    </p:spTree>
    <p:extLst>
      <p:ext uri="{BB962C8B-B14F-4D97-AF65-F5344CB8AC3E}">
        <p14:creationId xmlns:p14="http://schemas.microsoft.com/office/powerpoint/2010/main" val="1725036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itchFamily="34" charset="-122"/>
        <a:ea typeface="微软雅黑" pitchFamily="34" charset="-122"/>
        <a:cs typeface="微软雅黑" pitchFamily="34" charset="-122"/>
      </a:defRPr>
    </a:lvl1pPr>
    <a:lvl2pPr marL="457200" algn="l" defTabSz="914400" rtl="0" eaLnBrk="1" latinLnBrk="0" hangingPunct="1">
      <a:defRPr sz="1200" kern="1200">
        <a:solidFill>
          <a:schemeClr val="tx1"/>
        </a:solidFill>
        <a:latin typeface="微软雅黑" pitchFamily="34" charset="-122"/>
        <a:ea typeface="微软雅黑" pitchFamily="34" charset="-122"/>
        <a:cs typeface="微软雅黑" pitchFamily="34" charset="-122"/>
      </a:defRPr>
    </a:lvl2pPr>
    <a:lvl3pPr marL="914400" algn="l" defTabSz="914400" rtl="0" eaLnBrk="1" latinLnBrk="0" hangingPunct="1">
      <a:defRPr sz="1200" kern="1200">
        <a:solidFill>
          <a:schemeClr val="tx1"/>
        </a:solidFill>
        <a:latin typeface="微软雅黑" pitchFamily="34" charset="-122"/>
        <a:ea typeface="微软雅黑" pitchFamily="34" charset="-122"/>
        <a:cs typeface="微软雅黑" pitchFamily="34" charset="-122"/>
      </a:defRPr>
    </a:lvl3pPr>
    <a:lvl4pPr marL="1371600" algn="l" defTabSz="914400" rtl="0" eaLnBrk="1" latinLnBrk="0" hangingPunct="1">
      <a:defRPr sz="1200" kern="1200">
        <a:solidFill>
          <a:schemeClr val="tx1"/>
        </a:solidFill>
        <a:latin typeface="微软雅黑" pitchFamily="34" charset="-122"/>
        <a:ea typeface="微软雅黑" pitchFamily="34" charset="-122"/>
        <a:cs typeface="微软雅黑" pitchFamily="34" charset="-122"/>
      </a:defRPr>
    </a:lvl4pPr>
    <a:lvl5pPr marL="1828800" algn="l" defTabSz="914400" rtl="0" eaLnBrk="1" latinLnBrk="0" hangingPunct="1">
      <a:defRPr sz="1200" kern="1200">
        <a:solidFill>
          <a:schemeClr val="tx1"/>
        </a:solidFill>
        <a:latin typeface="微软雅黑" pitchFamily="34" charset="-122"/>
        <a:ea typeface="微软雅黑" pitchFamily="34" charset="-122"/>
        <a:cs typeface="微软雅黑" pitchFamily="3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0741324-8A6D-4C70-887C-F5D275C5E7EA}" type="slidenum">
              <a:rPr kumimoji="0" lang="zh-CN" altLang="en-US" sz="1200" b="0" i="0" u="none" strike="noStrike" kern="1200" cap="none" spc="0" normalizeH="0" baseline="0" noProof="0" smtClean="0">
                <a:ln>
                  <a:noFill/>
                </a:ln>
                <a:solidFill>
                  <a:prstClr val="black"/>
                </a:solidFill>
                <a:effectLst/>
                <a:uLnTx/>
                <a:uFillTx/>
              </a:rPr>
              <a:t>1</a:t>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0741324-8A6D-4C70-887C-F5D275C5E7EA}" type="slidenum">
              <a:rPr kumimoji="0" lang="zh-CN" altLang="en-US" sz="1200" b="0" i="0" u="none" strike="noStrike" kern="1200" cap="none" spc="0" normalizeH="0" baseline="0" noProof="0" smtClean="0">
                <a:ln>
                  <a:noFill/>
                </a:ln>
                <a:solidFill>
                  <a:prstClr val="black"/>
                </a:solidFill>
                <a:effectLst/>
                <a:uLnTx/>
                <a:uFillTx/>
              </a:rPr>
              <a:t>2</a:t>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模板来自于：第一</a:t>
            </a:r>
            <a:r>
              <a:rPr lang="en-US" altLang="zh-CN" sz="1200" dirty="0">
                <a:latin typeface="微软雅黑" panose="020B0503020204020204" pitchFamily="34" charset="-122"/>
                <a:ea typeface="微软雅黑" panose="020B0503020204020204" pitchFamily="34" charset="-122"/>
              </a:rPr>
              <a:t>PPT</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https://www.1ppt.com/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0741324-8A6D-4C70-887C-F5D275C5E7EA}" type="slidenum">
              <a:rPr kumimoji="0" lang="zh-CN" altLang="en-US" sz="1200" b="0" i="0" u="none" strike="noStrike" kern="1200" cap="none" spc="0" normalizeH="0" baseline="0" noProof="0" smtClean="0">
                <a:ln>
                  <a:noFill/>
                </a:ln>
                <a:solidFill>
                  <a:prstClr val="black"/>
                </a:solidFill>
                <a:effectLst/>
                <a:uLnTx/>
                <a:uFillTx/>
              </a:rPr>
              <a:t>3</a:t>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0741324-8A6D-4C70-887C-F5D275C5E7EA}" type="slidenum">
              <a:rPr kumimoji="0" lang="zh-CN" altLang="en-US" sz="1200" b="0" i="0" u="none" strike="noStrike" kern="1200" cap="none" spc="0" normalizeH="0" baseline="0" noProof="0" smtClean="0">
                <a:ln>
                  <a:noFill/>
                </a:ln>
                <a:solidFill>
                  <a:prstClr val="black"/>
                </a:solidFill>
                <a:effectLst/>
                <a:uLnTx/>
                <a:uFillTx/>
              </a:rPr>
              <a:t>4</a:t>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0741324-8A6D-4C70-887C-F5D275C5E7EA}" type="slidenum">
              <a:rPr kumimoji="0" lang="zh-CN" altLang="en-US" sz="1200" b="0" i="0" u="none" strike="noStrike" kern="1200" cap="none" spc="0" normalizeH="0" baseline="0" noProof="0" smtClean="0">
                <a:ln>
                  <a:noFill/>
                </a:ln>
                <a:solidFill>
                  <a:prstClr val="black"/>
                </a:solidFill>
                <a:effectLst/>
                <a:uLnTx/>
                <a:uFillTx/>
              </a:rPr>
              <a:t>5</a:t>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0741324-8A6D-4C70-887C-F5D275C5E7EA}" type="slidenum">
              <a:rPr kumimoji="0" lang="zh-CN" altLang="en-US" sz="1200" b="0" i="0" u="none" strike="noStrike" kern="1200" cap="none" spc="0" normalizeH="0" baseline="0" noProof="0" smtClean="0">
                <a:ln>
                  <a:noFill/>
                </a:ln>
                <a:solidFill>
                  <a:prstClr val="black"/>
                </a:solidFill>
                <a:effectLst/>
                <a:uLnTx/>
                <a:uFillTx/>
              </a:rPr>
              <a:t>6</a:t>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0741324-8A6D-4C70-887C-F5D275C5E7EA}" type="slidenum">
              <a:rPr kumimoji="0" lang="zh-CN" altLang="en-US" sz="1200" b="0" i="0" u="none" strike="noStrike" kern="1200" cap="none" spc="0" normalizeH="0" baseline="0" noProof="0" smtClean="0">
                <a:ln>
                  <a:noFill/>
                </a:ln>
                <a:solidFill>
                  <a:prstClr val="black"/>
                </a:solidFill>
                <a:effectLst/>
                <a:uLnTx/>
                <a:uFillTx/>
              </a:rPr>
              <a:t>7</a:t>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0741324-8A6D-4C70-887C-F5D275C5E7EA}" type="slidenum">
              <a:rPr kumimoji="0" lang="zh-CN" altLang="en-US" sz="1200" b="0" i="0" u="none" strike="noStrike" kern="1200" cap="none" spc="0" normalizeH="0" baseline="0" noProof="0" smtClean="0">
                <a:ln>
                  <a:noFill/>
                </a:ln>
                <a:solidFill>
                  <a:prstClr val="black"/>
                </a:solidFill>
                <a:effectLst/>
                <a:uLnTx/>
                <a:uFillTx/>
              </a:rPr>
              <a:t>8</a:t>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0741324-8A6D-4C70-887C-F5D275C5E7EA}" type="slidenum">
              <a:rPr kumimoji="0" lang="zh-CN" altLang="en-US" sz="1200" b="0" i="0" u="none" strike="noStrike" kern="1200" cap="none" spc="0" normalizeH="0" baseline="0" noProof="0" smtClean="0">
                <a:ln>
                  <a:noFill/>
                </a:ln>
                <a:solidFill>
                  <a:prstClr val="black"/>
                </a:solidFill>
                <a:effectLst/>
                <a:uLnTx/>
                <a:uFillTx/>
              </a:rPr>
              <a:t>9</a:t>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0741324-8A6D-4C70-887C-F5D275C5E7EA}" type="slidenum">
              <a:rPr kumimoji="0" lang="zh-CN" altLang="en-US" sz="1200" b="0" i="0" u="none" strike="noStrike" kern="1200" cap="none" spc="0" normalizeH="0" baseline="0" noProof="0" smtClean="0">
                <a:ln>
                  <a:noFill/>
                </a:ln>
                <a:solidFill>
                  <a:prstClr val="black"/>
                </a:solidFill>
                <a:effectLst/>
                <a:uLnTx/>
                <a:uFillTx/>
              </a:rPr>
              <a:t>10</a:t>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0741324-8A6D-4C70-887C-F5D275C5E7EA}" type="slidenum">
              <a:rPr kumimoji="0" lang="zh-CN" altLang="en-US" sz="1200" b="0" i="0" u="none" strike="noStrike" kern="1200" cap="none" spc="0" normalizeH="0" baseline="0" noProof="0" smtClean="0">
                <a:ln>
                  <a:noFill/>
                </a:ln>
                <a:solidFill>
                  <a:prstClr val="black"/>
                </a:solidFill>
                <a:effectLst/>
                <a:uLnTx/>
                <a:uFillTx/>
              </a:rPr>
              <a:t>11</a:t>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0741324-8A6D-4C70-887C-F5D275C5E7EA}" type="slidenum">
              <a:rPr kumimoji="0" lang="zh-CN" altLang="en-US" sz="1200" b="0" i="0" u="none" strike="noStrike" kern="1200" cap="none" spc="0" normalizeH="0" baseline="0" noProof="0" smtClean="0">
                <a:ln>
                  <a:noFill/>
                </a:ln>
                <a:solidFill>
                  <a:prstClr val="black"/>
                </a:solidFill>
                <a:effectLst/>
                <a:uLnTx/>
                <a:uFillTx/>
              </a:rPr>
              <a:t>12</a:t>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0741324-8A6D-4C70-887C-F5D275C5E7EA}" type="slidenum">
              <a:rPr kumimoji="0" lang="zh-CN" altLang="en-US" sz="1200" b="0" i="0" u="none" strike="noStrike" kern="1200" cap="none" spc="0" normalizeH="0" baseline="0" noProof="0" smtClean="0">
                <a:ln>
                  <a:noFill/>
                </a:ln>
                <a:solidFill>
                  <a:prstClr val="black"/>
                </a:solidFill>
                <a:effectLst/>
                <a:uLnTx/>
                <a:uFillTx/>
              </a:rPr>
              <a:t>13</a:t>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ED8BB-22EE-926A-F6AB-B6F3170F369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125C0C3-BF9E-D123-C781-B3B3B408DE1D}"/>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C5E424C0-F044-47B7-145C-459479133E8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F3730EE-1E47-5EC8-A16C-BEC852E8A3A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0741324-8A6D-4C70-887C-F5D275C5E7EA}" type="slidenum">
              <a:rPr kumimoji="0" lang="zh-CN" altLang="en-US" sz="1200" b="0" i="0" u="none" strike="noStrike" kern="1200" cap="none" spc="0" normalizeH="0" baseline="0" noProof="0" smtClean="0">
                <a:ln>
                  <a:noFill/>
                </a:ln>
                <a:solidFill>
                  <a:prstClr val="black"/>
                </a:solidFill>
                <a:effectLst/>
                <a:uLnTx/>
                <a:uFillTx/>
              </a:rPr>
              <a:t>14</a:t>
            </a:fld>
            <a:endParaRPr kumimoji="0" lang="zh-CN" altLang="en-US" sz="1200" b="0" i="0" u="none" strike="noStrike" kern="120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22681320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9CF1D-AADA-859E-2106-88B8EEC5DE6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A2283D-99DA-022C-2B43-AEF2E2946208}"/>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7568B1B1-7CA5-3EEA-DEBD-FEC2D8BAD3F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106FF6D-EB2B-78A4-AD5B-32311587091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0741324-8A6D-4C70-887C-F5D275C5E7EA}" type="slidenum">
              <a:rPr kumimoji="0" lang="zh-CN" altLang="en-US" sz="1200" b="0" i="0" u="none" strike="noStrike" kern="1200" cap="none" spc="0" normalizeH="0" baseline="0" noProof="0" smtClean="0">
                <a:ln>
                  <a:noFill/>
                </a:ln>
                <a:solidFill>
                  <a:prstClr val="black"/>
                </a:solidFill>
                <a:effectLst/>
                <a:uLnTx/>
                <a:uFillTx/>
              </a:rPr>
              <a:t>15</a:t>
            </a:fld>
            <a:endParaRPr kumimoji="0" lang="zh-CN" altLang="en-US" sz="1200" b="0" i="0" u="none" strike="noStrike" kern="120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36500182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FFE6E-FD2D-518B-CFB8-D8FA6C88A0B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F20230C-10C9-29DA-58E3-50EBEB05AF19}"/>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ADEC6362-81A6-4EBF-E5AC-7D97147CF10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4C16C14-5328-80FF-4147-817AB439E4A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0741324-8A6D-4C70-887C-F5D275C5E7EA}" type="slidenum">
              <a:rPr kumimoji="0" lang="zh-CN" altLang="en-US" sz="1200" b="0" i="0" u="none" strike="noStrike" kern="1200" cap="none" spc="0" normalizeH="0" baseline="0" noProof="0" smtClean="0">
                <a:ln>
                  <a:noFill/>
                </a:ln>
                <a:solidFill>
                  <a:prstClr val="black"/>
                </a:solidFill>
                <a:effectLst/>
                <a:uLnTx/>
                <a:uFillTx/>
              </a:rPr>
              <a:t>16</a:t>
            </a:fld>
            <a:endParaRPr kumimoji="0" lang="zh-CN" altLang="en-US" sz="1200" b="0" i="0" u="none" strike="noStrike" kern="120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32775797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771AC-5680-435F-EC4B-AACA163BBC2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815083A-7899-C72C-5623-46B12FCE2751}"/>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211936ED-7515-987F-5FAA-1C5C9EC6B4C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311457A0-75F5-C7D0-F703-2E59B3755D9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0741324-8A6D-4C70-887C-F5D275C5E7EA}" type="slidenum">
              <a:rPr kumimoji="0" lang="zh-CN" altLang="en-US" sz="1200" b="0" i="0" u="none" strike="noStrike" kern="1200" cap="none" spc="0" normalizeH="0" baseline="0" noProof="0" smtClean="0">
                <a:ln>
                  <a:noFill/>
                </a:ln>
                <a:solidFill>
                  <a:prstClr val="black"/>
                </a:solidFill>
                <a:effectLst/>
                <a:uLnTx/>
                <a:uFillTx/>
              </a:rPr>
              <a:t>17</a:t>
            </a:fld>
            <a:endParaRPr kumimoji="0" lang="zh-CN" altLang="en-US" sz="1200" b="0" i="0" u="none" strike="noStrike" kern="120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12537849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27BFF-FCC1-FC79-2437-9FE504EAB09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FB99F86-7C6E-4FFF-130E-BDC9C790FE41}"/>
              </a:ext>
            </a:extLst>
          </p:cNvPr>
          <p:cNvSpPr>
            <a:spLocks noGrp="1" noRot="1" noChangeAspect="1"/>
          </p:cNvSpPr>
          <p:nvPr>
            <p:ph type="sldImg"/>
          </p:nvPr>
        </p:nvSpPr>
        <p:spPr>
          <a:xfrm>
            <a:off x="685800" y="1143000"/>
            <a:ext cx="5486400" cy="3086100"/>
          </a:xfrm>
        </p:spPr>
      </p:sp>
      <p:sp>
        <p:nvSpPr>
          <p:cNvPr id="3" name="备注占位符 2">
            <a:extLst>
              <a:ext uri="{FF2B5EF4-FFF2-40B4-BE49-F238E27FC236}">
                <a16:creationId xmlns:a16="http://schemas.microsoft.com/office/drawing/2014/main" id="{97E1E1BB-494F-9100-59EF-E24C02069DA0}"/>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64FF068-FCFE-B4AD-F8CE-5DAD80F2AE8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0741324-8A6D-4C70-887C-F5D275C5E7EA}" type="slidenum">
              <a:rPr kumimoji="0" lang="zh-CN" altLang="en-US" sz="1200" b="0" i="0" u="none" strike="noStrike" kern="1200" cap="none" spc="0" normalizeH="0" baseline="0" noProof="0" smtClean="0">
                <a:ln>
                  <a:noFill/>
                </a:ln>
                <a:solidFill>
                  <a:prstClr val="black"/>
                </a:solidFill>
                <a:effectLst/>
                <a:uLnTx/>
                <a:uFillTx/>
              </a:rPr>
              <a:t>18</a:t>
            </a:fld>
            <a:endParaRPr kumimoji="0" lang="zh-CN" altLang="en-US" sz="1200" b="0" i="0" u="none" strike="noStrike" kern="1200" cap="none" spc="0" normalizeH="0" baseline="0" noProof="0">
              <a:ln>
                <a:noFill/>
              </a:ln>
              <a:solidFill>
                <a:prstClr val="black"/>
              </a:solidFill>
              <a:effectLst/>
              <a:uLnTx/>
              <a:uFillTx/>
            </a:endParaRPr>
          </a:p>
        </p:txBody>
      </p:sp>
    </p:spTree>
    <p:extLst>
      <p:ext uri="{BB962C8B-B14F-4D97-AF65-F5344CB8AC3E}">
        <p14:creationId xmlns:p14="http://schemas.microsoft.com/office/powerpoint/2010/main" val="3873658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0741324-8A6D-4C70-887C-F5D275C5E7EA}" type="slidenum">
              <a:rPr kumimoji="0" lang="zh-CN" altLang="en-US" sz="1200" b="0" i="0" u="none" strike="noStrike" kern="1200" cap="none" spc="0" normalizeH="0" baseline="0" noProof="0" smtClean="0">
                <a:ln>
                  <a:noFill/>
                </a:ln>
                <a:solidFill>
                  <a:prstClr val="black"/>
                </a:solidFill>
                <a:effectLst/>
                <a:uLnTx/>
                <a:uFillTx/>
              </a:rPr>
              <a:t>19</a:t>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0741324-8A6D-4C70-887C-F5D275C5E7EA}" type="slidenum">
              <a:rPr kumimoji="0" lang="zh-CN" altLang="en-US" sz="1200" b="0" i="0" u="none" strike="noStrike" kern="1200" cap="none" spc="0" normalizeH="0" baseline="0" noProof="0" smtClean="0">
                <a:ln>
                  <a:noFill/>
                </a:ln>
                <a:solidFill>
                  <a:prstClr val="black"/>
                </a:solidFill>
                <a:effectLst/>
                <a:uLnTx/>
                <a:uFillTx/>
              </a:rPr>
              <a:t>20</a:t>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0741324-8A6D-4C70-887C-F5D275C5E7EA}" type="slidenum">
              <a:rPr kumimoji="0" lang="zh-CN" altLang="en-US" sz="1200" b="0" i="0" u="none" strike="noStrike" kern="1200" cap="none" spc="0" normalizeH="0" baseline="0" noProof="0" smtClean="0">
                <a:ln>
                  <a:noFill/>
                </a:ln>
                <a:solidFill>
                  <a:prstClr val="black"/>
                </a:solidFill>
                <a:effectLst/>
                <a:uLnTx/>
                <a:uFillTx/>
              </a:rPr>
              <a:t>21</a:t>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0741324-8A6D-4C70-887C-F5D275C5E7EA}" type="slidenum">
              <a:rPr kumimoji="0" lang="zh-CN" altLang="en-US" sz="1200" b="0" i="0" u="none" strike="noStrike" kern="1200" cap="none" spc="0" normalizeH="0" baseline="0" noProof="0" smtClean="0">
                <a:ln>
                  <a:noFill/>
                </a:ln>
                <a:solidFill>
                  <a:prstClr val="black"/>
                </a:solidFill>
                <a:effectLst/>
                <a:uLnTx/>
                <a:uFillTx/>
              </a:rPr>
              <a:t>22</a:t>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0741324-8A6D-4C70-887C-F5D275C5E7EA}" type="slidenum">
              <a:rPr kumimoji="0" lang="zh-CN" altLang="en-US" sz="1200" b="0" i="0" u="none" strike="noStrike" kern="1200" cap="none" spc="0" normalizeH="0" baseline="0" noProof="0" smtClean="0">
                <a:ln>
                  <a:noFill/>
                </a:ln>
                <a:solidFill>
                  <a:prstClr val="black"/>
                </a:solidFill>
                <a:effectLst/>
                <a:uLnTx/>
                <a:uFillTx/>
              </a:rPr>
              <a:t>23</a:t>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10741324-8A6D-4C70-887C-F5D275C5E7EA}" type="slidenum">
              <a:rPr kumimoji="0" lang="zh-CN" altLang="en-US" sz="1200" b="0" i="0" u="none" strike="noStrike" kern="1200" cap="none" spc="0" normalizeH="0" baseline="0" noProof="0" smtClean="0">
                <a:ln>
                  <a:noFill/>
                </a:ln>
                <a:solidFill>
                  <a:prstClr val="black"/>
                </a:solidFill>
                <a:effectLst/>
                <a:uLnTx/>
                <a:uFillTx/>
              </a:rPr>
              <a:t>24</a:t>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www.1ppt.com/xiazai/"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grpSp>
        <p:nvGrpSpPr>
          <p:cNvPr id="3" name="觅知网-不倒翁ID:189359941"/>
          <p:cNvGrpSpPr/>
          <p:nvPr userDrawn="1"/>
        </p:nvGrpSpPr>
        <p:grpSpPr>
          <a:xfrm>
            <a:off x="-178347" y="-186482"/>
            <a:ext cx="3810736" cy="6483102"/>
            <a:chOff x="695400" y="8111548"/>
            <a:chExt cx="3810736" cy="6483102"/>
          </a:xfrm>
          <a:solidFill>
            <a:srgbClr val="344778">
              <a:alpha val="5000"/>
            </a:srgbClr>
          </a:solidFill>
        </p:grpSpPr>
        <p:sp>
          <p:nvSpPr>
            <p:cNvPr id="4" name="觅知网-不倒翁ID:189359941"/>
            <p:cNvSpPr/>
            <p:nvPr/>
          </p:nvSpPr>
          <p:spPr bwMode="auto">
            <a:xfrm>
              <a:off x="3812011" y="13747819"/>
              <a:ext cx="694125" cy="465063"/>
            </a:xfrm>
            <a:custGeom>
              <a:avLst/>
              <a:gdLst>
                <a:gd name="T0" fmla="*/ 0 w 93"/>
                <a:gd name="T1" fmla="*/ 6 h 62"/>
                <a:gd name="T2" fmla="*/ 93 w 93"/>
                <a:gd name="T3" fmla="*/ 62 h 62"/>
                <a:gd name="T4" fmla="*/ 0 w 93"/>
                <a:gd name="T5" fmla="*/ 6 h 62"/>
              </a:gdLst>
              <a:ahLst/>
              <a:cxnLst>
                <a:cxn ang="0">
                  <a:pos x="T0" y="T1"/>
                </a:cxn>
                <a:cxn ang="0">
                  <a:pos x="T2" y="T3"/>
                </a:cxn>
                <a:cxn ang="0">
                  <a:pos x="T4" y="T5"/>
                </a:cxn>
              </a:cxnLst>
              <a:rect l="0" t="0" r="r" b="b"/>
              <a:pathLst>
                <a:path w="93" h="62">
                  <a:moveTo>
                    <a:pt x="0" y="6"/>
                  </a:moveTo>
                  <a:cubicBezTo>
                    <a:pt x="54" y="0"/>
                    <a:pt x="75" y="57"/>
                    <a:pt x="93" y="62"/>
                  </a:cubicBezTo>
                  <a:cubicBezTo>
                    <a:pt x="35" y="57"/>
                    <a:pt x="7" y="30"/>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5" name="觅知网-不倒翁ID:189359941"/>
            <p:cNvSpPr/>
            <p:nvPr/>
          </p:nvSpPr>
          <p:spPr bwMode="auto">
            <a:xfrm>
              <a:off x="3360830" y="13685350"/>
              <a:ext cx="631656" cy="492830"/>
            </a:xfrm>
            <a:custGeom>
              <a:avLst/>
              <a:gdLst>
                <a:gd name="T0" fmla="*/ 0 w 85"/>
                <a:gd name="T1" fmla="*/ 2 h 66"/>
                <a:gd name="T2" fmla="*/ 85 w 85"/>
                <a:gd name="T3" fmla="*/ 66 h 66"/>
                <a:gd name="T4" fmla="*/ 0 w 85"/>
                <a:gd name="T5" fmla="*/ 2 h 66"/>
              </a:gdLst>
              <a:ahLst/>
              <a:cxnLst>
                <a:cxn ang="0">
                  <a:pos x="T0" y="T1"/>
                </a:cxn>
                <a:cxn ang="0">
                  <a:pos x="T2" y="T3"/>
                </a:cxn>
                <a:cxn ang="0">
                  <a:pos x="T4" y="T5"/>
                </a:cxn>
              </a:cxnLst>
              <a:rect l="0" t="0" r="r" b="b"/>
              <a:pathLst>
                <a:path w="85" h="66">
                  <a:moveTo>
                    <a:pt x="0" y="2"/>
                  </a:moveTo>
                  <a:cubicBezTo>
                    <a:pt x="50" y="0"/>
                    <a:pt x="69" y="60"/>
                    <a:pt x="85" y="66"/>
                  </a:cubicBezTo>
                  <a:cubicBezTo>
                    <a:pt x="26" y="57"/>
                    <a:pt x="4" y="24"/>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6" name="觅知网-不倒翁ID:189359941"/>
            <p:cNvSpPr/>
            <p:nvPr/>
          </p:nvSpPr>
          <p:spPr bwMode="auto">
            <a:xfrm>
              <a:off x="2930473" y="13532643"/>
              <a:ext cx="562243" cy="555300"/>
            </a:xfrm>
            <a:custGeom>
              <a:avLst/>
              <a:gdLst>
                <a:gd name="T0" fmla="*/ 0 w 75"/>
                <a:gd name="T1" fmla="*/ 0 h 74"/>
                <a:gd name="T2" fmla="*/ 75 w 75"/>
                <a:gd name="T3" fmla="*/ 74 h 74"/>
                <a:gd name="T4" fmla="*/ 0 w 75"/>
                <a:gd name="T5" fmla="*/ 0 h 74"/>
              </a:gdLst>
              <a:ahLst/>
              <a:cxnLst>
                <a:cxn ang="0">
                  <a:pos x="T0" y="T1"/>
                </a:cxn>
                <a:cxn ang="0">
                  <a:pos x="T2" y="T3"/>
                </a:cxn>
                <a:cxn ang="0">
                  <a:pos x="T4" y="T5"/>
                </a:cxn>
              </a:cxnLst>
              <a:rect l="0" t="0" r="r" b="b"/>
              <a:pathLst>
                <a:path w="75" h="74">
                  <a:moveTo>
                    <a:pt x="0" y="0"/>
                  </a:moveTo>
                  <a:cubicBezTo>
                    <a:pt x="49" y="8"/>
                    <a:pt x="60" y="66"/>
                    <a:pt x="75" y="74"/>
                  </a:cubicBezTo>
                  <a:cubicBezTo>
                    <a:pt x="25" y="62"/>
                    <a:pt x="0" y="28"/>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7" name="觅知网-不倒翁ID:189359941"/>
            <p:cNvSpPr/>
            <p:nvPr/>
          </p:nvSpPr>
          <p:spPr bwMode="auto">
            <a:xfrm>
              <a:off x="2513998" y="13310524"/>
              <a:ext cx="492831" cy="624708"/>
            </a:xfrm>
            <a:custGeom>
              <a:avLst/>
              <a:gdLst>
                <a:gd name="T0" fmla="*/ 4 w 66"/>
                <a:gd name="T1" fmla="*/ 0 h 84"/>
                <a:gd name="T2" fmla="*/ 66 w 66"/>
                <a:gd name="T3" fmla="*/ 84 h 84"/>
                <a:gd name="T4" fmla="*/ 4 w 66"/>
                <a:gd name="T5" fmla="*/ 0 h 84"/>
              </a:gdLst>
              <a:ahLst/>
              <a:cxnLst>
                <a:cxn ang="0">
                  <a:pos x="T0" y="T1"/>
                </a:cxn>
                <a:cxn ang="0">
                  <a:pos x="T2" y="T3"/>
                </a:cxn>
                <a:cxn ang="0">
                  <a:pos x="T4" y="T5"/>
                </a:cxn>
              </a:cxnLst>
              <a:rect l="0" t="0" r="r" b="b"/>
              <a:pathLst>
                <a:path w="66" h="84">
                  <a:moveTo>
                    <a:pt x="4" y="0"/>
                  </a:moveTo>
                  <a:cubicBezTo>
                    <a:pt x="48" y="15"/>
                    <a:pt x="53" y="74"/>
                    <a:pt x="66" y="84"/>
                  </a:cubicBezTo>
                  <a:cubicBezTo>
                    <a:pt x="16" y="64"/>
                    <a:pt x="0" y="26"/>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8" name="觅知网-不倒翁ID:189359941"/>
            <p:cNvSpPr/>
            <p:nvPr/>
          </p:nvSpPr>
          <p:spPr bwMode="auto">
            <a:xfrm>
              <a:off x="2118352" y="13018993"/>
              <a:ext cx="437300" cy="694121"/>
            </a:xfrm>
            <a:custGeom>
              <a:avLst/>
              <a:gdLst>
                <a:gd name="T0" fmla="*/ 11 w 58"/>
                <a:gd name="T1" fmla="*/ 0 h 93"/>
                <a:gd name="T2" fmla="*/ 58 w 58"/>
                <a:gd name="T3" fmla="*/ 93 h 93"/>
                <a:gd name="T4" fmla="*/ 11 w 58"/>
                <a:gd name="T5" fmla="*/ 0 h 93"/>
              </a:gdLst>
              <a:ahLst/>
              <a:cxnLst>
                <a:cxn ang="0">
                  <a:pos x="T0" y="T1"/>
                </a:cxn>
                <a:cxn ang="0">
                  <a:pos x="T2" y="T3"/>
                </a:cxn>
                <a:cxn ang="0">
                  <a:pos x="T4" y="T5"/>
                </a:cxn>
              </a:cxnLst>
              <a:rect l="0" t="0" r="r" b="b"/>
              <a:pathLst>
                <a:path w="58" h="93">
                  <a:moveTo>
                    <a:pt x="11" y="0"/>
                  </a:moveTo>
                  <a:cubicBezTo>
                    <a:pt x="46" y="20"/>
                    <a:pt x="52" y="88"/>
                    <a:pt x="58" y="93"/>
                  </a:cubicBezTo>
                  <a:cubicBezTo>
                    <a:pt x="24" y="77"/>
                    <a:pt x="0" y="37"/>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9" name="觅知网-不倒翁ID:189359941"/>
            <p:cNvSpPr/>
            <p:nvPr/>
          </p:nvSpPr>
          <p:spPr bwMode="auto">
            <a:xfrm>
              <a:off x="1833759" y="12678873"/>
              <a:ext cx="347063" cy="735770"/>
            </a:xfrm>
            <a:custGeom>
              <a:avLst/>
              <a:gdLst>
                <a:gd name="T0" fmla="*/ 11 w 46"/>
                <a:gd name="T1" fmla="*/ 0 h 99"/>
                <a:gd name="T2" fmla="*/ 41 w 46"/>
                <a:gd name="T3" fmla="*/ 99 h 99"/>
                <a:gd name="T4" fmla="*/ 11 w 46"/>
                <a:gd name="T5" fmla="*/ 0 h 99"/>
              </a:gdLst>
              <a:ahLst/>
              <a:cxnLst>
                <a:cxn ang="0">
                  <a:pos x="T0" y="T1"/>
                </a:cxn>
                <a:cxn ang="0">
                  <a:pos x="T2" y="T3"/>
                </a:cxn>
                <a:cxn ang="0">
                  <a:pos x="T4" y="T5"/>
                </a:cxn>
              </a:cxnLst>
              <a:rect l="0" t="0" r="r" b="b"/>
              <a:pathLst>
                <a:path w="46" h="99">
                  <a:moveTo>
                    <a:pt x="11" y="0"/>
                  </a:moveTo>
                  <a:cubicBezTo>
                    <a:pt x="46" y="29"/>
                    <a:pt x="32" y="86"/>
                    <a:pt x="41" y="99"/>
                  </a:cubicBezTo>
                  <a:cubicBezTo>
                    <a:pt x="1" y="71"/>
                    <a:pt x="0" y="24"/>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0" name="觅知网-不倒翁ID:189359941"/>
            <p:cNvSpPr/>
            <p:nvPr/>
          </p:nvSpPr>
          <p:spPr bwMode="auto">
            <a:xfrm>
              <a:off x="1569991" y="12283223"/>
              <a:ext cx="347063" cy="770476"/>
            </a:xfrm>
            <a:custGeom>
              <a:avLst/>
              <a:gdLst>
                <a:gd name="T0" fmla="*/ 19 w 47"/>
                <a:gd name="T1" fmla="*/ 0 h 103"/>
                <a:gd name="T2" fmla="*/ 31 w 47"/>
                <a:gd name="T3" fmla="*/ 103 h 103"/>
                <a:gd name="T4" fmla="*/ 19 w 47"/>
                <a:gd name="T5" fmla="*/ 0 h 103"/>
              </a:gdLst>
              <a:ahLst/>
              <a:cxnLst>
                <a:cxn ang="0">
                  <a:pos x="T0" y="T1"/>
                </a:cxn>
                <a:cxn ang="0">
                  <a:pos x="T2" y="T3"/>
                </a:cxn>
                <a:cxn ang="0">
                  <a:pos x="T4" y="T5"/>
                </a:cxn>
              </a:cxnLst>
              <a:rect l="0" t="0" r="r" b="b"/>
              <a:pathLst>
                <a:path w="47" h="103">
                  <a:moveTo>
                    <a:pt x="19" y="0"/>
                  </a:moveTo>
                  <a:cubicBezTo>
                    <a:pt x="47" y="36"/>
                    <a:pt x="25" y="89"/>
                    <a:pt x="31" y="103"/>
                  </a:cubicBezTo>
                  <a:cubicBezTo>
                    <a:pt x="1" y="71"/>
                    <a:pt x="0" y="29"/>
                    <a:pt x="1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 name="觅知网-不倒翁ID:189359941"/>
            <p:cNvSpPr/>
            <p:nvPr/>
          </p:nvSpPr>
          <p:spPr bwMode="auto">
            <a:xfrm>
              <a:off x="1361753" y="11852871"/>
              <a:ext cx="360944" cy="770476"/>
            </a:xfrm>
            <a:custGeom>
              <a:avLst/>
              <a:gdLst>
                <a:gd name="T0" fmla="*/ 26 w 49"/>
                <a:gd name="T1" fmla="*/ 0 h 104"/>
                <a:gd name="T2" fmla="*/ 22 w 49"/>
                <a:gd name="T3" fmla="*/ 104 h 104"/>
                <a:gd name="T4" fmla="*/ 26 w 49"/>
                <a:gd name="T5" fmla="*/ 0 h 104"/>
              </a:gdLst>
              <a:ahLst/>
              <a:cxnLst>
                <a:cxn ang="0">
                  <a:pos x="T0" y="T1"/>
                </a:cxn>
                <a:cxn ang="0">
                  <a:pos x="T2" y="T3"/>
                </a:cxn>
                <a:cxn ang="0">
                  <a:pos x="T4" y="T5"/>
                </a:cxn>
              </a:cxnLst>
              <a:rect l="0" t="0" r="r" b="b"/>
              <a:pathLst>
                <a:path w="49" h="104">
                  <a:moveTo>
                    <a:pt x="26" y="0"/>
                  </a:moveTo>
                  <a:cubicBezTo>
                    <a:pt x="49" y="46"/>
                    <a:pt x="18" y="90"/>
                    <a:pt x="22" y="104"/>
                  </a:cubicBezTo>
                  <a:cubicBezTo>
                    <a:pt x="0" y="72"/>
                    <a:pt x="0" y="32"/>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 name="觅知网-不倒翁ID:189359941"/>
            <p:cNvSpPr/>
            <p:nvPr/>
          </p:nvSpPr>
          <p:spPr bwMode="auto">
            <a:xfrm>
              <a:off x="1181283" y="11401685"/>
              <a:ext cx="402593" cy="770476"/>
            </a:xfrm>
            <a:custGeom>
              <a:avLst/>
              <a:gdLst>
                <a:gd name="T0" fmla="*/ 38 w 54"/>
                <a:gd name="T1" fmla="*/ 0 h 103"/>
                <a:gd name="T2" fmla="*/ 20 w 54"/>
                <a:gd name="T3" fmla="*/ 103 h 103"/>
                <a:gd name="T4" fmla="*/ 38 w 54"/>
                <a:gd name="T5" fmla="*/ 0 h 103"/>
              </a:gdLst>
              <a:ahLst/>
              <a:cxnLst>
                <a:cxn ang="0">
                  <a:pos x="T0" y="T1"/>
                </a:cxn>
                <a:cxn ang="0">
                  <a:pos x="T2" y="T3"/>
                </a:cxn>
                <a:cxn ang="0">
                  <a:pos x="T4" y="T5"/>
                </a:cxn>
              </a:cxnLst>
              <a:rect l="0" t="0" r="r" b="b"/>
              <a:pathLst>
                <a:path w="54" h="103">
                  <a:moveTo>
                    <a:pt x="38" y="0"/>
                  </a:moveTo>
                  <a:cubicBezTo>
                    <a:pt x="54" y="46"/>
                    <a:pt x="19" y="89"/>
                    <a:pt x="20" y="103"/>
                  </a:cubicBezTo>
                  <a:cubicBezTo>
                    <a:pt x="0" y="66"/>
                    <a:pt x="11" y="27"/>
                    <a:pt x="3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 name="觅知网-不倒翁ID:189359941"/>
            <p:cNvSpPr/>
            <p:nvPr/>
          </p:nvSpPr>
          <p:spPr bwMode="auto">
            <a:xfrm>
              <a:off x="1118814" y="10950508"/>
              <a:ext cx="381769" cy="735770"/>
            </a:xfrm>
            <a:custGeom>
              <a:avLst/>
              <a:gdLst>
                <a:gd name="T0" fmla="*/ 42 w 51"/>
                <a:gd name="T1" fmla="*/ 0 h 99"/>
                <a:gd name="T2" fmla="*/ 11 w 51"/>
                <a:gd name="T3" fmla="*/ 99 h 99"/>
                <a:gd name="T4" fmla="*/ 42 w 51"/>
                <a:gd name="T5" fmla="*/ 0 h 99"/>
              </a:gdLst>
              <a:ahLst/>
              <a:cxnLst>
                <a:cxn ang="0">
                  <a:pos x="T0" y="T1"/>
                </a:cxn>
                <a:cxn ang="0">
                  <a:pos x="T2" y="T3"/>
                </a:cxn>
                <a:cxn ang="0">
                  <a:pos x="T4" y="T5"/>
                </a:cxn>
              </a:cxnLst>
              <a:rect l="0" t="0" r="r" b="b"/>
              <a:pathLst>
                <a:path w="51" h="99">
                  <a:moveTo>
                    <a:pt x="42" y="0"/>
                  </a:moveTo>
                  <a:cubicBezTo>
                    <a:pt x="51" y="36"/>
                    <a:pt x="12" y="95"/>
                    <a:pt x="11" y="99"/>
                  </a:cubicBezTo>
                  <a:cubicBezTo>
                    <a:pt x="0" y="67"/>
                    <a:pt x="4" y="33"/>
                    <a:pt x="4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 name="觅知网-不倒翁ID:189359941"/>
            <p:cNvSpPr/>
            <p:nvPr/>
          </p:nvSpPr>
          <p:spPr bwMode="auto">
            <a:xfrm>
              <a:off x="1084103" y="10492388"/>
              <a:ext cx="402593" cy="701064"/>
            </a:xfrm>
            <a:custGeom>
              <a:avLst/>
              <a:gdLst>
                <a:gd name="T0" fmla="*/ 52 w 54"/>
                <a:gd name="T1" fmla="*/ 0 h 94"/>
                <a:gd name="T2" fmla="*/ 9 w 54"/>
                <a:gd name="T3" fmla="*/ 94 h 94"/>
                <a:gd name="T4" fmla="*/ 52 w 54"/>
                <a:gd name="T5" fmla="*/ 0 h 94"/>
              </a:gdLst>
              <a:ahLst/>
              <a:cxnLst>
                <a:cxn ang="0">
                  <a:pos x="T0" y="T1"/>
                </a:cxn>
                <a:cxn ang="0">
                  <a:pos x="T2" y="T3"/>
                </a:cxn>
                <a:cxn ang="0">
                  <a:pos x="T4" y="T5"/>
                </a:cxn>
              </a:cxnLst>
              <a:rect l="0" t="0" r="r" b="b"/>
              <a:pathLst>
                <a:path w="54" h="94">
                  <a:moveTo>
                    <a:pt x="52" y="0"/>
                  </a:moveTo>
                  <a:cubicBezTo>
                    <a:pt x="54" y="48"/>
                    <a:pt x="11" y="81"/>
                    <a:pt x="9" y="94"/>
                  </a:cubicBezTo>
                  <a:cubicBezTo>
                    <a:pt x="0" y="61"/>
                    <a:pt x="9" y="29"/>
                    <a:pt x="5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 name="觅知网-不倒翁ID:189359941"/>
            <p:cNvSpPr/>
            <p:nvPr/>
          </p:nvSpPr>
          <p:spPr bwMode="auto">
            <a:xfrm>
              <a:off x="1097989" y="10055089"/>
              <a:ext cx="472006" cy="645537"/>
            </a:xfrm>
            <a:custGeom>
              <a:avLst/>
              <a:gdLst>
                <a:gd name="T0" fmla="*/ 63 w 63"/>
                <a:gd name="T1" fmla="*/ 0 h 87"/>
                <a:gd name="T2" fmla="*/ 8 w 63"/>
                <a:gd name="T3" fmla="*/ 87 h 87"/>
                <a:gd name="T4" fmla="*/ 63 w 63"/>
                <a:gd name="T5" fmla="*/ 0 h 87"/>
              </a:gdLst>
              <a:ahLst/>
              <a:cxnLst>
                <a:cxn ang="0">
                  <a:pos x="T0" y="T1"/>
                </a:cxn>
                <a:cxn ang="0">
                  <a:pos x="T2" y="T3"/>
                </a:cxn>
                <a:cxn ang="0">
                  <a:pos x="T4" y="T5"/>
                </a:cxn>
              </a:cxnLst>
              <a:rect l="0" t="0" r="r" b="b"/>
              <a:pathLst>
                <a:path w="63" h="87">
                  <a:moveTo>
                    <a:pt x="63" y="0"/>
                  </a:moveTo>
                  <a:cubicBezTo>
                    <a:pt x="59" y="44"/>
                    <a:pt x="11" y="75"/>
                    <a:pt x="8" y="87"/>
                  </a:cubicBezTo>
                  <a:cubicBezTo>
                    <a:pt x="0" y="39"/>
                    <a:pt x="32" y="19"/>
                    <a:pt x="6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 name="觅知网-不倒翁ID:189359941"/>
            <p:cNvSpPr/>
            <p:nvPr/>
          </p:nvSpPr>
          <p:spPr bwMode="auto">
            <a:xfrm>
              <a:off x="3464953" y="14115706"/>
              <a:ext cx="1013420" cy="478944"/>
            </a:xfrm>
            <a:custGeom>
              <a:avLst/>
              <a:gdLst>
                <a:gd name="T0" fmla="*/ 0 w 136"/>
                <a:gd name="T1" fmla="*/ 37 h 64"/>
                <a:gd name="T2" fmla="*/ 136 w 136"/>
                <a:gd name="T3" fmla="*/ 19 h 64"/>
                <a:gd name="T4" fmla="*/ 0 w 136"/>
                <a:gd name="T5" fmla="*/ 37 h 64"/>
              </a:gdLst>
              <a:ahLst/>
              <a:cxnLst>
                <a:cxn ang="0">
                  <a:pos x="T0" y="T1"/>
                </a:cxn>
                <a:cxn ang="0">
                  <a:pos x="T2" y="T3"/>
                </a:cxn>
                <a:cxn ang="0">
                  <a:pos x="T4" y="T5"/>
                </a:cxn>
              </a:cxnLst>
              <a:rect l="0" t="0" r="r" b="b"/>
              <a:pathLst>
                <a:path w="136" h="64">
                  <a:moveTo>
                    <a:pt x="0" y="37"/>
                  </a:moveTo>
                  <a:cubicBezTo>
                    <a:pt x="68" y="64"/>
                    <a:pt x="104" y="27"/>
                    <a:pt x="136" y="19"/>
                  </a:cubicBezTo>
                  <a:cubicBezTo>
                    <a:pt x="70" y="0"/>
                    <a:pt x="50" y="35"/>
                    <a:pt x="0"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7" name="觅知网-不倒翁ID:189359941"/>
            <p:cNvSpPr/>
            <p:nvPr/>
          </p:nvSpPr>
          <p:spPr bwMode="auto">
            <a:xfrm>
              <a:off x="2965184" y="14039351"/>
              <a:ext cx="1013420" cy="472001"/>
            </a:xfrm>
            <a:custGeom>
              <a:avLst/>
              <a:gdLst>
                <a:gd name="T0" fmla="*/ 0 w 136"/>
                <a:gd name="T1" fmla="*/ 28 h 63"/>
                <a:gd name="T2" fmla="*/ 136 w 136"/>
                <a:gd name="T3" fmla="*/ 24 h 63"/>
                <a:gd name="T4" fmla="*/ 0 w 136"/>
                <a:gd name="T5" fmla="*/ 28 h 63"/>
              </a:gdLst>
              <a:ahLst/>
              <a:cxnLst>
                <a:cxn ang="0">
                  <a:pos x="T0" y="T1"/>
                </a:cxn>
                <a:cxn ang="0">
                  <a:pos x="T2" y="T3"/>
                </a:cxn>
                <a:cxn ang="0">
                  <a:pos x="T4" y="T5"/>
                </a:cxn>
              </a:cxnLst>
              <a:rect l="0" t="0" r="r" b="b"/>
              <a:pathLst>
                <a:path w="136" h="63">
                  <a:moveTo>
                    <a:pt x="0" y="28"/>
                  </a:moveTo>
                  <a:cubicBezTo>
                    <a:pt x="67" y="63"/>
                    <a:pt x="106" y="28"/>
                    <a:pt x="136" y="24"/>
                  </a:cubicBezTo>
                  <a:cubicBezTo>
                    <a:pt x="72" y="0"/>
                    <a:pt x="49" y="31"/>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8" name="觅知网-不倒翁ID:189359941"/>
            <p:cNvSpPr/>
            <p:nvPr/>
          </p:nvSpPr>
          <p:spPr bwMode="auto">
            <a:xfrm>
              <a:off x="2479296" y="13893587"/>
              <a:ext cx="999538" cy="478944"/>
            </a:xfrm>
            <a:custGeom>
              <a:avLst/>
              <a:gdLst>
                <a:gd name="T0" fmla="*/ 0 w 134"/>
                <a:gd name="T1" fmla="*/ 19 h 64"/>
                <a:gd name="T2" fmla="*/ 134 w 134"/>
                <a:gd name="T3" fmla="*/ 32 h 64"/>
                <a:gd name="T4" fmla="*/ 0 w 134"/>
                <a:gd name="T5" fmla="*/ 19 h 64"/>
              </a:gdLst>
              <a:ahLst/>
              <a:cxnLst>
                <a:cxn ang="0">
                  <a:pos x="T0" y="T1"/>
                </a:cxn>
                <a:cxn ang="0">
                  <a:pos x="T2" y="T3"/>
                </a:cxn>
                <a:cxn ang="0">
                  <a:pos x="T4" y="T5"/>
                </a:cxn>
              </a:cxnLst>
              <a:rect l="0" t="0" r="r" b="b"/>
              <a:pathLst>
                <a:path w="134" h="64">
                  <a:moveTo>
                    <a:pt x="0" y="19"/>
                  </a:moveTo>
                  <a:cubicBezTo>
                    <a:pt x="60" y="64"/>
                    <a:pt x="106" y="33"/>
                    <a:pt x="134" y="32"/>
                  </a:cubicBezTo>
                  <a:cubicBezTo>
                    <a:pt x="69" y="0"/>
                    <a:pt x="48" y="30"/>
                    <a:pt x="0"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9" name="觅知网-不倒翁ID:189359941"/>
            <p:cNvSpPr/>
            <p:nvPr/>
          </p:nvSpPr>
          <p:spPr bwMode="auto">
            <a:xfrm>
              <a:off x="2028115" y="13692288"/>
              <a:ext cx="964832" cy="444238"/>
            </a:xfrm>
            <a:custGeom>
              <a:avLst/>
              <a:gdLst>
                <a:gd name="T0" fmla="*/ 0 w 129"/>
                <a:gd name="T1" fmla="*/ 7 h 60"/>
                <a:gd name="T2" fmla="*/ 129 w 129"/>
                <a:gd name="T3" fmla="*/ 39 h 60"/>
                <a:gd name="T4" fmla="*/ 0 w 129"/>
                <a:gd name="T5" fmla="*/ 7 h 60"/>
              </a:gdLst>
              <a:ahLst/>
              <a:cxnLst>
                <a:cxn ang="0">
                  <a:pos x="T0" y="T1"/>
                </a:cxn>
                <a:cxn ang="0">
                  <a:pos x="T2" y="T3"/>
                </a:cxn>
                <a:cxn ang="0">
                  <a:pos x="T4" y="T5"/>
                </a:cxn>
              </a:cxnLst>
              <a:rect l="0" t="0" r="r" b="b"/>
              <a:pathLst>
                <a:path w="129" h="60">
                  <a:moveTo>
                    <a:pt x="0" y="7"/>
                  </a:moveTo>
                  <a:cubicBezTo>
                    <a:pt x="53" y="60"/>
                    <a:pt x="106" y="36"/>
                    <a:pt x="129" y="39"/>
                  </a:cubicBezTo>
                  <a:cubicBezTo>
                    <a:pt x="76" y="0"/>
                    <a:pt x="39" y="22"/>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20" name="觅知网-不倒翁ID:189359941"/>
            <p:cNvSpPr/>
            <p:nvPr/>
          </p:nvSpPr>
          <p:spPr bwMode="auto">
            <a:xfrm>
              <a:off x="1639403" y="13372994"/>
              <a:ext cx="895420" cy="423418"/>
            </a:xfrm>
            <a:custGeom>
              <a:avLst/>
              <a:gdLst>
                <a:gd name="T0" fmla="*/ 0 w 120"/>
                <a:gd name="T1" fmla="*/ 1 h 57"/>
                <a:gd name="T2" fmla="*/ 120 w 120"/>
                <a:gd name="T3" fmla="*/ 52 h 57"/>
                <a:gd name="T4" fmla="*/ 0 w 120"/>
                <a:gd name="T5" fmla="*/ 1 h 57"/>
              </a:gdLst>
              <a:ahLst/>
              <a:cxnLst>
                <a:cxn ang="0">
                  <a:pos x="T0" y="T1"/>
                </a:cxn>
                <a:cxn ang="0">
                  <a:pos x="T2" y="T3"/>
                </a:cxn>
                <a:cxn ang="0">
                  <a:pos x="T4" y="T5"/>
                </a:cxn>
              </a:cxnLst>
              <a:rect l="0" t="0" r="r" b="b"/>
              <a:pathLst>
                <a:path w="120" h="57">
                  <a:moveTo>
                    <a:pt x="0" y="1"/>
                  </a:moveTo>
                  <a:cubicBezTo>
                    <a:pt x="37" y="57"/>
                    <a:pt x="98" y="47"/>
                    <a:pt x="120" y="52"/>
                  </a:cubicBezTo>
                  <a:cubicBezTo>
                    <a:pt x="60" y="0"/>
                    <a:pt x="40" y="25"/>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21" name="觅知网-不倒翁ID:189359941"/>
            <p:cNvSpPr/>
            <p:nvPr/>
          </p:nvSpPr>
          <p:spPr bwMode="auto">
            <a:xfrm>
              <a:off x="1327051" y="12956519"/>
              <a:ext cx="798244" cy="506712"/>
            </a:xfrm>
            <a:custGeom>
              <a:avLst/>
              <a:gdLst>
                <a:gd name="T0" fmla="*/ 0 w 107"/>
                <a:gd name="T1" fmla="*/ 0 h 68"/>
                <a:gd name="T2" fmla="*/ 107 w 107"/>
                <a:gd name="T3" fmla="*/ 68 h 68"/>
                <a:gd name="T4" fmla="*/ 0 w 107"/>
                <a:gd name="T5" fmla="*/ 0 h 68"/>
              </a:gdLst>
              <a:ahLst/>
              <a:cxnLst>
                <a:cxn ang="0">
                  <a:pos x="T0" y="T1"/>
                </a:cxn>
                <a:cxn ang="0">
                  <a:pos x="T2" y="T3"/>
                </a:cxn>
                <a:cxn ang="0">
                  <a:pos x="T4" y="T5"/>
                </a:cxn>
              </a:cxnLst>
              <a:rect l="0" t="0" r="r" b="b"/>
              <a:pathLst>
                <a:path w="107" h="68">
                  <a:moveTo>
                    <a:pt x="0" y="0"/>
                  </a:moveTo>
                  <a:cubicBezTo>
                    <a:pt x="29" y="64"/>
                    <a:pt x="87" y="60"/>
                    <a:pt x="107" y="68"/>
                  </a:cubicBezTo>
                  <a:cubicBezTo>
                    <a:pt x="57" y="8"/>
                    <a:pt x="35" y="28"/>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22" name="觅知网-不倒翁ID:189359941"/>
            <p:cNvSpPr/>
            <p:nvPr/>
          </p:nvSpPr>
          <p:spPr bwMode="auto">
            <a:xfrm>
              <a:off x="1084103" y="12484517"/>
              <a:ext cx="701068" cy="617769"/>
            </a:xfrm>
            <a:custGeom>
              <a:avLst/>
              <a:gdLst>
                <a:gd name="T0" fmla="*/ 0 w 94"/>
                <a:gd name="T1" fmla="*/ 0 h 83"/>
                <a:gd name="T2" fmla="*/ 94 w 94"/>
                <a:gd name="T3" fmla="*/ 83 h 83"/>
                <a:gd name="T4" fmla="*/ 0 w 94"/>
                <a:gd name="T5" fmla="*/ 0 h 83"/>
              </a:gdLst>
              <a:ahLst/>
              <a:cxnLst>
                <a:cxn ang="0">
                  <a:pos x="T0" y="T1"/>
                </a:cxn>
                <a:cxn ang="0">
                  <a:pos x="T2" y="T3"/>
                </a:cxn>
                <a:cxn ang="0">
                  <a:pos x="T4" y="T5"/>
                </a:cxn>
              </a:cxnLst>
              <a:rect l="0" t="0" r="r" b="b"/>
              <a:pathLst>
                <a:path w="94" h="83">
                  <a:moveTo>
                    <a:pt x="0" y="0"/>
                  </a:moveTo>
                  <a:cubicBezTo>
                    <a:pt x="20" y="67"/>
                    <a:pt x="83" y="75"/>
                    <a:pt x="94" y="83"/>
                  </a:cubicBezTo>
                  <a:cubicBezTo>
                    <a:pt x="65" y="24"/>
                    <a:pt x="27" y="28"/>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23" name="觅知网-不倒翁ID:189359941"/>
            <p:cNvSpPr/>
            <p:nvPr/>
          </p:nvSpPr>
          <p:spPr bwMode="auto">
            <a:xfrm>
              <a:off x="917515" y="11991691"/>
              <a:ext cx="590006" cy="694121"/>
            </a:xfrm>
            <a:custGeom>
              <a:avLst/>
              <a:gdLst>
                <a:gd name="T0" fmla="*/ 0 w 79"/>
                <a:gd name="T1" fmla="*/ 0 h 93"/>
                <a:gd name="T2" fmla="*/ 79 w 79"/>
                <a:gd name="T3" fmla="*/ 93 h 93"/>
                <a:gd name="T4" fmla="*/ 0 w 79"/>
                <a:gd name="T5" fmla="*/ 0 h 93"/>
              </a:gdLst>
              <a:ahLst/>
              <a:cxnLst>
                <a:cxn ang="0">
                  <a:pos x="T0" y="T1"/>
                </a:cxn>
                <a:cxn ang="0">
                  <a:pos x="T2" y="T3"/>
                </a:cxn>
                <a:cxn ang="0">
                  <a:pos x="T4" y="T5"/>
                </a:cxn>
              </a:cxnLst>
              <a:rect l="0" t="0" r="r" b="b"/>
              <a:pathLst>
                <a:path w="79" h="93">
                  <a:moveTo>
                    <a:pt x="0" y="0"/>
                  </a:moveTo>
                  <a:cubicBezTo>
                    <a:pt x="8" y="67"/>
                    <a:pt x="68" y="82"/>
                    <a:pt x="79" y="93"/>
                  </a:cubicBezTo>
                  <a:cubicBezTo>
                    <a:pt x="59" y="30"/>
                    <a:pt x="22" y="2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24" name="觅知网-不倒翁ID:189359941"/>
            <p:cNvSpPr/>
            <p:nvPr/>
          </p:nvSpPr>
          <p:spPr bwMode="auto">
            <a:xfrm>
              <a:off x="792571" y="11484984"/>
              <a:ext cx="506712" cy="742713"/>
            </a:xfrm>
            <a:custGeom>
              <a:avLst/>
              <a:gdLst>
                <a:gd name="T0" fmla="*/ 3 w 68"/>
                <a:gd name="T1" fmla="*/ 0 h 100"/>
                <a:gd name="T2" fmla="*/ 68 w 68"/>
                <a:gd name="T3" fmla="*/ 100 h 100"/>
                <a:gd name="T4" fmla="*/ 3 w 68"/>
                <a:gd name="T5" fmla="*/ 0 h 100"/>
              </a:gdLst>
              <a:ahLst/>
              <a:cxnLst>
                <a:cxn ang="0">
                  <a:pos x="T0" y="T1"/>
                </a:cxn>
                <a:cxn ang="0">
                  <a:pos x="T2" y="T3"/>
                </a:cxn>
                <a:cxn ang="0">
                  <a:pos x="T4" y="T5"/>
                </a:cxn>
              </a:cxnLst>
              <a:rect l="0" t="0" r="r" b="b"/>
              <a:pathLst>
                <a:path w="68" h="100">
                  <a:moveTo>
                    <a:pt x="3" y="0"/>
                  </a:moveTo>
                  <a:cubicBezTo>
                    <a:pt x="0" y="62"/>
                    <a:pt x="62" y="91"/>
                    <a:pt x="68" y="100"/>
                  </a:cubicBezTo>
                  <a:cubicBezTo>
                    <a:pt x="61" y="41"/>
                    <a:pt x="17" y="23"/>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25" name="觅知网-不倒翁ID:189359941"/>
            <p:cNvSpPr/>
            <p:nvPr/>
          </p:nvSpPr>
          <p:spPr bwMode="auto">
            <a:xfrm>
              <a:off x="723159" y="10978276"/>
              <a:ext cx="444238" cy="777419"/>
            </a:xfrm>
            <a:custGeom>
              <a:avLst/>
              <a:gdLst>
                <a:gd name="T0" fmla="*/ 8 w 59"/>
                <a:gd name="T1" fmla="*/ 0 h 104"/>
                <a:gd name="T2" fmla="*/ 59 w 59"/>
                <a:gd name="T3" fmla="*/ 104 h 104"/>
                <a:gd name="T4" fmla="*/ 8 w 59"/>
                <a:gd name="T5" fmla="*/ 0 h 104"/>
              </a:gdLst>
              <a:ahLst/>
              <a:cxnLst>
                <a:cxn ang="0">
                  <a:pos x="T0" y="T1"/>
                </a:cxn>
                <a:cxn ang="0">
                  <a:pos x="T2" y="T3"/>
                </a:cxn>
                <a:cxn ang="0">
                  <a:pos x="T4" y="T5"/>
                </a:cxn>
              </a:cxnLst>
              <a:rect l="0" t="0" r="r" b="b"/>
              <a:pathLst>
                <a:path w="59" h="104">
                  <a:moveTo>
                    <a:pt x="8" y="0"/>
                  </a:moveTo>
                  <a:cubicBezTo>
                    <a:pt x="0" y="61"/>
                    <a:pt x="53" y="92"/>
                    <a:pt x="59" y="104"/>
                  </a:cubicBezTo>
                  <a:cubicBezTo>
                    <a:pt x="56" y="39"/>
                    <a:pt x="25" y="3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26" name="觅知网-不倒翁ID:189359941"/>
            <p:cNvSpPr/>
            <p:nvPr/>
          </p:nvSpPr>
          <p:spPr bwMode="auto">
            <a:xfrm>
              <a:off x="695400" y="10464625"/>
              <a:ext cx="458120" cy="798244"/>
            </a:xfrm>
            <a:custGeom>
              <a:avLst/>
              <a:gdLst>
                <a:gd name="T0" fmla="*/ 16 w 61"/>
                <a:gd name="T1" fmla="*/ 0 h 107"/>
                <a:gd name="T2" fmla="*/ 54 w 61"/>
                <a:gd name="T3" fmla="*/ 107 h 107"/>
                <a:gd name="T4" fmla="*/ 16 w 61"/>
                <a:gd name="T5" fmla="*/ 0 h 107"/>
              </a:gdLst>
              <a:ahLst/>
              <a:cxnLst>
                <a:cxn ang="0">
                  <a:pos x="T0" y="T1"/>
                </a:cxn>
                <a:cxn ang="0">
                  <a:pos x="T2" y="T3"/>
                </a:cxn>
                <a:cxn ang="0">
                  <a:pos x="T4" y="T5"/>
                </a:cxn>
              </a:cxnLst>
              <a:rect l="0" t="0" r="r" b="b"/>
              <a:pathLst>
                <a:path w="61" h="107">
                  <a:moveTo>
                    <a:pt x="16" y="0"/>
                  </a:moveTo>
                  <a:cubicBezTo>
                    <a:pt x="0" y="59"/>
                    <a:pt x="51" y="98"/>
                    <a:pt x="54" y="107"/>
                  </a:cubicBezTo>
                  <a:cubicBezTo>
                    <a:pt x="61" y="50"/>
                    <a:pt x="30" y="28"/>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27" name="觅知网-不倒翁ID:189359941"/>
            <p:cNvSpPr/>
            <p:nvPr/>
          </p:nvSpPr>
          <p:spPr bwMode="auto">
            <a:xfrm>
              <a:off x="743997" y="9957913"/>
              <a:ext cx="458120" cy="812125"/>
            </a:xfrm>
            <a:custGeom>
              <a:avLst/>
              <a:gdLst>
                <a:gd name="T0" fmla="*/ 24 w 62"/>
                <a:gd name="T1" fmla="*/ 0 h 109"/>
                <a:gd name="T2" fmla="*/ 48 w 62"/>
                <a:gd name="T3" fmla="*/ 109 h 109"/>
                <a:gd name="T4" fmla="*/ 24 w 62"/>
                <a:gd name="T5" fmla="*/ 0 h 109"/>
              </a:gdLst>
              <a:ahLst/>
              <a:cxnLst>
                <a:cxn ang="0">
                  <a:pos x="T0" y="T1"/>
                </a:cxn>
                <a:cxn ang="0">
                  <a:pos x="T2" y="T3"/>
                </a:cxn>
                <a:cxn ang="0">
                  <a:pos x="T4" y="T5"/>
                </a:cxn>
              </a:cxnLst>
              <a:rect l="0" t="0" r="r" b="b"/>
              <a:pathLst>
                <a:path w="62" h="109">
                  <a:moveTo>
                    <a:pt x="24" y="0"/>
                  </a:moveTo>
                  <a:cubicBezTo>
                    <a:pt x="0" y="50"/>
                    <a:pt x="47" y="102"/>
                    <a:pt x="48" y="109"/>
                  </a:cubicBezTo>
                  <a:cubicBezTo>
                    <a:pt x="62" y="56"/>
                    <a:pt x="34" y="26"/>
                    <a:pt x="2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28" name="觅知网-不倒翁ID:189359941"/>
            <p:cNvSpPr/>
            <p:nvPr/>
          </p:nvSpPr>
          <p:spPr bwMode="auto">
            <a:xfrm>
              <a:off x="1410354" y="8451672"/>
              <a:ext cx="874595" cy="1478482"/>
            </a:xfrm>
            <a:custGeom>
              <a:avLst/>
              <a:gdLst>
                <a:gd name="T0" fmla="*/ 114 w 117"/>
                <a:gd name="T1" fmla="*/ 0 h 198"/>
                <a:gd name="T2" fmla="*/ 0 w 117"/>
                <a:gd name="T3" fmla="*/ 197 h 198"/>
                <a:gd name="T4" fmla="*/ 4 w 117"/>
                <a:gd name="T5" fmla="*/ 198 h 198"/>
                <a:gd name="T6" fmla="*/ 117 w 117"/>
                <a:gd name="T7" fmla="*/ 3 h 198"/>
                <a:gd name="T8" fmla="*/ 114 w 117"/>
                <a:gd name="T9" fmla="*/ 0 h 198"/>
              </a:gdLst>
              <a:ahLst/>
              <a:cxnLst>
                <a:cxn ang="0">
                  <a:pos x="T0" y="T1"/>
                </a:cxn>
                <a:cxn ang="0">
                  <a:pos x="T2" y="T3"/>
                </a:cxn>
                <a:cxn ang="0">
                  <a:pos x="T4" y="T5"/>
                </a:cxn>
                <a:cxn ang="0">
                  <a:pos x="T6" y="T7"/>
                </a:cxn>
                <a:cxn ang="0">
                  <a:pos x="T8" y="T9"/>
                </a:cxn>
              </a:cxnLst>
              <a:rect l="0" t="0" r="r" b="b"/>
              <a:pathLst>
                <a:path w="117" h="198">
                  <a:moveTo>
                    <a:pt x="114" y="0"/>
                  </a:moveTo>
                  <a:cubicBezTo>
                    <a:pt x="70" y="46"/>
                    <a:pt x="25" y="118"/>
                    <a:pt x="0" y="197"/>
                  </a:cubicBezTo>
                  <a:cubicBezTo>
                    <a:pt x="4" y="198"/>
                    <a:pt x="4" y="198"/>
                    <a:pt x="4" y="198"/>
                  </a:cubicBezTo>
                  <a:cubicBezTo>
                    <a:pt x="28" y="120"/>
                    <a:pt x="73" y="48"/>
                    <a:pt x="117" y="3"/>
                  </a:cubicBezTo>
                  <a:lnTo>
                    <a:pt x="11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29" name="觅知网-不倒翁ID:189359941"/>
            <p:cNvSpPr/>
            <p:nvPr/>
          </p:nvSpPr>
          <p:spPr bwMode="auto">
            <a:xfrm>
              <a:off x="1167410" y="8410023"/>
              <a:ext cx="916244" cy="1735303"/>
            </a:xfrm>
            <a:custGeom>
              <a:avLst/>
              <a:gdLst>
                <a:gd name="T0" fmla="*/ 120 w 123"/>
                <a:gd name="T1" fmla="*/ 0 h 233"/>
                <a:gd name="T2" fmla="*/ 0 w 123"/>
                <a:gd name="T3" fmla="*/ 233 h 233"/>
                <a:gd name="T4" fmla="*/ 4 w 123"/>
                <a:gd name="T5" fmla="*/ 233 h 233"/>
                <a:gd name="T6" fmla="*/ 123 w 123"/>
                <a:gd name="T7" fmla="*/ 2 h 233"/>
                <a:gd name="T8" fmla="*/ 120 w 123"/>
                <a:gd name="T9" fmla="*/ 0 h 233"/>
              </a:gdLst>
              <a:ahLst/>
              <a:cxnLst>
                <a:cxn ang="0">
                  <a:pos x="T0" y="T1"/>
                </a:cxn>
                <a:cxn ang="0">
                  <a:pos x="T2" y="T3"/>
                </a:cxn>
                <a:cxn ang="0">
                  <a:pos x="T4" y="T5"/>
                </a:cxn>
                <a:cxn ang="0">
                  <a:pos x="T6" y="T7"/>
                </a:cxn>
                <a:cxn ang="0">
                  <a:pos x="T8" y="T9"/>
                </a:cxn>
              </a:cxnLst>
              <a:rect l="0" t="0" r="r" b="b"/>
              <a:pathLst>
                <a:path w="123" h="233">
                  <a:moveTo>
                    <a:pt x="120" y="0"/>
                  </a:moveTo>
                  <a:cubicBezTo>
                    <a:pt x="67" y="58"/>
                    <a:pt x="21" y="141"/>
                    <a:pt x="0" y="233"/>
                  </a:cubicBezTo>
                  <a:cubicBezTo>
                    <a:pt x="4" y="233"/>
                    <a:pt x="4" y="233"/>
                    <a:pt x="4" y="233"/>
                  </a:cubicBezTo>
                  <a:cubicBezTo>
                    <a:pt x="24" y="143"/>
                    <a:pt x="70" y="60"/>
                    <a:pt x="123" y="2"/>
                  </a:cubicBezTo>
                  <a:lnTo>
                    <a:pt x="12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30" name="觅知网-不倒翁ID:189359941"/>
            <p:cNvSpPr/>
            <p:nvPr/>
          </p:nvSpPr>
          <p:spPr bwMode="auto">
            <a:xfrm>
              <a:off x="1070230" y="8111548"/>
              <a:ext cx="1055069" cy="1721422"/>
            </a:xfrm>
            <a:custGeom>
              <a:avLst/>
              <a:gdLst>
                <a:gd name="T0" fmla="*/ 139 w 142"/>
                <a:gd name="T1" fmla="*/ 0 h 231"/>
                <a:gd name="T2" fmla="*/ 0 w 142"/>
                <a:gd name="T3" fmla="*/ 230 h 231"/>
                <a:gd name="T4" fmla="*/ 4 w 142"/>
                <a:gd name="T5" fmla="*/ 231 h 231"/>
                <a:gd name="T6" fmla="*/ 142 w 142"/>
                <a:gd name="T7" fmla="*/ 2 h 231"/>
                <a:gd name="T8" fmla="*/ 139 w 142"/>
                <a:gd name="T9" fmla="*/ 0 h 231"/>
              </a:gdLst>
              <a:ahLst/>
              <a:cxnLst>
                <a:cxn ang="0">
                  <a:pos x="T0" y="T1"/>
                </a:cxn>
                <a:cxn ang="0">
                  <a:pos x="T2" y="T3"/>
                </a:cxn>
                <a:cxn ang="0">
                  <a:pos x="T4" y="T5"/>
                </a:cxn>
                <a:cxn ang="0">
                  <a:pos x="T6" y="T7"/>
                </a:cxn>
                <a:cxn ang="0">
                  <a:pos x="T8" y="T9"/>
                </a:cxn>
              </a:cxnLst>
              <a:rect l="0" t="0" r="r" b="b"/>
              <a:pathLst>
                <a:path w="142" h="231">
                  <a:moveTo>
                    <a:pt x="139" y="0"/>
                  </a:moveTo>
                  <a:cubicBezTo>
                    <a:pt x="90" y="44"/>
                    <a:pt x="31" y="132"/>
                    <a:pt x="0" y="230"/>
                  </a:cubicBezTo>
                  <a:cubicBezTo>
                    <a:pt x="4" y="231"/>
                    <a:pt x="4" y="231"/>
                    <a:pt x="4" y="231"/>
                  </a:cubicBezTo>
                  <a:cubicBezTo>
                    <a:pt x="33" y="135"/>
                    <a:pt x="92" y="47"/>
                    <a:pt x="142" y="2"/>
                  </a:cubicBezTo>
                  <a:lnTo>
                    <a:pt x="13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grpSp>
      <p:grpSp>
        <p:nvGrpSpPr>
          <p:cNvPr id="31" name="觅知网-不倒翁ID:189359941"/>
          <p:cNvGrpSpPr/>
          <p:nvPr userDrawn="1"/>
        </p:nvGrpSpPr>
        <p:grpSpPr>
          <a:xfrm>
            <a:off x="8538181" y="-186482"/>
            <a:ext cx="3885111" cy="6528617"/>
            <a:chOff x="5056479" y="8111548"/>
            <a:chExt cx="3885111" cy="6528617"/>
          </a:xfrm>
          <a:solidFill>
            <a:srgbClr val="344778">
              <a:alpha val="5000"/>
            </a:srgbClr>
          </a:solidFill>
        </p:grpSpPr>
        <p:sp>
          <p:nvSpPr>
            <p:cNvPr id="32" name="觅知网-不倒翁ID:189359941"/>
            <p:cNvSpPr/>
            <p:nvPr/>
          </p:nvSpPr>
          <p:spPr bwMode="auto">
            <a:xfrm>
              <a:off x="5137796" y="13747819"/>
              <a:ext cx="687182" cy="465063"/>
            </a:xfrm>
            <a:custGeom>
              <a:avLst/>
              <a:gdLst>
                <a:gd name="T0" fmla="*/ 92 w 92"/>
                <a:gd name="T1" fmla="*/ 6 h 62"/>
                <a:gd name="T2" fmla="*/ 0 w 92"/>
                <a:gd name="T3" fmla="*/ 62 h 62"/>
                <a:gd name="T4" fmla="*/ 92 w 92"/>
                <a:gd name="T5" fmla="*/ 6 h 62"/>
              </a:gdLst>
              <a:ahLst/>
              <a:cxnLst>
                <a:cxn ang="0">
                  <a:pos x="T0" y="T1"/>
                </a:cxn>
                <a:cxn ang="0">
                  <a:pos x="T2" y="T3"/>
                </a:cxn>
                <a:cxn ang="0">
                  <a:pos x="T4" y="T5"/>
                </a:cxn>
              </a:cxnLst>
              <a:rect l="0" t="0" r="r" b="b"/>
              <a:pathLst>
                <a:path w="92" h="62">
                  <a:moveTo>
                    <a:pt x="92" y="6"/>
                  </a:moveTo>
                  <a:cubicBezTo>
                    <a:pt x="39" y="0"/>
                    <a:pt x="18" y="57"/>
                    <a:pt x="0" y="62"/>
                  </a:cubicBezTo>
                  <a:cubicBezTo>
                    <a:pt x="58" y="57"/>
                    <a:pt x="86" y="30"/>
                    <a:pt x="9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33" name="觅知网-不倒翁ID:189359941"/>
            <p:cNvSpPr/>
            <p:nvPr/>
          </p:nvSpPr>
          <p:spPr bwMode="auto">
            <a:xfrm>
              <a:off x="5644509" y="13685350"/>
              <a:ext cx="638594" cy="492830"/>
            </a:xfrm>
            <a:custGeom>
              <a:avLst/>
              <a:gdLst>
                <a:gd name="T0" fmla="*/ 85 w 85"/>
                <a:gd name="T1" fmla="*/ 2 h 66"/>
                <a:gd name="T2" fmla="*/ 0 w 85"/>
                <a:gd name="T3" fmla="*/ 66 h 66"/>
                <a:gd name="T4" fmla="*/ 85 w 85"/>
                <a:gd name="T5" fmla="*/ 2 h 66"/>
              </a:gdLst>
              <a:ahLst/>
              <a:cxnLst>
                <a:cxn ang="0">
                  <a:pos x="T0" y="T1"/>
                </a:cxn>
                <a:cxn ang="0">
                  <a:pos x="T2" y="T3"/>
                </a:cxn>
                <a:cxn ang="0">
                  <a:pos x="T4" y="T5"/>
                </a:cxn>
              </a:cxnLst>
              <a:rect l="0" t="0" r="r" b="b"/>
              <a:pathLst>
                <a:path w="85" h="66">
                  <a:moveTo>
                    <a:pt x="85" y="2"/>
                  </a:moveTo>
                  <a:cubicBezTo>
                    <a:pt x="35" y="0"/>
                    <a:pt x="17" y="60"/>
                    <a:pt x="0" y="66"/>
                  </a:cubicBezTo>
                  <a:cubicBezTo>
                    <a:pt x="59" y="57"/>
                    <a:pt x="82" y="24"/>
                    <a:pt x="85"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34" name="觅知网-不倒翁ID:189359941"/>
            <p:cNvSpPr/>
            <p:nvPr/>
          </p:nvSpPr>
          <p:spPr bwMode="auto">
            <a:xfrm>
              <a:off x="6151217" y="13532643"/>
              <a:ext cx="562243" cy="555300"/>
            </a:xfrm>
            <a:custGeom>
              <a:avLst/>
              <a:gdLst>
                <a:gd name="T0" fmla="*/ 75 w 75"/>
                <a:gd name="T1" fmla="*/ 0 h 74"/>
                <a:gd name="T2" fmla="*/ 0 w 75"/>
                <a:gd name="T3" fmla="*/ 74 h 74"/>
                <a:gd name="T4" fmla="*/ 75 w 75"/>
                <a:gd name="T5" fmla="*/ 0 h 74"/>
              </a:gdLst>
              <a:ahLst/>
              <a:cxnLst>
                <a:cxn ang="0">
                  <a:pos x="T0" y="T1"/>
                </a:cxn>
                <a:cxn ang="0">
                  <a:pos x="T2" y="T3"/>
                </a:cxn>
                <a:cxn ang="0">
                  <a:pos x="T4" y="T5"/>
                </a:cxn>
              </a:cxnLst>
              <a:rect l="0" t="0" r="r" b="b"/>
              <a:pathLst>
                <a:path w="75" h="74">
                  <a:moveTo>
                    <a:pt x="75" y="0"/>
                  </a:moveTo>
                  <a:cubicBezTo>
                    <a:pt x="26" y="8"/>
                    <a:pt x="15" y="66"/>
                    <a:pt x="0" y="74"/>
                  </a:cubicBezTo>
                  <a:cubicBezTo>
                    <a:pt x="50" y="62"/>
                    <a:pt x="74" y="28"/>
                    <a:pt x="7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35" name="觅知网-不倒翁ID:189359941"/>
            <p:cNvSpPr/>
            <p:nvPr/>
          </p:nvSpPr>
          <p:spPr bwMode="auto">
            <a:xfrm>
              <a:off x="6637104" y="13310524"/>
              <a:ext cx="492831" cy="624708"/>
            </a:xfrm>
            <a:custGeom>
              <a:avLst/>
              <a:gdLst>
                <a:gd name="T0" fmla="*/ 62 w 66"/>
                <a:gd name="T1" fmla="*/ 0 h 84"/>
                <a:gd name="T2" fmla="*/ 0 w 66"/>
                <a:gd name="T3" fmla="*/ 84 h 84"/>
                <a:gd name="T4" fmla="*/ 62 w 66"/>
                <a:gd name="T5" fmla="*/ 0 h 84"/>
              </a:gdLst>
              <a:ahLst/>
              <a:cxnLst>
                <a:cxn ang="0">
                  <a:pos x="T0" y="T1"/>
                </a:cxn>
                <a:cxn ang="0">
                  <a:pos x="T2" y="T3"/>
                </a:cxn>
                <a:cxn ang="0">
                  <a:pos x="T4" y="T5"/>
                </a:cxn>
              </a:cxnLst>
              <a:rect l="0" t="0" r="r" b="b"/>
              <a:pathLst>
                <a:path w="66" h="84">
                  <a:moveTo>
                    <a:pt x="62" y="0"/>
                  </a:moveTo>
                  <a:cubicBezTo>
                    <a:pt x="18" y="15"/>
                    <a:pt x="13" y="74"/>
                    <a:pt x="0" y="84"/>
                  </a:cubicBezTo>
                  <a:cubicBezTo>
                    <a:pt x="50" y="64"/>
                    <a:pt x="66" y="26"/>
                    <a:pt x="6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36" name="觅知网-不倒翁ID:189359941"/>
            <p:cNvSpPr/>
            <p:nvPr/>
          </p:nvSpPr>
          <p:spPr bwMode="auto">
            <a:xfrm>
              <a:off x="7095224" y="13018993"/>
              <a:ext cx="430357" cy="694121"/>
            </a:xfrm>
            <a:custGeom>
              <a:avLst/>
              <a:gdLst>
                <a:gd name="T0" fmla="*/ 47 w 58"/>
                <a:gd name="T1" fmla="*/ 0 h 93"/>
                <a:gd name="T2" fmla="*/ 0 w 58"/>
                <a:gd name="T3" fmla="*/ 93 h 93"/>
                <a:gd name="T4" fmla="*/ 47 w 58"/>
                <a:gd name="T5" fmla="*/ 0 h 93"/>
              </a:gdLst>
              <a:ahLst/>
              <a:cxnLst>
                <a:cxn ang="0">
                  <a:pos x="T0" y="T1"/>
                </a:cxn>
                <a:cxn ang="0">
                  <a:pos x="T2" y="T3"/>
                </a:cxn>
                <a:cxn ang="0">
                  <a:pos x="T4" y="T5"/>
                </a:cxn>
              </a:cxnLst>
              <a:rect l="0" t="0" r="r" b="b"/>
              <a:pathLst>
                <a:path w="58" h="93">
                  <a:moveTo>
                    <a:pt x="47" y="0"/>
                  </a:moveTo>
                  <a:cubicBezTo>
                    <a:pt x="11" y="20"/>
                    <a:pt x="6" y="88"/>
                    <a:pt x="0" y="93"/>
                  </a:cubicBezTo>
                  <a:cubicBezTo>
                    <a:pt x="34" y="77"/>
                    <a:pt x="58" y="37"/>
                    <a:pt x="4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37" name="觅知网-不倒翁ID:189359941"/>
            <p:cNvSpPr/>
            <p:nvPr/>
          </p:nvSpPr>
          <p:spPr bwMode="auto">
            <a:xfrm>
              <a:off x="7463111" y="12678873"/>
              <a:ext cx="347063" cy="735770"/>
            </a:xfrm>
            <a:custGeom>
              <a:avLst/>
              <a:gdLst>
                <a:gd name="T0" fmla="*/ 34 w 46"/>
                <a:gd name="T1" fmla="*/ 0 h 99"/>
                <a:gd name="T2" fmla="*/ 5 w 46"/>
                <a:gd name="T3" fmla="*/ 99 h 99"/>
                <a:gd name="T4" fmla="*/ 34 w 46"/>
                <a:gd name="T5" fmla="*/ 0 h 99"/>
              </a:gdLst>
              <a:ahLst/>
              <a:cxnLst>
                <a:cxn ang="0">
                  <a:pos x="T0" y="T1"/>
                </a:cxn>
                <a:cxn ang="0">
                  <a:pos x="T2" y="T3"/>
                </a:cxn>
                <a:cxn ang="0">
                  <a:pos x="T4" y="T5"/>
                </a:cxn>
              </a:cxnLst>
              <a:rect l="0" t="0" r="r" b="b"/>
              <a:pathLst>
                <a:path w="46" h="99">
                  <a:moveTo>
                    <a:pt x="34" y="0"/>
                  </a:moveTo>
                  <a:cubicBezTo>
                    <a:pt x="0" y="29"/>
                    <a:pt x="14" y="86"/>
                    <a:pt x="5" y="99"/>
                  </a:cubicBezTo>
                  <a:cubicBezTo>
                    <a:pt x="45" y="71"/>
                    <a:pt x="46" y="24"/>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38" name="觅知网-不倒翁ID:189359941"/>
            <p:cNvSpPr/>
            <p:nvPr/>
          </p:nvSpPr>
          <p:spPr bwMode="auto">
            <a:xfrm>
              <a:off x="7726880" y="12283223"/>
              <a:ext cx="347063" cy="770476"/>
            </a:xfrm>
            <a:custGeom>
              <a:avLst/>
              <a:gdLst>
                <a:gd name="T0" fmla="*/ 28 w 47"/>
                <a:gd name="T1" fmla="*/ 0 h 103"/>
                <a:gd name="T2" fmla="*/ 16 w 47"/>
                <a:gd name="T3" fmla="*/ 103 h 103"/>
                <a:gd name="T4" fmla="*/ 28 w 47"/>
                <a:gd name="T5" fmla="*/ 0 h 103"/>
              </a:gdLst>
              <a:ahLst/>
              <a:cxnLst>
                <a:cxn ang="0">
                  <a:pos x="T0" y="T1"/>
                </a:cxn>
                <a:cxn ang="0">
                  <a:pos x="T2" y="T3"/>
                </a:cxn>
                <a:cxn ang="0">
                  <a:pos x="T4" y="T5"/>
                </a:cxn>
              </a:cxnLst>
              <a:rect l="0" t="0" r="r" b="b"/>
              <a:pathLst>
                <a:path w="47" h="103">
                  <a:moveTo>
                    <a:pt x="28" y="0"/>
                  </a:moveTo>
                  <a:cubicBezTo>
                    <a:pt x="0" y="36"/>
                    <a:pt x="22" y="89"/>
                    <a:pt x="16" y="103"/>
                  </a:cubicBezTo>
                  <a:cubicBezTo>
                    <a:pt x="46" y="71"/>
                    <a:pt x="47" y="29"/>
                    <a:pt x="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39" name="觅知网-不倒翁ID:189359941"/>
            <p:cNvSpPr/>
            <p:nvPr/>
          </p:nvSpPr>
          <p:spPr bwMode="auto">
            <a:xfrm>
              <a:off x="7921231" y="11852871"/>
              <a:ext cx="360944" cy="770476"/>
            </a:xfrm>
            <a:custGeom>
              <a:avLst/>
              <a:gdLst>
                <a:gd name="T0" fmla="*/ 23 w 49"/>
                <a:gd name="T1" fmla="*/ 0 h 104"/>
                <a:gd name="T2" fmla="*/ 26 w 49"/>
                <a:gd name="T3" fmla="*/ 104 h 104"/>
                <a:gd name="T4" fmla="*/ 23 w 49"/>
                <a:gd name="T5" fmla="*/ 0 h 104"/>
              </a:gdLst>
              <a:ahLst/>
              <a:cxnLst>
                <a:cxn ang="0">
                  <a:pos x="T0" y="T1"/>
                </a:cxn>
                <a:cxn ang="0">
                  <a:pos x="T2" y="T3"/>
                </a:cxn>
                <a:cxn ang="0">
                  <a:pos x="T4" y="T5"/>
                </a:cxn>
              </a:cxnLst>
              <a:rect l="0" t="0" r="r" b="b"/>
              <a:pathLst>
                <a:path w="49" h="104">
                  <a:moveTo>
                    <a:pt x="23" y="0"/>
                  </a:moveTo>
                  <a:cubicBezTo>
                    <a:pt x="0" y="46"/>
                    <a:pt x="31" y="90"/>
                    <a:pt x="26" y="104"/>
                  </a:cubicBezTo>
                  <a:cubicBezTo>
                    <a:pt x="48" y="72"/>
                    <a:pt x="49" y="32"/>
                    <a:pt x="2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40" name="觅知网-不倒翁ID:189359941"/>
            <p:cNvSpPr/>
            <p:nvPr/>
          </p:nvSpPr>
          <p:spPr bwMode="auto">
            <a:xfrm>
              <a:off x="8060056" y="11401685"/>
              <a:ext cx="395655" cy="770476"/>
            </a:xfrm>
            <a:custGeom>
              <a:avLst/>
              <a:gdLst>
                <a:gd name="T0" fmla="*/ 16 w 53"/>
                <a:gd name="T1" fmla="*/ 0 h 103"/>
                <a:gd name="T2" fmla="*/ 34 w 53"/>
                <a:gd name="T3" fmla="*/ 103 h 103"/>
                <a:gd name="T4" fmla="*/ 16 w 53"/>
                <a:gd name="T5" fmla="*/ 0 h 103"/>
              </a:gdLst>
              <a:ahLst/>
              <a:cxnLst>
                <a:cxn ang="0">
                  <a:pos x="T0" y="T1"/>
                </a:cxn>
                <a:cxn ang="0">
                  <a:pos x="T2" y="T3"/>
                </a:cxn>
                <a:cxn ang="0">
                  <a:pos x="T4" y="T5"/>
                </a:cxn>
              </a:cxnLst>
              <a:rect l="0" t="0" r="r" b="b"/>
              <a:pathLst>
                <a:path w="53" h="103">
                  <a:moveTo>
                    <a:pt x="16" y="0"/>
                  </a:moveTo>
                  <a:cubicBezTo>
                    <a:pt x="0" y="46"/>
                    <a:pt x="35" y="89"/>
                    <a:pt x="34" y="103"/>
                  </a:cubicBezTo>
                  <a:cubicBezTo>
                    <a:pt x="53" y="66"/>
                    <a:pt x="43" y="27"/>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41" name="觅知网-不倒翁ID:189359941"/>
            <p:cNvSpPr/>
            <p:nvPr/>
          </p:nvSpPr>
          <p:spPr bwMode="auto">
            <a:xfrm>
              <a:off x="8143355" y="10950508"/>
              <a:ext cx="381769" cy="735770"/>
            </a:xfrm>
            <a:custGeom>
              <a:avLst/>
              <a:gdLst>
                <a:gd name="T0" fmla="*/ 8 w 51"/>
                <a:gd name="T1" fmla="*/ 0 h 99"/>
                <a:gd name="T2" fmla="*/ 39 w 51"/>
                <a:gd name="T3" fmla="*/ 99 h 99"/>
                <a:gd name="T4" fmla="*/ 8 w 51"/>
                <a:gd name="T5" fmla="*/ 0 h 99"/>
              </a:gdLst>
              <a:ahLst/>
              <a:cxnLst>
                <a:cxn ang="0">
                  <a:pos x="T0" y="T1"/>
                </a:cxn>
                <a:cxn ang="0">
                  <a:pos x="T2" y="T3"/>
                </a:cxn>
                <a:cxn ang="0">
                  <a:pos x="T4" y="T5"/>
                </a:cxn>
              </a:cxnLst>
              <a:rect l="0" t="0" r="r" b="b"/>
              <a:pathLst>
                <a:path w="51" h="99">
                  <a:moveTo>
                    <a:pt x="8" y="0"/>
                  </a:moveTo>
                  <a:cubicBezTo>
                    <a:pt x="0" y="36"/>
                    <a:pt x="39" y="95"/>
                    <a:pt x="39" y="99"/>
                  </a:cubicBezTo>
                  <a:cubicBezTo>
                    <a:pt x="51" y="67"/>
                    <a:pt x="47" y="33"/>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42" name="觅知网-不倒翁ID:189359941"/>
            <p:cNvSpPr/>
            <p:nvPr/>
          </p:nvSpPr>
          <p:spPr bwMode="auto">
            <a:xfrm>
              <a:off x="8157236" y="10492388"/>
              <a:ext cx="402593" cy="701064"/>
            </a:xfrm>
            <a:custGeom>
              <a:avLst/>
              <a:gdLst>
                <a:gd name="T0" fmla="*/ 2 w 54"/>
                <a:gd name="T1" fmla="*/ 0 h 94"/>
                <a:gd name="T2" fmla="*/ 45 w 54"/>
                <a:gd name="T3" fmla="*/ 94 h 94"/>
                <a:gd name="T4" fmla="*/ 2 w 54"/>
                <a:gd name="T5" fmla="*/ 0 h 94"/>
              </a:gdLst>
              <a:ahLst/>
              <a:cxnLst>
                <a:cxn ang="0">
                  <a:pos x="T0" y="T1"/>
                </a:cxn>
                <a:cxn ang="0">
                  <a:pos x="T2" y="T3"/>
                </a:cxn>
                <a:cxn ang="0">
                  <a:pos x="T4" y="T5"/>
                </a:cxn>
              </a:cxnLst>
              <a:rect l="0" t="0" r="r" b="b"/>
              <a:pathLst>
                <a:path w="54" h="94">
                  <a:moveTo>
                    <a:pt x="2" y="0"/>
                  </a:moveTo>
                  <a:cubicBezTo>
                    <a:pt x="0" y="48"/>
                    <a:pt x="43" y="81"/>
                    <a:pt x="45" y="94"/>
                  </a:cubicBezTo>
                  <a:cubicBezTo>
                    <a:pt x="54" y="61"/>
                    <a:pt x="45" y="29"/>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43" name="觅知网-不倒翁ID:189359941"/>
            <p:cNvSpPr/>
            <p:nvPr/>
          </p:nvSpPr>
          <p:spPr bwMode="auto">
            <a:xfrm>
              <a:off x="8073938" y="10055089"/>
              <a:ext cx="465063" cy="645537"/>
            </a:xfrm>
            <a:custGeom>
              <a:avLst/>
              <a:gdLst>
                <a:gd name="T0" fmla="*/ 0 w 62"/>
                <a:gd name="T1" fmla="*/ 0 h 87"/>
                <a:gd name="T2" fmla="*/ 55 w 62"/>
                <a:gd name="T3" fmla="*/ 87 h 87"/>
                <a:gd name="T4" fmla="*/ 0 w 62"/>
                <a:gd name="T5" fmla="*/ 0 h 87"/>
              </a:gdLst>
              <a:ahLst/>
              <a:cxnLst>
                <a:cxn ang="0">
                  <a:pos x="T0" y="T1"/>
                </a:cxn>
                <a:cxn ang="0">
                  <a:pos x="T2" y="T3"/>
                </a:cxn>
                <a:cxn ang="0">
                  <a:pos x="T4" y="T5"/>
                </a:cxn>
              </a:cxnLst>
              <a:rect l="0" t="0" r="r" b="b"/>
              <a:pathLst>
                <a:path w="62" h="87">
                  <a:moveTo>
                    <a:pt x="0" y="0"/>
                  </a:moveTo>
                  <a:cubicBezTo>
                    <a:pt x="3" y="44"/>
                    <a:pt x="51" y="75"/>
                    <a:pt x="55" y="87"/>
                  </a:cubicBezTo>
                  <a:cubicBezTo>
                    <a:pt x="62" y="39"/>
                    <a:pt x="30" y="1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44" name="觅知网-不倒翁ID:189359941"/>
            <p:cNvSpPr/>
            <p:nvPr/>
          </p:nvSpPr>
          <p:spPr bwMode="auto">
            <a:xfrm>
              <a:off x="5165560" y="14115706"/>
              <a:ext cx="1020363" cy="478944"/>
            </a:xfrm>
            <a:custGeom>
              <a:avLst/>
              <a:gdLst>
                <a:gd name="T0" fmla="*/ 136 w 136"/>
                <a:gd name="T1" fmla="*/ 37 h 64"/>
                <a:gd name="T2" fmla="*/ 0 w 136"/>
                <a:gd name="T3" fmla="*/ 19 h 64"/>
                <a:gd name="T4" fmla="*/ 136 w 136"/>
                <a:gd name="T5" fmla="*/ 37 h 64"/>
              </a:gdLst>
              <a:ahLst/>
              <a:cxnLst>
                <a:cxn ang="0">
                  <a:pos x="T0" y="T1"/>
                </a:cxn>
                <a:cxn ang="0">
                  <a:pos x="T2" y="T3"/>
                </a:cxn>
                <a:cxn ang="0">
                  <a:pos x="T4" y="T5"/>
                </a:cxn>
              </a:cxnLst>
              <a:rect l="0" t="0" r="r" b="b"/>
              <a:pathLst>
                <a:path w="136" h="64">
                  <a:moveTo>
                    <a:pt x="136" y="37"/>
                  </a:moveTo>
                  <a:cubicBezTo>
                    <a:pt x="67" y="64"/>
                    <a:pt x="31" y="27"/>
                    <a:pt x="0" y="19"/>
                  </a:cubicBezTo>
                  <a:cubicBezTo>
                    <a:pt x="66" y="0"/>
                    <a:pt x="86" y="35"/>
                    <a:pt x="136"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45" name="觅知网-不倒翁ID:189359941"/>
            <p:cNvSpPr/>
            <p:nvPr/>
          </p:nvSpPr>
          <p:spPr bwMode="auto">
            <a:xfrm>
              <a:off x="5665329" y="14039351"/>
              <a:ext cx="1013420" cy="472001"/>
            </a:xfrm>
            <a:custGeom>
              <a:avLst/>
              <a:gdLst>
                <a:gd name="T0" fmla="*/ 136 w 136"/>
                <a:gd name="T1" fmla="*/ 28 h 63"/>
                <a:gd name="T2" fmla="*/ 0 w 136"/>
                <a:gd name="T3" fmla="*/ 24 h 63"/>
                <a:gd name="T4" fmla="*/ 136 w 136"/>
                <a:gd name="T5" fmla="*/ 28 h 63"/>
              </a:gdLst>
              <a:ahLst/>
              <a:cxnLst>
                <a:cxn ang="0">
                  <a:pos x="T0" y="T1"/>
                </a:cxn>
                <a:cxn ang="0">
                  <a:pos x="T2" y="T3"/>
                </a:cxn>
                <a:cxn ang="0">
                  <a:pos x="T4" y="T5"/>
                </a:cxn>
              </a:cxnLst>
              <a:rect l="0" t="0" r="r" b="b"/>
              <a:pathLst>
                <a:path w="136" h="63">
                  <a:moveTo>
                    <a:pt x="136" y="28"/>
                  </a:moveTo>
                  <a:cubicBezTo>
                    <a:pt x="68" y="63"/>
                    <a:pt x="30" y="28"/>
                    <a:pt x="0" y="24"/>
                  </a:cubicBezTo>
                  <a:cubicBezTo>
                    <a:pt x="63" y="0"/>
                    <a:pt x="87" y="31"/>
                    <a:pt x="136"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46" name="觅知网-不倒翁ID:189359941"/>
            <p:cNvSpPr/>
            <p:nvPr/>
          </p:nvSpPr>
          <p:spPr bwMode="auto">
            <a:xfrm>
              <a:off x="6165098" y="13893587"/>
              <a:ext cx="999538" cy="478944"/>
            </a:xfrm>
            <a:custGeom>
              <a:avLst/>
              <a:gdLst>
                <a:gd name="T0" fmla="*/ 134 w 134"/>
                <a:gd name="T1" fmla="*/ 19 h 64"/>
                <a:gd name="T2" fmla="*/ 0 w 134"/>
                <a:gd name="T3" fmla="*/ 32 h 64"/>
                <a:gd name="T4" fmla="*/ 134 w 134"/>
                <a:gd name="T5" fmla="*/ 19 h 64"/>
              </a:gdLst>
              <a:ahLst/>
              <a:cxnLst>
                <a:cxn ang="0">
                  <a:pos x="T0" y="T1"/>
                </a:cxn>
                <a:cxn ang="0">
                  <a:pos x="T2" y="T3"/>
                </a:cxn>
                <a:cxn ang="0">
                  <a:pos x="T4" y="T5"/>
                </a:cxn>
              </a:cxnLst>
              <a:rect l="0" t="0" r="r" b="b"/>
              <a:pathLst>
                <a:path w="134" h="64">
                  <a:moveTo>
                    <a:pt x="134" y="19"/>
                  </a:moveTo>
                  <a:cubicBezTo>
                    <a:pt x="74" y="64"/>
                    <a:pt x="28" y="33"/>
                    <a:pt x="0" y="32"/>
                  </a:cubicBezTo>
                  <a:cubicBezTo>
                    <a:pt x="64" y="0"/>
                    <a:pt x="86" y="30"/>
                    <a:pt x="134"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47" name="觅知网-不倒翁ID:189359941"/>
            <p:cNvSpPr/>
            <p:nvPr/>
          </p:nvSpPr>
          <p:spPr bwMode="auto">
            <a:xfrm>
              <a:off x="6644047" y="13692288"/>
              <a:ext cx="971775" cy="444238"/>
            </a:xfrm>
            <a:custGeom>
              <a:avLst/>
              <a:gdLst>
                <a:gd name="T0" fmla="*/ 130 w 130"/>
                <a:gd name="T1" fmla="*/ 7 h 60"/>
                <a:gd name="T2" fmla="*/ 0 w 130"/>
                <a:gd name="T3" fmla="*/ 39 h 60"/>
                <a:gd name="T4" fmla="*/ 130 w 130"/>
                <a:gd name="T5" fmla="*/ 7 h 60"/>
              </a:gdLst>
              <a:ahLst/>
              <a:cxnLst>
                <a:cxn ang="0">
                  <a:pos x="T0" y="T1"/>
                </a:cxn>
                <a:cxn ang="0">
                  <a:pos x="T2" y="T3"/>
                </a:cxn>
                <a:cxn ang="0">
                  <a:pos x="T4" y="T5"/>
                </a:cxn>
              </a:cxnLst>
              <a:rect l="0" t="0" r="r" b="b"/>
              <a:pathLst>
                <a:path w="130" h="60">
                  <a:moveTo>
                    <a:pt x="130" y="7"/>
                  </a:moveTo>
                  <a:cubicBezTo>
                    <a:pt x="77" y="60"/>
                    <a:pt x="24" y="36"/>
                    <a:pt x="0" y="39"/>
                  </a:cubicBezTo>
                  <a:cubicBezTo>
                    <a:pt x="54" y="0"/>
                    <a:pt x="91" y="22"/>
                    <a:pt x="13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48" name="觅知网-不倒翁ID:189359941"/>
            <p:cNvSpPr/>
            <p:nvPr/>
          </p:nvSpPr>
          <p:spPr bwMode="auto">
            <a:xfrm>
              <a:off x="7102167" y="13372994"/>
              <a:ext cx="902358" cy="423418"/>
            </a:xfrm>
            <a:custGeom>
              <a:avLst/>
              <a:gdLst>
                <a:gd name="T0" fmla="*/ 121 w 121"/>
                <a:gd name="T1" fmla="*/ 1 h 57"/>
                <a:gd name="T2" fmla="*/ 0 w 121"/>
                <a:gd name="T3" fmla="*/ 52 h 57"/>
                <a:gd name="T4" fmla="*/ 121 w 121"/>
                <a:gd name="T5" fmla="*/ 1 h 57"/>
              </a:gdLst>
              <a:ahLst/>
              <a:cxnLst>
                <a:cxn ang="0">
                  <a:pos x="T0" y="T1"/>
                </a:cxn>
                <a:cxn ang="0">
                  <a:pos x="T2" y="T3"/>
                </a:cxn>
                <a:cxn ang="0">
                  <a:pos x="T4" y="T5"/>
                </a:cxn>
              </a:cxnLst>
              <a:rect l="0" t="0" r="r" b="b"/>
              <a:pathLst>
                <a:path w="121" h="57">
                  <a:moveTo>
                    <a:pt x="121" y="1"/>
                  </a:moveTo>
                  <a:cubicBezTo>
                    <a:pt x="84" y="57"/>
                    <a:pt x="23" y="47"/>
                    <a:pt x="0" y="52"/>
                  </a:cubicBezTo>
                  <a:cubicBezTo>
                    <a:pt x="61" y="0"/>
                    <a:pt x="81" y="25"/>
                    <a:pt x="12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49" name="觅知网-不倒翁ID:189359941"/>
            <p:cNvSpPr/>
            <p:nvPr/>
          </p:nvSpPr>
          <p:spPr bwMode="auto">
            <a:xfrm>
              <a:off x="7511699" y="12956519"/>
              <a:ext cx="805183" cy="506712"/>
            </a:xfrm>
            <a:custGeom>
              <a:avLst/>
              <a:gdLst>
                <a:gd name="T0" fmla="*/ 108 w 108"/>
                <a:gd name="T1" fmla="*/ 0 h 68"/>
                <a:gd name="T2" fmla="*/ 0 w 108"/>
                <a:gd name="T3" fmla="*/ 68 h 68"/>
                <a:gd name="T4" fmla="*/ 108 w 108"/>
                <a:gd name="T5" fmla="*/ 0 h 68"/>
              </a:gdLst>
              <a:ahLst/>
              <a:cxnLst>
                <a:cxn ang="0">
                  <a:pos x="T0" y="T1"/>
                </a:cxn>
                <a:cxn ang="0">
                  <a:pos x="T2" y="T3"/>
                </a:cxn>
                <a:cxn ang="0">
                  <a:pos x="T4" y="T5"/>
                </a:cxn>
              </a:cxnLst>
              <a:rect l="0" t="0" r="r" b="b"/>
              <a:pathLst>
                <a:path w="108" h="68">
                  <a:moveTo>
                    <a:pt x="108" y="0"/>
                  </a:moveTo>
                  <a:cubicBezTo>
                    <a:pt x="79" y="64"/>
                    <a:pt x="21" y="60"/>
                    <a:pt x="0" y="68"/>
                  </a:cubicBezTo>
                  <a:cubicBezTo>
                    <a:pt x="50" y="8"/>
                    <a:pt x="73" y="28"/>
                    <a:pt x="10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50" name="觅知网-不倒翁ID:189359941"/>
            <p:cNvSpPr/>
            <p:nvPr/>
          </p:nvSpPr>
          <p:spPr bwMode="auto">
            <a:xfrm>
              <a:off x="7858762" y="12484517"/>
              <a:ext cx="701068" cy="617769"/>
            </a:xfrm>
            <a:custGeom>
              <a:avLst/>
              <a:gdLst>
                <a:gd name="T0" fmla="*/ 94 w 94"/>
                <a:gd name="T1" fmla="*/ 0 h 83"/>
                <a:gd name="T2" fmla="*/ 0 w 94"/>
                <a:gd name="T3" fmla="*/ 83 h 83"/>
                <a:gd name="T4" fmla="*/ 94 w 94"/>
                <a:gd name="T5" fmla="*/ 0 h 83"/>
              </a:gdLst>
              <a:ahLst/>
              <a:cxnLst>
                <a:cxn ang="0">
                  <a:pos x="T0" y="T1"/>
                </a:cxn>
                <a:cxn ang="0">
                  <a:pos x="T2" y="T3"/>
                </a:cxn>
                <a:cxn ang="0">
                  <a:pos x="T4" y="T5"/>
                </a:cxn>
              </a:cxnLst>
              <a:rect l="0" t="0" r="r" b="b"/>
              <a:pathLst>
                <a:path w="94" h="83">
                  <a:moveTo>
                    <a:pt x="94" y="0"/>
                  </a:moveTo>
                  <a:cubicBezTo>
                    <a:pt x="74" y="67"/>
                    <a:pt x="11" y="75"/>
                    <a:pt x="0" y="83"/>
                  </a:cubicBezTo>
                  <a:cubicBezTo>
                    <a:pt x="28" y="24"/>
                    <a:pt x="66" y="28"/>
                    <a:pt x="9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51" name="觅知网-不倒翁ID:189359941"/>
            <p:cNvSpPr/>
            <p:nvPr/>
          </p:nvSpPr>
          <p:spPr bwMode="auto">
            <a:xfrm>
              <a:off x="8136407" y="11991691"/>
              <a:ext cx="590006" cy="694121"/>
            </a:xfrm>
            <a:custGeom>
              <a:avLst/>
              <a:gdLst>
                <a:gd name="T0" fmla="*/ 79 w 79"/>
                <a:gd name="T1" fmla="*/ 0 h 93"/>
                <a:gd name="T2" fmla="*/ 0 w 79"/>
                <a:gd name="T3" fmla="*/ 93 h 93"/>
                <a:gd name="T4" fmla="*/ 79 w 79"/>
                <a:gd name="T5" fmla="*/ 0 h 93"/>
              </a:gdLst>
              <a:ahLst/>
              <a:cxnLst>
                <a:cxn ang="0">
                  <a:pos x="T0" y="T1"/>
                </a:cxn>
                <a:cxn ang="0">
                  <a:pos x="T2" y="T3"/>
                </a:cxn>
                <a:cxn ang="0">
                  <a:pos x="T4" y="T5"/>
                </a:cxn>
              </a:cxnLst>
              <a:rect l="0" t="0" r="r" b="b"/>
              <a:pathLst>
                <a:path w="79" h="93">
                  <a:moveTo>
                    <a:pt x="79" y="0"/>
                  </a:moveTo>
                  <a:cubicBezTo>
                    <a:pt x="71" y="67"/>
                    <a:pt x="11" y="82"/>
                    <a:pt x="0" y="93"/>
                  </a:cubicBezTo>
                  <a:cubicBezTo>
                    <a:pt x="20" y="30"/>
                    <a:pt x="57" y="29"/>
                    <a:pt x="7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52" name="觅知网-不倒翁ID:189359941"/>
            <p:cNvSpPr/>
            <p:nvPr/>
          </p:nvSpPr>
          <p:spPr bwMode="auto">
            <a:xfrm>
              <a:off x="8344645" y="11484984"/>
              <a:ext cx="499769" cy="742713"/>
            </a:xfrm>
            <a:custGeom>
              <a:avLst/>
              <a:gdLst>
                <a:gd name="T0" fmla="*/ 64 w 67"/>
                <a:gd name="T1" fmla="*/ 0 h 100"/>
                <a:gd name="T2" fmla="*/ 0 w 67"/>
                <a:gd name="T3" fmla="*/ 100 h 100"/>
                <a:gd name="T4" fmla="*/ 64 w 67"/>
                <a:gd name="T5" fmla="*/ 0 h 100"/>
              </a:gdLst>
              <a:ahLst/>
              <a:cxnLst>
                <a:cxn ang="0">
                  <a:pos x="T0" y="T1"/>
                </a:cxn>
                <a:cxn ang="0">
                  <a:pos x="T2" y="T3"/>
                </a:cxn>
                <a:cxn ang="0">
                  <a:pos x="T4" y="T5"/>
                </a:cxn>
              </a:cxnLst>
              <a:rect l="0" t="0" r="r" b="b"/>
              <a:pathLst>
                <a:path w="67" h="100">
                  <a:moveTo>
                    <a:pt x="64" y="0"/>
                  </a:moveTo>
                  <a:cubicBezTo>
                    <a:pt x="67" y="62"/>
                    <a:pt x="6" y="91"/>
                    <a:pt x="0" y="100"/>
                  </a:cubicBezTo>
                  <a:cubicBezTo>
                    <a:pt x="7" y="41"/>
                    <a:pt x="51" y="23"/>
                    <a:pt x="6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53" name="觅知网-不倒翁ID:189359941"/>
            <p:cNvSpPr/>
            <p:nvPr/>
          </p:nvSpPr>
          <p:spPr bwMode="auto">
            <a:xfrm>
              <a:off x="8469588" y="10978276"/>
              <a:ext cx="451181" cy="777419"/>
            </a:xfrm>
            <a:custGeom>
              <a:avLst/>
              <a:gdLst>
                <a:gd name="T0" fmla="*/ 52 w 60"/>
                <a:gd name="T1" fmla="*/ 0 h 104"/>
                <a:gd name="T2" fmla="*/ 0 w 60"/>
                <a:gd name="T3" fmla="*/ 104 h 104"/>
                <a:gd name="T4" fmla="*/ 52 w 60"/>
                <a:gd name="T5" fmla="*/ 0 h 104"/>
              </a:gdLst>
              <a:ahLst/>
              <a:cxnLst>
                <a:cxn ang="0">
                  <a:pos x="T0" y="T1"/>
                </a:cxn>
                <a:cxn ang="0">
                  <a:pos x="T2" y="T3"/>
                </a:cxn>
                <a:cxn ang="0">
                  <a:pos x="T4" y="T5"/>
                </a:cxn>
              </a:cxnLst>
              <a:rect l="0" t="0" r="r" b="b"/>
              <a:pathLst>
                <a:path w="60" h="104">
                  <a:moveTo>
                    <a:pt x="52" y="0"/>
                  </a:moveTo>
                  <a:cubicBezTo>
                    <a:pt x="60" y="61"/>
                    <a:pt x="7" y="92"/>
                    <a:pt x="0" y="104"/>
                  </a:cubicBezTo>
                  <a:cubicBezTo>
                    <a:pt x="3" y="39"/>
                    <a:pt x="35" y="30"/>
                    <a:pt x="5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54" name="觅知网-不倒翁ID:189359941"/>
            <p:cNvSpPr/>
            <p:nvPr/>
          </p:nvSpPr>
          <p:spPr bwMode="auto">
            <a:xfrm>
              <a:off x="8490409" y="10464625"/>
              <a:ext cx="451181" cy="798244"/>
            </a:xfrm>
            <a:custGeom>
              <a:avLst/>
              <a:gdLst>
                <a:gd name="T0" fmla="*/ 45 w 60"/>
                <a:gd name="T1" fmla="*/ 0 h 107"/>
                <a:gd name="T2" fmla="*/ 6 w 60"/>
                <a:gd name="T3" fmla="*/ 107 h 107"/>
                <a:gd name="T4" fmla="*/ 45 w 60"/>
                <a:gd name="T5" fmla="*/ 0 h 107"/>
              </a:gdLst>
              <a:ahLst/>
              <a:cxnLst>
                <a:cxn ang="0">
                  <a:pos x="T0" y="T1"/>
                </a:cxn>
                <a:cxn ang="0">
                  <a:pos x="T2" y="T3"/>
                </a:cxn>
                <a:cxn ang="0">
                  <a:pos x="T4" y="T5"/>
                </a:cxn>
              </a:cxnLst>
              <a:rect l="0" t="0" r="r" b="b"/>
              <a:pathLst>
                <a:path w="60" h="107">
                  <a:moveTo>
                    <a:pt x="45" y="0"/>
                  </a:moveTo>
                  <a:cubicBezTo>
                    <a:pt x="60" y="59"/>
                    <a:pt x="10" y="98"/>
                    <a:pt x="6" y="107"/>
                  </a:cubicBezTo>
                  <a:cubicBezTo>
                    <a:pt x="0" y="50"/>
                    <a:pt x="31" y="28"/>
                    <a:pt x="4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55" name="觅知网-不倒翁ID:189359941"/>
            <p:cNvSpPr/>
            <p:nvPr/>
          </p:nvSpPr>
          <p:spPr bwMode="auto">
            <a:xfrm>
              <a:off x="8441821" y="9957913"/>
              <a:ext cx="465063" cy="812125"/>
            </a:xfrm>
            <a:custGeom>
              <a:avLst/>
              <a:gdLst>
                <a:gd name="T0" fmla="*/ 38 w 62"/>
                <a:gd name="T1" fmla="*/ 0 h 109"/>
                <a:gd name="T2" fmla="*/ 14 w 62"/>
                <a:gd name="T3" fmla="*/ 109 h 109"/>
                <a:gd name="T4" fmla="*/ 38 w 62"/>
                <a:gd name="T5" fmla="*/ 0 h 109"/>
              </a:gdLst>
              <a:ahLst/>
              <a:cxnLst>
                <a:cxn ang="0">
                  <a:pos x="T0" y="T1"/>
                </a:cxn>
                <a:cxn ang="0">
                  <a:pos x="T2" y="T3"/>
                </a:cxn>
                <a:cxn ang="0">
                  <a:pos x="T4" y="T5"/>
                </a:cxn>
              </a:cxnLst>
              <a:rect l="0" t="0" r="r" b="b"/>
              <a:pathLst>
                <a:path w="62" h="109">
                  <a:moveTo>
                    <a:pt x="38" y="0"/>
                  </a:moveTo>
                  <a:cubicBezTo>
                    <a:pt x="62" y="50"/>
                    <a:pt x="15" y="102"/>
                    <a:pt x="14" y="109"/>
                  </a:cubicBezTo>
                  <a:cubicBezTo>
                    <a:pt x="0" y="56"/>
                    <a:pt x="28" y="26"/>
                    <a:pt x="3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56" name="觅知网-不倒翁ID:189359941"/>
            <p:cNvSpPr/>
            <p:nvPr/>
          </p:nvSpPr>
          <p:spPr bwMode="auto">
            <a:xfrm>
              <a:off x="7358988" y="8451672"/>
              <a:ext cx="867656" cy="1478482"/>
            </a:xfrm>
            <a:custGeom>
              <a:avLst/>
              <a:gdLst>
                <a:gd name="T0" fmla="*/ 3 w 116"/>
                <a:gd name="T1" fmla="*/ 0 h 198"/>
                <a:gd name="T2" fmla="*/ 116 w 116"/>
                <a:gd name="T3" fmla="*/ 197 h 198"/>
                <a:gd name="T4" fmla="*/ 113 w 116"/>
                <a:gd name="T5" fmla="*/ 198 h 198"/>
                <a:gd name="T6" fmla="*/ 0 w 116"/>
                <a:gd name="T7" fmla="*/ 3 h 198"/>
                <a:gd name="T8" fmla="*/ 3 w 116"/>
                <a:gd name="T9" fmla="*/ 0 h 198"/>
              </a:gdLst>
              <a:ahLst/>
              <a:cxnLst>
                <a:cxn ang="0">
                  <a:pos x="T0" y="T1"/>
                </a:cxn>
                <a:cxn ang="0">
                  <a:pos x="T2" y="T3"/>
                </a:cxn>
                <a:cxn ang="0">
                  <a:pos x="T4" y="T5"/>
                </a:cxn>
                <a:cxn ang="0">
                  <a:pos x="T6" y="T7"/>
                </a:cxn>
                <a:cxn ang="0">
                  <a:pos x="T8" y="T9"/>
                </a:cxn>
              </a:cxnLst>
              <a:rect l="0" t="0" r="r" b="b"/>
              <a:pathLst>
                <a:path w="116" h="198">
                  <a:moveTo>
                    <a:pt x="3" y="0"/>
                  </a:moveTo>
                  <a:cubicBezTo>
                    <a:pt x="47" y="46"/>
                    <a:pt x="92" y="118"/>
                    <a:pt x="116" y="197"/>
                  </a:cubicBezTo>
                  <a:cubicBezTo>
                    <a:pt x="113" y="198"/>
                    <a:pt x="113" y="198"/>
                    <a:pt x="113" y="198"/>
                  </a:cubicBezTo>
                  <a:cubicBezTo>
                    <a:pt x="89" y="120"/>
                    <a:pt x="44" y="48"/>
                    <a:pt x="0" y="3"/>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57" name="觅知网-不倒翁ID:189359941"/>
            <p:cNvSpPr/>
            <p:nvPr/>
          </p:nvSpPr>
          <p:spPr bwMode="auto">
            <a:xfrm>
              <a:off x="7560287" y="8410023"/>
              <a:ext cx="909306" cy="1735303"/>
            </a:xfrm>
            <a:custGeom>
              <a:avLst/>
              <a:gdLst>
                <a:gd name="T0" fmla="*/ 3 w 122"/>
                <a:gd name="T1" fmla="*/ 0 h 233"/>
                <a:gd name="T2" fmla="*/ 122 w 122"/>
                <a:gd name="T3" fmla="*/ 233 h 233"/>
                <a:gd name="T4" fmla="*/ 119 w 122"/>
                <a:gd name="T5" fmla="*/ 233 h 233"/>
                <a:gd name="T6" fmla="*/ 0 w 122"/>
                <a:gd name="T7" fmla="*/ 2 h 233"/>
                <a:gd name="T8" fmla="*/ 3 w 122"/>
                <a:gd name="T9" fmla="*/ 0 h 233"/>
              </a:gdLst>
              <a:ahLst/>
              <a:cxnLst>
                <a:cxn ang="0">
                  <a:pos x="T0" y="T1"/>
                </a:cxn>
                <a:cxn ang="0">
                  <a:pos x="T2" y="T3"/>
                </a:cxn>
                <a:cxn ang="0">
                  <a:pos x="T4" y="T5"/>
                </a:cxn>
                <a:cxn ang="0">
                  <a:pos x="T6" y="T7"/>
                </a:cxn>
                <a:cxn ang="0">
                  <a:pos x="T8" y="T9"/>
                </a:cxn>
              </a:cxnLst>
              <a:rect l="0" t="0" r="r" b="b"/>
              <a:pathLst>
                <a:path w="122" h="233">
                  <a:moveTo>
                    <a:pt x="3" y="0"/>
                  </a:moveTo>
                  <a:cubicBezTo>
                    <a:pt x="56" y="58"/>
                    <a:pt x="102" y="141"/>
                    <a:pt x="122" y="233"/>
                  </a:cubicBezTo>
                  <a:cubicBezTo>
                    <a:pt x="119" y="233"/>
                    <a:pt x="119" y="233"/>
                    <a:pt x="119" y="233"/>
                  </a:cubicBezTo>
                  <a:cubicBezTo>
                    <a:pt x="98" y="143"/>
                    <a:pt x="53" y="60"/>
                    <a:pt x="0" y="2"/>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58" name="觅知网-不倒翁ID:189359941"/>
            <p:cNvSpPr/>
            <p:nvPr/>
          </p:nvSpPr>
          <p:spPr bwMode="auto">
            <a:xfrm>
              <a:off x="7518642" y="8111548"/>
              <a:ext cx="1048131" cy="1721422"/>
            </a:xfrm>
            <a:custGeom>
              <a:avLst/>
              <a:gdLst>
                <a:gd name="T0" fmla="*/ 3 w 141"/>
                <a:gd name="T1" fmla="*/ 0 h 231"/>
                <a:gd name="T2" fmla="*/ 141 w 141"/>
                <a:gd name="T3" fmla="*/ 230 h 231"/>
                <a:gd name="T4" fmla="*/ 138 w 141"/>
                <a:gd name="T5" fmla="*/ 231 h 231"/>
                <a:gd name="T6" fmla="*/ 0 w 141"/>
                <a:gd name="T7" fmla="*/ 2 h 231"/>
                <a:gd name="T8" fmla="*/ 3 w 141"/>
                <a:gd name="T9" fmla="*/ 0 h 231"/>
              </a:gdLst>
              <a:ahLst/>
              <a:cxnLst>
                <a:cxn ang="0">
                  <a:pos x="T0" y="T1"/>
                </a:cxn>
                <a:cxn ang="0">
                  <a:pos x="T2" y="T3"/>
                </a:cxn>
                <a:cxn ang="0">
                  <a:pos x="T4" y="T5"/>
                </a:cxn>
                <a:cxn ang="0">
                  <a:pos x="T6" y="T7"/>
                </a:cxn>
                <a:cxn ang="0">
                  <a:pos x="T8" y="T9"/>
                </a:cxn>
              </a:cxnLst>
              <a:rect l="0" t="0" r="r" b="b"/>
              <a:pathLst>
                <a:path w="141" h="231">
                  <a:moveTo>
                    <a:pt x="3" y="0"/>
                  </a:moveTo>
                  <a:cubicBezTo>
                    <a:pt x="52" y="44"/>
                    <a:pt x="111" y="132"/>
                    <a:pt x="141" y="230"/>
                  </a:cubicBezTo>
                  <a:cubicBezTo>
                    <a:pt x="138" y="231"/>
                    <a:pt x="138" y="231"/>
                    <a:pt x="138" y="231"/>
                  </a:cubicBezTo>
                  <a:cubicBezTo>
                    <a:pt x="109" y="135"/>
                    <a:pt x="50" y="47"/>
                    <a:pt x="0" y="2"/>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59" name="觅知网-不倒翁ID:189359941"/>
            <p:cNvSpPr>
              <a:spLocks noChangeArrowheads="1"/>
            </p:cNvSpPr>
            <p:nvPr/>
          </p:nvSpPr>
          <p:spPr bwMode="auto">
            <a:xfrm>
              <a:off x="5056479" y="14633222"/>
              <a:ext cx="6943" cy="694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grpSp>
      <p:sp>
        <p:nvSpPr>
          <p:cNvPr id="60" name="觅知网-不倒翁ID:189359941"/>
          <p:cNvSpPr/>
          <p:nvPr userDrawn="1"/>
        </p:nvSpPr>
        <p:spPr>
          <a:xfrm>
            <a:off x="390831" y="324833"/>
            <a:ext cx="11410339" cy="6408514"/>
          </a:xfrm>
          <a:custGeom>
            <a:avLst/>
            <a:gdLst>
              <a:gd name="connsiteX0" fmla="*/ 0 w 8410936"/>
              <a:gd name="connsiteY0" fmla="*/ 0 h 5388246"/>
              <a:gd name="connsiteX1" fmla="*/ 8410936 w 8410936"/>
              <a:gd name="connsiteY1" fmla="*/ 0 h 5388246"/>
              <a:gd name="connsiteX2" fmla="*/ 8410936 w 8410936"/>
              <a:gd name="connsiteY2" fmla="*/ 5388246 h 5388246"/>
              <a:gd name="connsiteX3" fmla="*/ 0 w 8410936"/>
              <a:gd name="connsiteY3" fmla="*/ 5388246 h 5388246"/>
            </a:gdLst>
            <a:ahLst/>
            <a:cxnLst>
              <a:cxn ang="0">
                <a:pos x="connsiteX0" y="connsiteY0"/>
              </a:cxn>
              <a:cxn ang="0">
                <a:pos x="connsiteX1" y="connsiteY1"/>
              </a:cxn>
              <a:cxn ang="0">
                <a:pos x="connsiteX2" y="connsiteY2"/>
              </a:cxn>
              <a:cxn ang="0">
                <a:pos x="connsiteX3" y="connsiteY3"/>
              </a:cxn>
            </a:cxnLst>
            <a:rect l="l" t="t" r="r" b="b"/>
            <a:pathLst>
              <a:path w="8410936" h="5388246">
                <a:moveTo>
                  <a:pt x="0" y="0"/>
                </a:moveTo>
                <a:lnTo>
                  <a:pt x="8410936" y="0"/>
                </a:lnTo>
                <a:lnTo>
                  <a:pt x="8410936" y="5388246"/>
                </a:lnTo>
                <a:lnTo>
                  <a:pt x="0" y="5388246"/>
                </a:lnTo>
                <a:close/>
              </a:path>
            </a:pathLst>
          </a:custGeom>
          <a:solidFill>
            <a:schemeClr val="bg1"/>
          </a:solidFill>
          <a:ln w="28575">
            <a:solidFill>
              <a:srgbClr val="344778"/>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思源黑体 CN Regular" panose="020B0500000000000000" charset="-122"/>
            </a:endParaRPr>
          </a:p>
        </p:txBody>
      </p:sp>
      <p:sp>
        <p:nvSpPr>
          <p:cNvPr id="61" name="觅知网-不倒翁ID:189359941"/>
          <p:cNvSpPr/>
          <p:nvPr userDrawn="1"/>
        </p:nvSpPr>
        <p:spPr bwMode="auto">
          <a:xfrm>
            <a:off x="323" y="5954414"/>
            <a:ext cx="12191677" cy="903586"/>
          </a:xfrm>
          <a:custGeom>
            <a:avLst/>
            <a:gdLst>
              <a:gd name="connsiteX0" fmla="*/ 12191677 w 12191677"/>
              <a:gd name="connsiteY0" fmla="*/ 0 h 903586"/>
              <a:gd name="connsiteX1" fmla="*/ 12191677 w 12191677"/>
              <a:gd name="connsiteY1" fmla="*/ 903586 h 903586"/>
              <a:gd name="connsiteX2" fmla="*/ 0 w 12191677"/>
              <a:gd name="connsiteY2" fmla="*/ 903586 h 903586"/>
              <a:gd name="connsiteX3" fmla="*/ 0 w 12191677"/>
              <a:gd name="connsiteY3" fmla="*/ 30805 h 903586"/>
              <a:gd name="connsiteX4" fmla="*/ 11935898 w 12191677"/>
              <a:gd name="connsiteY4" fmla="*/ 51546 h 9035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1677" h="903586">
                <a:moveTo>
                  <a:pt x="12191677" y="0"/>
                </a:moveTo>
                <a:lnTo>
                  <a:pt x="12191677" y="903586"/>
                </a:lnTo>
                <a:lnTo>
                  <a:pt x="0" y="903586"/>
                </a:lnTo>
                <a:lnTo>
                  <a:pt x="0" y="30805"/>
                </a:lnTo>
                <a:cubicBezTo>
                  <a:pt x="3090122" y="551506"/>
                  <a:pt x="8949245" y="614137"/>
                  <a:pt x="11935898" y="51546"/>
                </a:cubicBezTo>
                <a:close/>
              </a:path>
            </a:pathLst>
          </a:custGeom>
          <a:solidFill>
            <a:srgbClr val="344778"/>
          </a:solidFill>
          <a:ln w="25400" cap="flat" cmpd="sng" algn="ctr">
            <a:noFill/>
            <a:prstDash val="solid"/>
          </a:ln>
          <a:effectLst/>
        </p:spPr>
        <p:txBody>
          <a:bodyPr wrap="square" rtlCol="0" anchor="ctr">
            <a:noAutofit/>
          </a:bodyPr>
          <a:lstStyle/>
          <a:p>
            <a:pPr marL="0" marR="0" lvl="0" indent="0" algn="ctr" defTabSz="866775" rtl="0" eaLnBrk="1" fontAlgn="base" latinLnBrk="0" hangingPunct="1">
              <a:lnSpc>
                <a:spcPct val="100000"/>
              </a:lnSpc>
              <a:spcBef>
                <a:spcPct val="0"/>
              </a:spcBef>
              <a:spcAft>
                <a:spcPct val="0"/>
              </a:spcAft>
              <a:buClrTx/>
              <a:buSzTx/>
              <a:buFontTx/>
              <a:buNone/>
              <a:defRPr/>
            </a:pPr>
            <a:endParaRPr kumimoji="0" lang="zh-CN" altLang="en-US" sz="1705"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cs typeface="+mn-ea"/>
              <a:sym typeface="+mn-lt"/>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3" name="TextBox 2"/>
          <p:cNvSpPr txBox="1"/>
          <p:nvPr userDrawn="1"/>
        </p:nvSpPr>
        <p:spPr>
          <a:xfrm>
            <a:off x="11757719" y="1568"/>
            <a:ext cx="432049" cy="118430"/>
          </a:xfrm>
          <a:prstGeom prst="rect">
            <a:avLst/>
          </a:prstGeom>
          <a:noFill/>
        </p:spPr>
        <p:txBody>
          <a:bodyPr wrap="square" rtlCol="0">
            <a:spAutoFit/>
          </a:bodyPr>
          <a:lstStyle/>
          <a:p>
            <a:pPr>
              <a:lnSpc>
                <a:spcPct val="200000"/>
              </a:lnSpc>
            </a:pPr>
            <a:r>
              <a:rPr lang="en-US" altLang="zh-CN" sz="100" dirty="0">
                <a:latin typeface="微软雅黑" panose="020B0503020204020204" pitchFamily="34" charset="-122"/>
                <a:ea typeface="微软雅黑" panose="020B0503020204020204" pitchFamily="34" charset="-122"/>
                <a:hlinkClick r:id="rId2"/>
              </a:rPr>
              <a:t>PPT</a:t>
            </a:r>
            <a:r>
              <a:rPr lang="zh-CN" altLang="en-US" sz="100" dirty="0">
                <a:latin typeface="微软雅黑" panose="020B0503020204020204" pitchFamily="34" charset="-122"/>
                <a:ea typeface="微软雅黑" panose="020B0503020204020204" pitchFamily="34" charset="-122"/>
                <a:hlinkClick r:id="rId2"/>
              </a:rPr>
              <a:t>下载</a:t>
            </a:r>
            <a:r>
              <a:rPr lang="zh-CN" altLang="en-US" sz="100" dirty="0">
                <a:latin typeface="微软雅黑" panose="020B0503020204020204" pitchFamily="34" charset="-122"/>
                <a:ea typeface="微软雅黑" panose="020B0503020204020204" pitchFamily="34" charset="-122"/>
              </a:rPr>
              <a:t> </a:t>
            </a:r>
            <a:r>
              <a:rPr lang="en-US" altLang="zh-CN" sz="100" dirty="0">
                <a:latin typeface="微软雅黑" panose="020B0503020204020204" pitchFamily="34" charset="-122"/>
                <a:ea typeface="微软雅黑" panose="020B0503020204020204" pitchFamily="34" charset="-122"/>
              </a:rPr>
              <a:t>http://www.1ppt.com/xiazai/</a:t>
            </a:r>
          </a:p>
        </p:txBody>
      </p:sp>
    </p:spTree>
    <p:extLst>
      <p:ext uri="{BB962C8B-B14F-4D97-AF65-F5344CB8AC3E}">
        <p14:creationId xmlns:p14="http://schemas.microsoft.com/office/powerpoint/2010/main" val="24038462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3"/>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3"/>
            <a:ext cx="2844800" cy="365125"/>
          </a:xfrm>
          <a:prstGeom prst="rect">
            <a:avLst/>
          </a:prstGeom>
        </p:spPr>
        <p:txBody>
          <a:bodyPr/>
          <a:lstStyle/>
          <a:p>
            <a:fld id="{2E3AAC11-D570-4EA9-AFC0-30FB72BA45EB}" type="datetimeFigureOut">
              <a:rPr lang="zh-CN" altLang="en-US" smtClean="0">
                <a:solidFill>
                  <a:prstClr val="black"/>
                </a:solidFill>
              </a:rPr>
              <a:pPr/>
              <a:t>2025/9/26</a:t>
            </a:fld>
            <a:endParaRPr lang="zh-CN" altLang="en-US">
              <a:solidFill>
                <a:prstClr val="black"/>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3"/>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6963234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3"/>
            <a:ext cx="2844800" cy="365125"/>
          </a:xfrm>
          <a:prstGeom prst="rect">
            <a:avLst/>
          </a:prstGeom>
        </p:spPr>
        <p:txBody>
          <a:bodyPr/>
          <a:lstStyle/>
          <a:p>
            <a:fld id="{2E3AAC11-D570-4EA9-AFC0-30FB72BA45EB}" type="datetimeFigureOut">
              <a:rPr lang="zh-CN" altLang="en-US" smtClean="0">
                <a:solidFill>
                  <a:prstClr val="black"/>
                </a:solidFill>
              </a:rPr>
              <a:pPr/>
              <a:t>2025/9/26</a:t>
            </a:fld>
            <a:endParaRPr lang="zh-CN" altLang="en-US">
              <a:solidFill>
                <a:prstClr val="black"/>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3"/>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2293827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37295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1"/>
    <p:sldLayoutId id="2147483651" r:id="rId2"/>
    <p:sldLayoutId id="2147483656"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思源黑体 CN Regular" panose="020B0500000000000000"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思源黑体 CN Regular" panose="020B0500000000000000"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思源黑体 CN Regular" panose="020B0500000000000000"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思源黑体 CN Regular" panose="020B0500000000000000"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思源黑体 CN Regular" panose="020B0500000000000000"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思源黑体 CN Regular" panose="020B05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4712912"/>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3" Type="http://schemas.openxmlformats.org/officeDocument/2006/relationships/tags" Target="../tags/tag6.xml"/><Relationship Id="rId7"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s>
</file>

<file path=ppt/slides/_rels/slide3.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tags" Target="../tags/tag13.xml"/></Relationships>
</file>

<file path=ppt/slides/_rels/slide4.xml.rels><?xml version="1.0" encoding="UTF-8" standalone="yes"?>
<Relationships xmlns="http://schemas.openxmlformats.org/package/2006/relationships"><Relationship Id="rId8" Type="http://schemas.openxmlformats.org/officeDocument/2006/relationships/tags" Target="../tags/tag21.xml"/><Relationship Id="rId3" Type="http://schemas.openxmlformats.org/officeDocument/2006/relationships/tags" Target="../tags/tag16.xml"/><Relationship Id="rId7" Type="http://schemas.openxmlformats.org/officeDocument/2006/relationships/tags" Target="../tags/tag20.xml"/><Relationship Id="rId12" Type="http://schemas.openxmlformats.org/officeDocument/2006/relationships/image" Target="../media/image1.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tags" Target="../tags/tag19.xml"/><Relationship Id="rId11" Type="http://schemas.openxmlformats.org/officeDocument/2006/relationships/notesSlide" Target="../notesSlides/notesSlide4.xml"/><Relationship Id="rId5" Type="http://schemas.openxmlformats.org/officeDocument/2006/relationships/tags" Target="../tags/tag18.xml"/><Relationship Id="rId10" Type="http://schemas.openxmlformats.org/officeDocument/2006/relationships/slideLayout" Target="../slideLayouts/slideLayout1.xml"/><Relationship Id="rId4" Type="http://schemas.openxmlformats.org/officeDocument/2006/relationships/tags" Target="../tags/tag17.xml"/><Relationship Id="rId9" Type="http://schemas.openxmlformats.org/officeDocument/2006/relationships/tags" Target="../tags/tag22.xml"/></Relationships>
</file>

<file path=ppt/slides/_rels/slide5.xml.rels><?xml version="1.0" encoding="UTF-8" standalone="yes"?>
<Relationships xmlns="http://schemas.openxmlformats.org/package/2006/relationships"><Relationship Id="rId8" Type="http://schemas.openxmlformats.org/officeDocument/2006/relationships/tags" Target="../tags/tag30.xml"/><Relationship Id="rId13" Type="http://schemas.openxmlformats.org/officeDocument/2006/relationships/tags" Target="../tags/tag35.xml"/><Relationship Id="rId18" Type="http://schemas.openxmlformats.org/officeDocument/2006/relationships/tags" Target="../tags/tag40.xml"/><Relationship Id="rId26" Type="http://schemas.openxmlformats.org/officeDocument/2006/relationships/image" Target="../media/image2.png"/><Relationship Id="rId3" Type="http://schemas.openxmlformats.org/officeDocument/2006/relationships/tags" Target="../tags/tag25.xml"/><Relationship Id="rId21" Type="http://schemas.openxmlformats.org/officeDocument/2006/relationships/tags" Target="../tags/tag43.xml"/><Relationship Id="rId7" Type="http://schemas.openxmlformats.org/officeDocument/2006/relationships/tags" Target="../tags/tag29.xml"/><Relationship Id="rId12" Type="http://schemas.openxmlformats.org/officeDocument/2006/relationships/tags" Target="../tags/tag34.xml"/><Relationship Id="rId17" Type="http://schemas.openxmlformats.org/officeDocument/2006/relationships/tags" Target="../tags/tag39.xml"/><Relationship Id="rId25" Type="http://schemas.openxmlformats.org/officeDocument/2006/relationships/notesSlide" Target="../notesSlides/notesSlide5.xml"/><Relationship Id="rId2" Type="http://schemas.openxmlformats.org/officeDocument/2006/relationships/tags" Target="../tags/tag24.xml"/><Relationship Id="rId16" Type="http://schemas.openxmlformats.org/officeDocument/2006/relationships/tags" Target="../tags/tag38.xml"/><Relationship Id="rId20" Type="http://schemas.openxmlformats.org/officeDocument/2006/relationships/tags" Target="../tags/tag42.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tags" Target="../tags/tag33.xml"/><Relationship Id="rId24" Type="http://schemas.openxmlformats.org/officeDocument/2006/relationships/slideLayout" Target="../slideLayouts/slideLayout1.xml"/><Relationship Id="rId5" Type="http://schemas.openxmlformats.org/officeDocument/2006/relationships/tags" Target="../tags/tag27.xml"/><Relationship Id="rId15" Type="http://schemas.openxmlformats.org/officeDocument/2006/relationships/tags" Target="../tags/tag37.xml"/><Relationship Id="rId23" Type="http://schemas.openxmlformats.org/officeDocument/2006/relationships/tags" Target="../tags/tag45.xml"/><Relationship Id="rId10" Type="http://schemas.openxmlformats.org/officeDocument/2006/relationships/tags" Target="../tags/tag32.xml"/><Relationship Id="rId19" Type="http://schemas.openxmlformats.org/officeDocument/2006/relationships/tags" Target="../tags/tag41.xml"/><Relationship Id="rId4" Type="http://schemas.openxmlformats.org/officeDocument/2006/relationships/tags" Target="../tags/tag26.xml"/><Relationship Id="rId9" Type="http://schemas.openxmlformats.org/officeDocument/2006/relationships/tags" Target="../tags/tag31.xml"/><Relationship Id="rId14" Type="http://schemas.openxmlformats.org/officeDocument/2006/relationships/tags" Target="../tags/tag36.xml"/><Relationship Id="rId22" Type="http://schemas.openxmlformats.org/officeDocument/2006/relationships/tags" Target="../tags/tag44.xml"/></Relationships>
</file>

<file path=ppt/slides/_rels/slide6.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tags" Target="../tags/tag49.xml"/></Relationships>
</file>

<file path=ppt/slides/_rels/slide7.xml.rels><?xml version="1.0" encoding="UTF-8" standalone="yes"?>
<Relationships xmlns="http://schemas.openxmlformats.org/package/2006/relationships"><Relationship Id="rId8" Type="http://schemas.openxmlformats.org/officeDocument/2006/relationships/diagramData" Target="../diagrams/data1.xml"/><Relationship Id="rId3" Type="http://schemas.openxmlformats.org/officeDocument/2006/relationships/tags" Target="../tags/tag52.xml"/><Relationship Id="rId7" Type="http://schemas.openxmlformats.org/officeDocument/2006/relationships/image" Target="../media/image4.svg"/><Relationship Id="rId12" Type="http://schemas.microsoft.com/office/2007/relationships/diagramDrawing" Target="../diagrams/drawing1.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image" Target="../media/image3.png"/><Relationship Id="rId11" Type="http://schemas.openxmlformats.org/officeDocument/2006/relationships/diagramColors" Target="../diagrams/colors1.xml"/><Relationship Id="rId5" Type="http://schemas.openxmlformats.org/officeDocument/2006/relationships/notesSlide" Target="../notesSlides/notesSlide7.xml"/><Relationship Id="rId10" Type="http://schemas.openxmlformats.org/officeDocument/2006/relationships/diagramQuickStyle" Target="../diagrams/quickStyle1.xml"/><Relationship Id="rId4" Type="http://schemas.openxmlformats.org/officeDocument/2006/relationships/slideLayout" Target="../slideLayouts/slideLayout1.xml"/><Relationship Id="rId9"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8" Type="http://schemas.microsoft.com/office/2007/relationships/diagramDrawing" Target="../diagrams/drawing3.xml"/><Relationship Id="rId13" Type="http://schemas.openxmlformats.org/officeDocument/2006/relationships/diagramColors" Target="../diagrams/colors4.xml"/><Relationship Id="rId3" Type="http://schemas.openxmlformats.org/officeDocument/2006/relationships/notesSlide" Target="../notesSlides/notesSlide9.xml"/><Relationship Id="rId7" Type="http://schemas.openxmlformats.org/officeDocument/2006/relationships/diagramColors" Target="../diagrams/colors3.xml"/><Relationship Id="rId12" Type="http://schemas.openxmlformats.org/officeDocument/2006/relationships/diagramQuickStyle" Target="../diagrams/quickStyle4.xml"/><Relationship Id="rId2" Type="http://schemas.openxmlformats.org/officeDocument/2006/relationships/slideLayout" Target="../slideLayouts/slideLayout1.xml"/><Relationship Id="rId1" Type="http://schemas.openxmlformats.org/officeDocument/2006/relationships/tags" Target="../tags/tag53.xml"/><Relationship Id="rId6" Type="http://schemas.openxmlformats.org/officeDocument/2006/relationships/diagramQuickStyle" Target="../diagrams/quickStyle3.xml"/><Relationship Id="rId11" Type="http://schemas.openxmlformats.org/officeDocument/2006/relationships/diagramLayout" Target="../diagrams/layout4.xml"/><Relationship Id="rId5" Type="http://schemas.openxmlformats.org/officeDocument/2006/relationships/diagramLayout" Target="../diagrams/layout3.xml"/><Relationship Id="rId10" Type="http://schemas.openxmlformats.org/officeDocument/2006/relationships/diagramData" Target="../diagrams/data4.xml"/><Relationship Id="rId4" Type="http://schemas.openxmlformats.org/officeDocument/2006/relationships/diagramData" Target="../diagrams/data3.xml"/><Relationship Id="rId9" Type="http://schemas.openxmlformats.org/officeDocument/2006/relationships/image" Target="../media/image5.png"/><Relationship Id="rId14" Type="http://schemas.microsoft.com/office/2007/relationships/diagramDrawing" Target="../diagrams/drawing4.xml"/></Relationships>
</file>

<file path=ppt/slides/_rels/slide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tags" Target="../tags/tag5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notesSlide" Target="../notesSlides/notesSlide12.xml"/><Relationship Id="rId7" Type="http://schemas.openxmlformats.org/officeDocument/2006/relationships/image" Target="../media/image10.png"/><Relationship Id="rId2" Type="http://schemas.openxmlformats.org/officeDocument/2006/relationships/slideLayout" Target="../slideLayouts/slideLayout1.xml"/><Relationship Id="rId1" Type="http://schemas.openxmlformats.org/officeDocument/2006/relationships/tags" Target="../tags/tag58.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2.png"/></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61.xml"/><Relationship Id="rId7" Type="http://schemas.openxmlformats.org/officeDocument/2006/relationships/tags" Target="../tags/tag65.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tags" Target="../tags/tag64.xml"/><Relationship Id="rId5" Type="http://schemas.openxmlformats.org/officeDocument/2006/relationships/tags" Target="../tags/tag63.xml"/><Relationship Id="rId10" Type="http://schemas.openxmlformats.org/officeDocument/2006/relationships/image" Target="../media/image13.png"/><Relationship Id="rId4" Type="http://schemas.openxmlformats.org/officeDocument/2006/relationships/tags" Target="../tags/tag62.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8" Type="http://schemas.openxmlformats.org/officeDocument/2006/relationships/tags" Target="../tags/tag73.xml"/><Relationship Id="rId13" Type="http://schemas.openxmlformats.org/officeDocument/2006/relationships/slideLayout" Target="../slideLayouts/slideLayout1.xml"/><Relationship Id="rId3" Type="http://schemas.openxmlformats.org/officeDocument/2006/relationships/tags" Target="../tags/tag68.xml"/><Relationship Id="rId7" Type="http://schemas.openxmlformats.org/officeDocument/2006/relationships/tags" Target="../tags/tag72.xml"/><Relationship Id="rId12" Type="http://schemas.openxmlformats.org/officeDocument/2006/relationships/tags" Target="../tags/tag77.xml"/><Relationship Id="rId17" Type="http://schemas.openxmlformats.org/officeDocument/2006/relationships/image" Target="../media/image16.png"/><Relationship Id="rId2" Type="http://schemas.openxmlformats.org/officeDocument/2006/relationships/tags" Target="../tags/tag67.xml"/><Relationship Id="rId16" Type="http://schemas.openxmlformats.org/officeDocument/2006/relationships/image" Target="../media/image15.png"/><Relationship Id="rId1" Type="http://schemas.openxmlformats.org/officeDocument/2006/relationships/tags" Target="../tags/tag66.xml"/><Relationship Id="rId6" Type="http://schemas.openxmlformats.org/officeDocument/2006/relationships/tags" Target="../tags/tag71.xml"/><Relationship Id="rId11" Type="http://schemas.openxmlformats.org/officeDocument/2006/relationships/tags" Target="../tags/tag76.xml"/><Relationship Id="rId5" Type="http://schemas.openxmlformats.org/officeDocument/2006/relationships/tags" Target="../tags/tag70.xml"/><Relationship Id="rId15" Type="http://schemas.openxmlformats.org/officeDocument/2006/relationships/image" Target="../media/image14.png"/><Relationship Id="rId10" Type="http://schemas.openxmlformats.org/officeDocument/2006/relationships/tags" Target="../tags/tag75.xml"/><Relationship Id="rId4" Type="http://schemas.openxmlformats.org/officeDocument/2006/relationships/tags" Target="../tags/tag69.xml"/><Relationship Id="rId9" Type="http://schemas.openxmlformats.org/officeDocument/2006/relationships/tags" Target="../tags/tag74.xml"/><Relationship Id="rId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8" Type="http://schemas.openxmlformats.org/officeDocument/2006/relationships/tags" Target="../tags/tag85.xml"/><Relationship Id="rId13" Type="http://schemas.openxmlformats.org/officeDocument/2006/relationships/notesSlide" Target="../notesSlides/notesSlide15.xml"/><Relationship Id="rId3" Type="http://schemas.openxmlformats.org/officeDocument/2006/relationships/tags" Target="../tags/tag80.xml"/><Relationship Id="rId7" Type="http://schemas.openxmlformats.org/officeDocument/2006/relationships/tags" Target="../tags/tag84.xml"/><Relationship Id="rId12" Type="http://schemas.openxmlformats.org/officeDocument/2006/relationships/slideLayout" Target="../slideLayouts/slideLayout1.xml"/><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tags" Target="../tags/tag88.xml"/><Relationship Id="rId5" Type="http://schemas.openxmlformats.org/officeDocument/2006/relationships/tags" Target="../tags/tag82.xml"/><Relationship Id="rId10" Type="http://schemas.openxmlformats.org/officeDocument/2006/relationships/tags" Target="../tags/tag87.xml"/><Relationship Id="rId4" Type="http://schemas.openxmlformats.org/officeDocument/2006/relationships/tags" Target="../tags/tag81.xml"/><Relationship Id="rId9" Type="http://schemas.openxmlformats.org/officeDocument/2006/relationships/tags" Target="../tags/tag86.xml"/><Relationship Id="rId14" Type="http://schemas.openxmlformats.org/officeDocument/2006/relationships/image" Target="../media/image17.png"/></Relationships>
</file>

<file path=ppt/slides/_rels/slide16.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notesSlide" Target="../notesSlides/notesSlide16.xml"/><Relationship Id="rId7" Type="http://schemas.openxmlformats.org/officeDocument/2006/relationships/diagramColors" Target="../diagrams/colors5.xml"/><Relationship Id="rId2" Type="http://schemas.openxmlformats.org/officeDocument/2006/relationships/slideLayout" Target="../slideLayouts/slideLayout1.xml"/><Relationship Id="rId1" Type="http://schemas.openxmlformats.org/officeDocument/2006/relationships/tags" Target="../tags/tag89.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90.xml"/><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ags" Target="../tags/tag91.xml"/><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notesSlide" Target="../notesSlides/notesSlide19.xml"/><Relationship Id="rId5" Type="http://schemas.openxmlformats.org/officeDocument/2006/relationships/slideLayout" Target="../slideLayouts/slideLayout2.xml"/><Relationship Id="rId4" Type="http://schemas.openxmlformats.org/officeDocument/2006/relationships/tags" Target="../tags/tag95.xml"/></Relationships>
</file>

<file path=ppt/slides/_rels/slide20.xml.rels><?xml version="1.0" encoding="UTF-8" standalone="yes"?>
<Relationships xmlns="http://schemas.openxmlformats.org/package/2006/relationships"><Relationship Id="rId8" Type="http://schemas.openxmlformats.org/officeDocument/2006/relationships/tags" Target="../tags/tag103.xml"/><Relationship Id="rId13" Type="http://schemas.openxmlformats.org/officeDocument/2006/relationships/image" Target="../media/image23.svg"/><Relationship Id="rId18" Type="http://schemas.openxmlformats.org/officeDocument/2006/relationships/diagramQuickStyle" Target="../diagrams/quickStyle6.xml"/><Relationship Id="rId3" Type="http://schemas.openxmlformats.org/officeDocument/2006/relationships/tags" Target="../tags/tag98.xml"/><Relationship Id="rId7" Type="http://schemas.openxmlformats.org/officeDocument/2006/relationships/tags" Target="../tags/tag102.xml"/><Relationship Id="rId12" Type="http://schemas.openxmlformats.org/officeDocument/2006/relationships/image" Target="../media/image22.png"/><Relationship Id="rId17" Type="http://schemas.openxmlformats.org/officeDocument/2006/relationships/diagramLayout" Target="../diagrams/layout6.xml"/><Relationship Id="rId2" Type="http://schemas.openxmlformats.org/officeDocument/2006/relationships/tags" Target="../tags/tag97.xml"/><Relationship Id="rId16" Type="http://schemas.openxmlformats.org/officeDocument/2006/relationships/diagramData" Target="../diagrams/data6.xml"/><Relationship Id="rId20" Type="http://schemas.microsoft.com/office/2007/relationships/diagramDrawing" Target="../diagrams/drawing6.xml"/><Relationship Id="rId1" Type="http://schemas.openxmlformats.org/officeDocument/2006/relationships/tags" Target="../tags/tag96.xml"/><Relationship Id="rId6" Type="http://schemas.openxmlformats.org/officeDocument/2006/relationships/tags" Target="../tags/tag101.xml"/><Relationship Id="rId11" Type="http://schemas.openxmlformats.org/officeDocument/2006/relationships/notesSlide" Target="../notesSlides/notesSlide20.xml"/><Relationship Id="rId5" Type="http://schemas.openxmlformats.org/officeDocument/2006/relationships/tags" Target="../tags/tag100.xml"/><Relationship Id="rId15" Type="http://schemas.openxmlformats.org/officeDocument/2006/relationships/image" Target="../media/image25.svg"/><Relationship Id="rId10" Type="http://schemas.openxmlformats.org/officeDocument/2006/relationships/slideLayout" Target="../slideLayouts/slideLayout1.xml"/><Relationship Id="rId19" Type="http://schemas.openxmlformats.org/officeDocument/2006/relationships/diagramColors" Target="../diagrams/colors6.xml"/><Relationship Id="rId4" Type="http://schemas.openxmlformats.org/officeDocument/2006/relationships/tags" Target="../tags/tag99.xml"/><Relationship Id="rId9" Type="http://schemas.openxmlformats.org/officeDocument/2006/relationships/tags" Target="../tags/tag104.xml"/><Relationship Id="rId14" Type="http://schemas.openxmlformats.org/officeDocument/2006/relationships/image" Target="../media/image24.png"/></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21.xml"/><Relationship Id="rId13" Type="http://schemas.openxmlformats.org/officeDocument/2006/relationships/image" Target="../media/image30.png"/><Relationship Id="rId3" Type="http://schemas.openxmlformats.org/officeDocument/2006/relationships/tags" Target="../tags/tag107.xml"/><Relationship Id="rId7" Type="http://schemas.openxmlformats.org/officeDocument/2006/relationships/slideLayout" Target="../slideLayouts/slideLayout1.xml"/><Relationship Id="rId12" Type="http://schemas.openxmlformats.org/officeDocument/2006/relationships/image" Target="../media/image29.svg"/><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tags" Target="../tags/tag110.xml"/><Relationship Id="rId11" Type="http://schemas.openxmlformats.org/officeDocument/2006/relationships/image" Target="../media/image28.png"/><Relationship Id="rId5" Type="http://schemas.openxmlformats.org/officeDocument/2006/relationships/tags" Target="../tags/tag109.xml"/><Relationship Id="rId10" Type="http://schemas.openxmlformats.org/officeDocument/2006/relationships/image" Target="../media/image27.svg"/><Relationship Id="rId4" Type="http://schemas.openxmlformats.org/officeDocument/2006/relationships/tags" Target="../tags/tag108.xml"/><Relationship Id="rId9" Type="http://schemas.openxmlformats.org/officeDocument/2006/relationships/image" Target="../media/image26.png"/></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113.xml"/><Relationship Id="rId7" Type="http://schemas.openxmlformats.org/officeDocument/2006/relationships/tags" Target="../tags/tag117.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tags" Target="../tags/tag116.xml"/><Relationship Id="rId5" Type="http://schemas.openxmlformats.org/officeDocument/2006/relationships/tags" Target="../tags/tag115.xml"/><Relationship Id="rId10" Type="http://schemas.openxmlformats.org/officeDocument/2006/relationships/image" Target="../media/image31.png"/><Relationship Id="rId4" Type="http://schemas.openxmlformats.org/officeDocument/2006/relationships/tags" Target="../tags/tag114.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notesSlide" Target="../notesSlides/notesSlide23.xml"/><Relationship Id="rId5" Type="http://schemas.openxmlformats.org/officeDocument/2006/relationships/slideLayout" Target="../slideLayouts/slideLayout2.xml"/><Relationship Id="rId4" Type="http://schemas.openxmlformats.org/officeDocument/2006/relationships/tags" Target="../tags/tag121.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tags" Target="../tags/tag1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 name="觅知网-不倒翁ID:189359941"/>
          <p:cNvGrpSpPr/>
          <p:nvPr/>
        </p:nvGrpSpPr>
        <p:grpSpPr>
          <a:xfrm>
            <a:off x="-178347" y="-186482"/>
            <a:ext cx="3810736" cy="6483102"/>
            <a:chOff x="695400" y="8111548"/>
            <a:chExt cx="3810736" cy="6483102"/>
          </a:xfrm>
          <a:solidFill>
            <a:srgbClr val="344778">
              <a:alpha val="5000"/>
            </a:srgbClr>
          </a:solidFill>
        </p:grpSpPr>
        <p:sp>
          <p:nvSpPr>
            <p:cNvPr id="113" name="觅知网-不倒翁ID:189359941"/>
            <p:cNvSpPr/>
            <p:nvPr/>
          </p:nvSpPr>
          <p:spPr bwMode="auto">
            <a:xfrm>
              <a:off x="3812011" y="13747819"/>
              <a:ext cx="694125" cy="465063"/>
            </a:xfrm>
            <a:custGeom>
              <a:avLst/>
              <a:gdLst>
                <a:gd name="T0" fmla="*/ 0 w 93"/>
                <a:gd name="T1" fmla="*/ 6 h 62"/>
                <a:gd name="T2" fmla="*/ 93 w 93"/>
                <a:gd name="T3" fmla="*/ 62 h 62"/>
                <a:gd name="T4" fmla="*/ 0 w 93"/>
                <a:gd name="T5" fmla="*/ 6 h 62"/>
              </a:gdLst>
              <a:ahLst/>
              <a:cxnLst>
                <a:cxn ang="0">
                  <a:pos x="T0" y="T1"/>
                </a:cxn>
                <a:cxn ang="0">
                  <a:pos x="T2" y="T3"/>
                </a:cxn>
                <a:cxn ang="0">
                  <a:pos x="T4" y="T5"/>
                </a:cxn>
              </a:cxnLst>
              <a:rect l="0" t="0" r="r" b="b"/>
              <a:pathLst>
                <a:path w="93" h="62">
                  <a:moveTo>
                    <a:pt x="0" y="6"/>
                  </a:moveTo>
                  <a:cubicBezTo>
                    <a:pt x="54" y="0"/>
                    <a:pt x="75" y="57"/>
                    <a:pt x="93" y="62"/>
                  </a:cubicBezTo>
                  <a:cubicBezTo>
                    <a:pt x="35" y="57"/>
                    <a:pt x="7" y="30"/>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4" name="觅知网-不倒翁ID:189359941"/>
            <p:cNvSpPr/>
            <p:nvPr/>
          </p:nvSpPr>
          <p:spPr bwMode="auto">
            <a:xfrm>
              <a:off x="3360830" y="13685350"/>
              <a:ext cx="631656" cy="492830"/>
            </a:xfrm>
            <a:custGeom>
              <a:avLst/>
              <a:gdLst>
                <a:gd name="T0" fmla="*/ 0 w 85"/>
                <a:gd name="T1" fmla="*/ 2 h 66"/>
                <a:gd name="T2" fmla="*/ 85 w 85"/>
                <a:gd name="T3" fmla="*/ 66 h 66"/>
                <a:gd name="T4" fmla="*/ 0 w 85"/>
                <a:gd name="T5" fmla="*/ 2 h 66"/>
              </a:gdLst>
              <a:ahLst/>
              <a:cxnLst>
                <a:cxn ang="0">
                  <a:pos x="T0" y="T1"/>
                </a:cxn>
                <a:cxn ang="0">
                  <a:pos x="T2" y="T3"/>
                </a:cxn>
                <a:cxn ang="0">
                  <a:pos x="T4" y="T5"/>
                </a:cxn>
              </a:cxnLst>
              <a:rect l="0" t="0" r="r" b="b"/>
              <a:pathLst>
                <a:path w="85" h="66">
                  <a:moveTo>
                    <a:pt x="0" y="2"/>
                  </a:moveTo>
                  <a:cubicBezTo>
                    <a:pt x="50" y="0"/>
                    <a:pt x="69" y="60"/>
                    <a:pt x="85" y="66"/>
                  </a:cubicBezTo>
                  <a:cubicBezTo>
                    <a:pt x="26" y="57"/>
                    <a:pt x="4" y="24"/>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5" name="觅知网-不倒翁ID:189359941"/>
            <p:cNvSpPr/>
            <p:nvPr/>
          </p:nvSpPr>
          <p:spPr bwMode="auto">
            <a:xfrm>
              <a:off x="2930473" y="13532643"/>
              <a:ext cx="562243" cy="555300"/>
            </a:xfrm>
            <a:custGeom>
              <a:avLst/>
              <a:gdLst>
                <a:gd name="T0" fmla="*/ 0 w 75"/>
                <a:gd name="T1" fmla="*/ 0 h 74"/>
                <a:gd name="T2" fmla="*/ 75 w 75"/>
                <a:gd name="T3" fmla="*/ 74 h 74"/>
                <a:gd name="T4" fmla="*/ 0 w 75"/>
                <a:gd name="T5" fmla="*/ 0 h 74"/>
              </a:gdLst>
              <a:ahLst/>
              <a:cxnLst>
                <a:cxn ang="0">
                  <a:pos x="T0" y="T1"/>
                </a:cxn>
                <a:cxn ang="0">
                  <a:pos x="T2" y="T3"/>
                </a:cxn>
                <a:cxn ang="0">
                  <a:pos x="T4" y="T5"/>
                </a:cxn>
              </a:cxnLst>
              <a:rect l="0" t="0" r="r" b="b"/>
              <a:pathLst>
                <a:path w="75" h="74">
                  <a:moveTo>
                    <a:pt x="0" y="0"/>
                  </a:moveTo>
                  <a:cubicBezTo>
                    <a:pt x="49" y="8"/>
                    <a:pt x="60" y="66"/>
                    <a:pt x="75" y="74"/>
                  </a:cubicBezTo>
                  <a:cubicBezTo>
                    <a:pt x="25" y="62"/>
                    <a:pt x="0" y="28"/>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6" name="觅知网-不倒翁ID:189359941"/>
            <p:cNvSpPr/>
            <p:nvPr/>
          </p:nvSpPr>
          <p:spPr bwMode="auto">
            <a:xfrm>
              <a:off x="2513998" y="13310524"/>
              <a:ext cx="492831" cy="624708"/>
            </a:xfrm>
            <a:custGeom>
              <a:avLst/>
              <a:gdLst>
                <a:gd name="T0" fmla="*/ 4 w 66"/>
                <a:gd name="T1" fmla="*/ 0 h 84"/>
                <a:gd name="T2" fmla="*/ 66 w 66"/>
                <a:gd name="T3" fmla="*/ 84 h 84"/>
                <a:gd name="T4" fmla="*/ 4 w 66"/>
                <a:gd name="T5" fmla="*/ 0 h 84"/>
              </a:gdLst>
              <a:ahLst/>
              <a:cxnLst>
                <a:cxn ang="0">
                  <a:pos x="T0" y="T1"/>
                </a:cxn>
                <a:cxn ang="0">
                  <a:pos x="T2" y="T3"/>
                </a:cxn>
                <a:cxn ang="0">
                  <a:pos x="T4" y="T5"/>
                </a:cxn>
              </a:cxnLst>
              <a:rect l="0" t="0" r="r" b="b"/>
              <a:pathLst>
                <a:path w="66" h="84">
                  <a:moveTo>
                    <a:pt x="4" y="0"/>
                  </a:moveTo>
                  <a:cubicBezTo>
                    <a:pt x="48" y="15"/>
                    <a:pt x="53" y="74"/>
                    <a:pt x="66" y="84"/>
                  </a:cubicBezTo>
                  <a:cubicBezTo>
                    <a:pt x="16" y="64"/>
                    <a:pt x="0" y="26"/>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7" name="觅知网-不倒翁ID:189359941"/>
            <p:cNvSpPr/>
            <p:nvPr/>
          </p:nvSpPr>
          <p:spPr bwMode="auto">
            <a:xfrm>
              <a:off x="2118352" y="13018993"/>
              <a:ext cx="437300" cy="694121"/>
            </a:xfrm>
            <a:custGeom>
              <a:avLst/>
              <a:gdLst>
                <a:gd name="T0" fmla="*/ 11 w 58"/>
                <a:gd name="T1" fmla="*/ 0 h 93"/>
                <a:gd name="T2" fmla="*/ 58 w 58"/>
                <a:gd name="T3" fmla="*/ 93 h 93"/>
                <a:gd name="T4" fmla="*/ 11 w 58"/>
                <a:gd name="T5" fmla="*/ 0 h 93"/>
              </a:gdLst>
              <a:ahLst/>
              <a:cxnLst>
                <a:cxn ang="0">
                  <a:pos x="T0" y="T1"/>
                </a:cxn>
                <a:cxn ang="0">
                  <a:pos x="T2" y="T3"/>
                </a:cxn>
                <a:cxn ang="0">
                  <a:pos x="T4" y="T5"/>
                </a:cxn>
              </a:cxnLst>
              <a:rect l="0" t="0" r="r" b="b"/>
              <a:pathLst>
                <a:path w="58" h="93">
                  <a:moveTo>
                    <a:pt x="11" y="0"/>
                  </a:moveTo>
                  <a:cubicBezTo>
                    <a:pt x="46" y="20"/>
                    <a:pt x="52" y="88"/>
                    <a:pt x="58" y="93"/>
                  </a:cubicBezTo>
                  <a:cubicBezTo>
                    <a:pt x="24" y="77"/>
                    <a:pt x="0" y="37"/>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8" name="觅知网-不倒翁ID:189359941"/>
            <p:cNvSpPr/>
            <p:nvPr/>
          </p:nvSpPr>
          <p:spPr bwMode="auto">
            <a:xfrm>
              <a:off x="1833759" y="12678873"/>
              <a:ext cx="347063" cy="735770"/>
            </a:xfrm>
            <a:custGeom>
              <a:avLst/>
              <a:gdLst>
                <a:gd name="T0" fmla="*/ 11 w 46"/>
                <a:gd name="T1" fmla="*/ 0 h 99"/>
                <a:gd name="T2" fmla="*/ 41 w 46"/>
                <a:gd name="T3" fmla="*/ 99 h 99"/>
                <a:gd name="T4" fmla="*/ 11 w 46"/>
                <a:gd name="T5" fmla="*/ 0 h 99"/>
              </a:gdLst>
              <a:ahLst/>
              <a:cxnLst>
                <a:cxn ang="0">
                  <a:pos x="T0" y="T1"/>
                </a:cxn>
                <a:cxn ang="0">
                  <a:pos x="T2" y="T3"/>
                </a:cxn>
                <a:cxn ang="0">
                  <a:pos x="T4" y="T5"/>
                </a:cxn>
              </a:cxnLst>
              <a:rect l="0" t="0" r="r" b="b"/>
              <a:pathLst>
                <a:path w="46" h="99">
                  <a:moveTo>
                    <a:pt x="11" y="0"/>
                  </a:moveTo>
                  <a:cubicBezTo>
                    <a:pt x="46" y="29"/>
                    <a:pt x="32" y="86"/>
                    <a:pt x="41" y="99"/>
                  </a:cubicBezTo>
                  <a:cubicBezTo>
                    <a:pt x="1" y="71"/>
                    <a:pt x="0" y="24"/>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9" name="觅知网-不倒翁ID:189359941"/>
            <p:cNvSpPr/>
            <p:nvPr/>
          </p:nvSpPr>
          <p:spPr bwMode="auto">
            <a:xfrm>
              <a:off x="1569991" y="12283223"/>
              <a:ext cx="347063" cy="770476"/>
            </a:xfrm>
            <a:custGeom>
              <a:avLst/>
              <a:gdLst>
                <a:gd name="T0" fmla="*/ 19 w 47"/>
                <a:gd name="T1" fmla="*/ 0 h 103"/>
                <a:gd name="T2" fmla="*/ 31 w 47"/>
                <a:gd name="T3" fmla="*/ 103 h 103"/>
                <a:gd name="T4" fmla="*/ 19 w 47"/>
                <a:gd name="T5" fmla="*/ 0 h 103"/>
              </a:gdLst>
              <a:ahLst/>
              <a:cxnLst>
                <a:cxn ang="0">
                  <a:pos x="T0" y="T1"/>
                </a:cxn>
                <a:cxn ang="0">
                  <a:pos x="T2" y="T3"/>
                </a:cxn>
                <a:cxn ang="0">
                  <a:pos x="T4" y="T5"/>
                </a:cxn>
              </a:cxnLst>
              <a:rect l="0" t="0" r="r" b="b"/>
              <a:pathLst>
                <a:path w="47" h="103">
                  <a:moveTo>
                    <a:pt x="19" y="0"/>
                  </a:moveTo>
                  <a:cubicBezTo>
                    <a:pt x="47" y="36"/>
                    <a:pt x="25" y="89"/>
                    <a:pt x="31" y="103"/>
                  </a:cubicBezTo>
                  <a:cubicBezTo>
                    <a:pt x="1" y="71"/>
                    <a:pt x="0" y="29"/>
                    <a:pt x="1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0" name="觅知网-不倒翁ID:189359941"/>
            <p:cNvSpPr/>
            <p:nvPr/>
          </p:nvSpPr>
          <p:spPr bwMode="auto">
            <a:xfrm>
              <a:off x="1361753" y="11852871"/>
              <a:ext cx="360944" cy="770476"/>
            </a:xfrm>
            <a:custGeom>
              <a:avLst/>
              <a:gdLst>
                <a:gd name="T0" fmla="*/ 26 w 49"/>
                <a:gd name="T1" fmla="*/ 0 h 104"/>
                <a:gd name="T2" fmla="*/ 22 w 49"/>
                <a:gd name="T3" fmla="*/ 104 h 104"/>
                <a:gd name="T4" fmla="*/ 26 w 49"/>
                <a:gd name="T5" fmla="*/ 0 h 104"/>
              </a:gdLst>
              <a:ahLst/>
              <a:cxnLst>
                <a:cxn ang="0">
                  <a:pos x="T0" y="T1"/>
                </a:cxn>
                <a:cxn ang="0">
                  <a:pos x="T2" y="T3"/>
                </a:cxn>
                <a:cxn ang="0">
                  <a:pos x="T4" y="T5"/>
                </a:cxn>
              </a:cxnLst>
              <a:rect l="0" t="0" r="r" b="b"/>
              <a:pathLst>
                <a:path w="49" h="104">
                  <a:moveTo>
                    <a:pt x="26" y="0"/>
                  </a:moveTo>
                  <a:cubicBezTo>
                    <a:pt x="49" y="46"/>
                    <a:pt x="18" y="90"/>
                    <a:pt x="22" y="104"/>
                  </a:cubicBezTo>
                  <a:cubicBezTo>
                    <a:pt x="0" y="72"/>
                    <a:pt x="0" y="32"/>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1" name="觅知网-不倒翁ID:189359941"/>
            <p:cNvSpPr/>
            <p:nvPr/>
          </p:nvSpPr>
          <p:spPr bwMode="auto">
            <a:xfrm>
              <a:off x="1181283" y="11401685"/>
              <a:ext cx="402593" cy="770476"/>
            </a:xfrm>
            <a:custGeom>
              <a:avLst/>
              <a:gdLst>
                <a:gd name="T0" fmla="*/ 38 w 54"/>
                <a:gd name="T1" fmla="*/ 0 h 103"/>
                <a:gd name="T2" fmla="*/ 20 w 54"/>
                <a:gd name="T3" fmla="*/ 103 h 103"/>
                <a:gd name="T4" fmla="*/ 38 w 54"/>
                <a:gd name="T5" fmla="*/ 0 h 103"/>
              </a:gdLst>
              <a:ahLst/>
              <a:cxnLst>
                <a:cxn ang="0">
                  <a:pos x="T0" y="T1"/>
                </a:cxn>
                <a:cxn ang="0">
                  <a:pos x="T2" y="T3"/>
                </a:cxn>
                <a:cxn ang="0">
                  <a:pos x="T4" y="T5"/>
                </a:cxn>
              </a:cxnLst>
              <a:rect l="0" t="0" r="r" b="b"/>
              <a:pathLst>
                <a:path w="54" h="103">
                  <a:moveTo>
                    <a:pt x="38" y="0"/>
                  </a:moveTo>
                  <a:cubicBezTo>
                    <a:pt x="54" y="46"/>
                    <a:pt x="19" y="89"/>
                    <a:pt x="20" y="103"/>
                  </a:cubicBezTo>
                  <a:cubicBezTo>
                    <a:pt x="0" y="66"/>
                    <a:pt x="11" y="27"/>
                    <a:pt x="3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2" name="觅知网-不倒翁ID:189359941"/>
            <p:cNvSpPr/>
            <p:nvPr/>
          </p:nvSpPr>
          <p:spPr bwMode="auto">
            <a:xfrm>
              <a:off x="1118814" y="10950508"/>
              <a:ext cx="381769" cy="735770"/>
            </a:xfrm>
            <a:custGeom>
              <a:avLst/>
              <a:gdLst>
                <a:gd name="T0" fmla="*/ 42 w 51"/>
                <a:gd name="T1" fmla="*/ 0 h 99"/>
                <a:gd name="T2" fmla="*/ 11 w 51"/>
                <a:gd name="T3" fmla="*/ 99 h 99"/>
                <a:gd name="T4" fmla="*/ 42 w 51"/>
                <a:gd name="T5" fmla="*/ 0 h 99"/>
              </a:gdLst>
              <a:ahLst/>
              <a:cxnLst>
                <a:cxn ang="0">
                  <a:pos x="T0" y="T1"/>
                </a:cxn>
                <a:cxn ang="0">
                  <a:pos x="T2" y="T3"/>
                </a:cxn>
                <a:cxn ang="0">
                  <a:pos x="T4" y="T5"/>
                </a:cxn>
              </a:cxnLst>
              <a:rect l="0" t="0" r="r" b="b"/>
              <a:pathLst>
                <a:path w="51" h="99">
                  <a:moveTo>
                    <a:pt x="42" y="0"/>
                  </a:moveTo>
                  <a:cubicBezTo>
                    <a:pt x="51" y="36"/>
                    <a:pt x="12" y="95"/>
                    <a:pt x="11" y="99"/>
                  </a:cubicBezTo>
                  <a:cubicBezTo>
                    <a:pt x="0" y="67"/>
                    <a:pt x="4" y="33"/>
                    <a:pt x="4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3" name="觅知网-不倒翁ID:189359941"/>
            <p:cNvSpPr/>
            <p:nvPr/>
          </p:nvSpPr>
          <p:spPr bwMode="auto">
            <a:xfrm>
              <a:off x="1084103" y="10492388"/>
              <a:ext cx="402593" cy="701064"/>
            </a:xfrm>
            <a:custGeom>
              <a:avLst/>
              <a:gdLst>
                <a:gd name="T0" fmla="*/ 52 w 54"/>
                <a:gd name="T1" fmla="*/ 0 h 94"/>
                <a:gd name="T2" fmla="*/ 9 w 54"/>
                <a:gd name="T3" fmla="*/ 94 h 94"/>
                <a:gd name="T4" fmla="*/ 52 w 54"/>
                <a:gd name="T5" fmla="*/ 0 h 94"/>
              </a:gdLst>
              <a:ahLst/>
              <a:cxnLst>
                <a:cxn ang="0">
                  <a:pos x="T0" y="T1"/>
                </a:cxn>
                <a:cxn ang="0">
                  <a:pos x="T2" y="T3"/>
                </a:cxn>
                <a:cxn ang="0">
                  <a:pos x="T4" y="T5"/>
                </a:cxn>
              </a:cxnLst>
              <a:rect l="0" t="0" r="r" b="b"/>
              <a:pathLst>
                <a:path w="54" h="94">
                  <a:moveTo>
                    <a:pt x="52" y="0"/>
                  </a:moveTo>
                  <a:cubicBezTo>
                    <a:pt x="54" y="48"/>
                    <a:pt x="11" y="81"/>
                    <a:pt x="9" y="94"/>
                  </a:cubicBezTo>
                  <a:cubicBezTo>
                    <a:pt x="0" y="61"/>
                    <a:pt x="9" y="29"/>
                    <a:pt x="5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4" name="觅知网-不倒翁ID:189359941"/>
            <p:cNvSpPr/>
            <p:nvPr/>
          </p:nvSpPr>
          <p:spPr bwMode="auto">
            <a:xfrm>
              <a:off x="1097989" y="10055089"/>
              <a:ext cx="472006" cy="645537"/>
            </a:xfrm>
            <a:custGeom>
              <a:avLst/>
              <a:gdLst>
                <a:gd name="T0" fmla="*/ 63 w 63"/>
                <a:gd name="T1" fmla="*/ 0 h 87"/>
                <a:gd name="T2" fmla="*/ 8 w 63"/>
                <a:gd name="T3" fmla="*/ 87 h 87"/>
                <a:gd name="T4" fmla="*/ 63 w 63"/>
                <a:gd name="T5" fmla="*/ 0 h 87"/>
              </a:gdLst>
              <a:ahLst/>
              <a:cxnLst>
                <a:cxn ang="0">
                  <a:pos x="T0" y="T1"/>
                </a:cxn>
                <a:cxn ang="0">
                  <a:pos x="T2" y="T3"/>
                </a:cxn>
                <a:cxn ang="0">
                  <a:pos x="T4" y="T5"/>
                </a:cxn>
              </a:cxnLst>
              <a:rect l="0" t="0" r="r" b="b"/>
              <a:pathLst>
                <a:path w="63" h="87">
                  <a:moveTo>
                    <a:pt x="63" y="0"/>
                  </a:moveTo>
                  <a:cubicBezTo>
                    <a:pt x="59" y="44"/>
                    <a:pt x="11" y="75"/>
                    <a:pt x="8" y="87"/>
                  </a:cubicBezTo>
                  <a:cubicBezTo>
                    <a:pt x="0" y="39"/>
                    <a:pt x="32" y="19"/>
                    <a:pt x="6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5" name="觅知网-不倒翁ID:189359941"/>
            <p:cNvSpPr/>
            <p:nvPr/>
          </p:nvSpPr>
          <p:spPr bwMode="auto">
            <a:xfrm>
              <a:off x="3464953" y="14115706"/>
              <a:ext cx="1013420" cy="478944"/>
            </a:xfrm>
            <a:custGeom>
              <a:avLst/>
              <a:gdLst>
                <a:gd name="T0" fmla="*/ 0 w 136"/>
                <a:gd name="T1" fmla="*/ 37 h 64"/>
                <a:gd name="T2" fmla="*/ 136 w 136"/>
                <a:gd name="T3" fmla="*/ 19 h 64"/>
                <a:gd name="T4" fmla="*/ 0 w 136"/>
                <a:gd name="T5" fmla="*/ 37 h 64"/>
              </a:gdLst>
              <a:ahLst/>
              <a:cxnLst>
                <a:cxn ang="0">
                  <a:pos x="T0" y="T1"/>
                </a:cxn>
                <a:cxn ang="0">
                  <a:pos x="T2" y="T3"/>
                </a:cxn>
                <a:cxn ang="0">
                  <a:pos x="T4" y="T5"/>
                </a:cxn>
              </a:cxnLst>
              <a:rect l="0" t="0" r="r" b="b"/>
              <a:pathLst>
                <a:path w="136" h="64">
                  <a:moveTo>
                    <a:pt x="0" y="37"/>
                  </a:moveTo>
                  <a:cubicBezTo>
                    <a:pt x="68" y="64"/>
                    <a:pt x="104" y="27"/>
                    <a:pt x="136" y="19"/>
                  </a:cubicBezTo>
                  <a:cubicBezTo>
                    <a:pt x="70" y="0"/>
                    <a:pt x="50" y="35"/>
                    <a:pt x="0"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6" name="觅知网-不倒翁ID:189359941"/>
            <p:cNvSpPr/>
            <p:nvPr/>
          </p:nvSpPr>
          <p:spPr bwMode="auto">
            <a:xfrm>
              <a:off x="2965184" y="14039351"/>
              <a:ext cx="1013420" cy="472001"/>
            </a:xfrm>
            <a:custGeom>
              <a:avLst/>
              <a:gdLst>
                <a:gd name="T0" fmla="*/ 0 w 136"/>
                <a:gd name="T1" fmla="*/ 28 h 63"/>
                <a:gd name="T2" fmla="*/ 136 w 136"/>
                <a:gd name="T3" fmla="*/ 24 h 63"/>
                <a:gd name="T4" fmla="*/ 0 w 136"/>
                <a:gd name="T5" fmla="*/ 28 h 63"/>
              </a:gdLst>
              <a:ahLst/>
              <a:cxnLst>
                <a:cxn ang="0">
                  <a:pos x="T0" y="T1"/>
                </a:cxn>
                <a:cxn ang="0">
                  <a:pos x="T2" y="T3"/>
                </a:cxn>
                <a:cxn ang="0">
                  <a:pos x="T4" y="T5"/>
                </a:cxn>
              </a:cxnLst>
              <a:rect l="0" t="0" r="r" b="b"/>
              <a:pathLst>
                <a:path w="136" h="63">
                  <a:moveTo>
                    <a:pt x="0" y="28"/>
                  </a:moveTo>
                  <a:cubicBezTo>
                    <a:pt x="67" y="63"/>
                    <a:pt x="106" y="28"/>
                    <a:pt x="136" y="24"/>
                  </a:cubicBezTo>
                  <a:cubicBezTo>
                    <a:pt x="72" y="0"/>
                    <a:pt x="49" y="31"/>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7" name="觅知网-不倒翁ID:189359941"/>
            <p:cNvSpPr/>
            <p:nvPr/>
          </p:nvSpPr>
          <p:spPr bwMode="auto">
            <a:xfrm>
              <a:off x="2479296" y="13893587"/>
              <a:ext cx="999538" cy="478944"/>
            </a:xfrm>
            <a:custGeom>
              <a:avLst/>
              <a:gdLst>
                <a:gd name="T0" fmla="*/ 0 w 134"/>
                <a:gd name="T1" fmla="*/ 19 h 64"/>
                <a:gd name="T2" fmla="*/ 134 w 134"/>
                <a:gd name="T3" fmla="*/ 32 h 64"/>
                <a:gd name="T4" fmla="*/ 0 w 134"/>
                <a:gd name="T5" fmla="*/ 19 h 64"/>
              </a:gdLst>
              <a:ahLst/>
              <a:cxnLst>
                <a:cxn ang="0">
                  <a:pos x="T0" y="T1"/>
                </a:cxn>
                <a:cxn ang="0">
                  <a:pos x="T2" y="T3"/>
                </a:cxn>
                <a:cxn ang="0">
                  <a:pos x="T4" y="T5"/>
                </a:cxn>
              </a:cxnLst>
              <a:rect l="0" t="0" r="r" b="b"/>
              <a:pathLst>
                <a:path w="134" h="64">
                  <a:moveTo>
                    <a:pt x="0" y="19"/>
                  </a:moveTo>
                  <a:cubicBezTo>
                    <a:pt x="60" y="64"/>
                    <a:pt x="106" y="33"/>
                    <a:pt x="134" y="32"/>
                  </a:cubicBezTo>
                  <a:cubicBezTo>
                    <a:pt x="69" y="0"/>
                    <a:pt x="48" y="30"/>
                    <a:pt x="0"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8" name="觅知网-不倒翁ID:189359941"/>
            <p:cNvSpPr/>
            <p:nvPr/>
          </p:nvSpPr>
          <p:spPr bwMode="auto">
            <a:xfrm>
              <a:off x="2028115" y="13692288"/>
              <a:ext cx="964832" cy="444238"/>
            </a:xfrm>
            <a:custGeom>
              <a:avLst/>
              <a:gdLst>
                <a:gd name="T0" fmla="*/ 0 w 129"/>
                <a:gd name="T1" fmla="*/ 7 h 60"/>
                <a:gd name="T2" fmla="*/ 129 w 129"/>
                <a:gd name="T3" fmla="*/ 39 h 60"/>
                <a:gd name="T4" fmla="*/ 0 w 129"/>
                <a:gd name="T5" fmla="*/ 7 h 60"/>
              </a:gdLst>
              <a:ahLst/>
              <a:cxnLst>
                <a:cxn ang="0">
                  <a:pos x="T0" y="T1"/>
                </a:cxn>
                <a:cxn ang="0">
                  <a:pos x="T2" y="T3"/>
                </a:cxn>
                <a:cxn ang="0">
                  <a:pos x="T4" y="T5"/>
                </a:cxn>
              </a:cxnLst>
              <a:rect l="0" t="0" r="r" b="b"/>
              <a:pathLst>
                <a:path w="129" h="60">
                  <a:moveTo>
                    <a:pt x="0" y="7"/>
                  </a:moveTo>
                  <a:cubicBezTo>
                    <a:pt x="53" y="60"/>
                    <a:pt x="106" y="36"/>
                    <a:pt x="129" y="39"/>
                  </a:cubicBezTo>
                  <a:cubicBezTo>
                    <a:pt x="76" y="0"/>
                    <a:pt x="39" y="22"/>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9" name="觅知网-不倒翁ID:189359941"/>
            <p:cNvSpPr/>
            <p:nvPr/>
          </p:nvSpPr>
          <p:spPr bwMode="auto">
            <a:xfrm>
              <a:off x="1639403" y="13372994"/>
              <a:ext cx="895420" cy="423418"/>
            </a:xfrm>
            <a:custGeom>
              <a:avLst/>
              <a:gdLst>
                <a:gd name="T0" fmla="*/ 0 w 120"/>
                <a:gd name="T1" fmla="*/ 1 h 57"/>
                <a:gd name="T2" fmla="*/ 120 w 120"/>
                <a:gd name="T3" fmla="*/ 52 h 57"/>
                <a:gd name="T4" fmla="*/ 0 w 120"/>
                <a:gd name="T5" fmla="*/ 1 h 57"/>
              </a:gdLst>
              <a:ahLst/>
              <a:cxnLst>
                <a:cxn ang="0">
                  <a:pos x="T0" y="T1"/>
                </a:cxn>
                <a:cxn ang="0">
                  <a:pos x="T2" y="T3"/>
                </a:cxn>
                <a:cxn ang="0">
                  <a:pos x="T4" y="T5"/>
                </a:cxn>
              </a:cxnLst>
              <a:rect l="0" t="0" r="r" b="b"/>
              <a:pathLst>
                <a:path w="120" h="57">
                  <a:moveTo>
                    <a:pt x="0" y="1"/>
                  </a:moveTo>
                  <a:cubicBezTo>
                    <a:pt x="37" y="57"/>
                    <a:pt x="98" y="47"/>
                    <a:pt x="120" y="52"/>
                  </a:cubicBezTo>
                  <a:cubicBezTo>
                    <a:pt x="60" y="0"/>
                    <a:pt x="40" y="25"/>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0" name="觅知网-不倒翁ID:189359941"/>
            <p:cNvSpPr/>
            <p:nvPr/>
          </p:nvSpPr>
          <p:spPr bwMode="auto">
            <a:xfrm>
              <a:off x="1327051" y="12956519"/>
              <a:ext cx="798244" cy="506712"/>
            </a:xfrm>
            <a:custGeom>
              <a:avLst/>
              <a:gdLst>
                <a:gd name="T0" fmla="*/ 0 w 107"/>
                <a:gd name="T1" fmla="*/ 0 h 68"/>
                <a:gd name="T2" fmla="*/ 107 w 107"/>
                <a:gd name="T3" fmla="*/ 68 h 68"/>
                <a:gd name="T4" fmla="*/ 0 w 107"/>
                <a:gd name="T5" fmla="*/ 0 h 68"/>
              </a:gdLst>
              <a:ahLst/>
              <a:cxnLst>
                <a:cxn ang="0">
                  <a:pos x="T0" y="T1"/>
                </a:cxn>
                <a:cxn ang="0">
                  <a:pos x="T2" y="T3"/>
                </a:cxn>
                <a:cxn ang="0">
                  <a:pos x="T4" y="T5"/>
                </a:cxn>
              </a:cxnLst>
              <a:rect l="0" t="0" r="r" b="b"/>
              <a:pathLst>
                <a:path w="107" h="68">
                  <a:moveTo>
                    <a:pt x="0" y="0"/>
                  </a:moveTo>
                  <a:cubicBezTo>
                    <a:pt x="29" y="64"/>
                    <a:pt x="87" y="60"/>
                    <a:pt x="107" y="68"/>
                  </a:cubicBezTo>
                  <a:cubicBezTo>
                    <a:pt x="57" y="8"/>
                    <a:pt x="35" y="28"/>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1" name="觅知网-不倒翁ID:189359941"/>
            <p:cNvSpPr/>
            <p:nvPr/>
          </p:nvSpPr>
          <p:spPr bwMode="auto">
            <a:xfrm>
              <a:off x="1084103" y="12484517"/>
              <a:ext cx="701068" cy="617769"/>
            </a:xfrm>
            <a:custGeom>
              <a:avLst/>
              <a:gdLst>
                <a:gd name="T0" fmla="*/ 0 w 94"/>
                <a:gd name="T1" fmla="*/ 0 h 83"/>
                <a:gd name="T2" fmla="*/ 94 w 94"/>
                <a:gd name="T3" fmla="*/ 83 h 83"/>
                <a:gd name="T4" fmla="*/ 0 w 94"/>
                <a:gd name="T5" fmla="*/ 0 h 83"/>
              </a:gdLst>
              <a:ahLst/>
              <a:cxnLst>
                <a:cxn ang="0">
                  <a:pos x="T0" y="T1"/>
                </a:cxn>
                <a:cxn ang="0">
                  <a:pos x="T2" y="T3"/>
                </a:cxn>
                <a:cxn ang="0">
                  <a:pos x="T4" y="T5"/>
                </a:cxn>
              </a:cxnLst>
              <a:rect l="0" t="0" r="r" b="b"/>
              <a:pathLst>
                <a:path w="94" h="83">
                  <a:moveTo>
                    <a:pt x="0" y="0"/>
                  </a:moveTo>
                  <a:cubicBezTo>
                    <a:pt x="20" y="67"/>
                    <a:pt x="83" y="75"/>
                    <a:pt x="94" y="83"/>
                  </a:cubicBezTo>
                  <a:cubicBezTo>
                    <a:pt x="65" y="24"/>
                    <a:pt x="27" y="28"/>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2" name="觅知网-不倒翁ID:189359941"/>
            <p:cNvSpPr/>
            <p:nvPr/>
          </p:nvSpPr>
          <p:spPr bwMode="auto">
            <a:xfrm>
              <a:off x="917515" y="11991691"/>
              <a:ext cx="590006" cy="694121"/>
            </a:xfrm>
            <a:custGeom>
              <a:avLst/>
              <a:gdLst>
                <a:gd name="T0" fmla="*/ 0 w 79"/>
                <a:gd name="T1" fmla="*/ 0 h 93"/>
                <a:gd name="T2" fmla="*/ 79 w 79"/>
                <a:gd name="T3" fmla="*/ 93 h 93"/>
                <a:gd name="T4" fmla="*/ 0 w 79"/>
                <a:gd name="T5" fmla="*/ 0 h 93"/>
              </a:gdLst>
              <a:ahLst/>
              <a:cxnLst>
                <a:cxn ang="0">
                  <a:pos x="T0" y="T1"/>
                </a:cxn>
                <a:cxn ang="0">
                  <a:pos x="T2" y="T3"/>
                </a:cxn>
                <a:cxn ang="0">
                  <a:pos x="T4" y="T5"/>
                </a:cxn>
              </a:cxnLst>
              <a:rect l="0" t="0" r="r" b="b"/>
              <a:pathLst>
                <a:path w="79" h="93">
                  <a:moveTo>
                    <a:pt x="0" y="0"/>
                  </a:moveTo>
                  <a:cubicBezTo>
                    <a:pt x="8" y="67"/>
                    <a:pt x="68" y="82"/>
                    <a:pt x="79" y="93"/>
                  </a:cubicBezTo>
                  <a:cubicBezTo>
                    <a:pt x="59" y="30"/>
                    <a:pt x="22" y="2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3" name="觅知网-不倒翁ID:189359941"/>
            <p:cNvSpPr/>
            <p:nvPr/>
          </p:nvSpPr>
          <p:spPr bwMode="auto">
            <a:xfrm>
              <a:off x="792571" y="11484984"/>
              <a:ext cx="506712" cy="742713"/>
            </a:xfrm>
            <a:custGeom>
              <a:avLst/>
              <a:gdLst>
                <a:gd name="T0" fmla="*/ 3 w 68"/>
                <a:gd name="T1" fmla="*/ 0 h 100"/>
                <a:gd name="T2" fmla="*/ 68 w 68"/>
                <a:gd name="T3" fmla="*/ 100 h 100"/>
                <a:gd name="T4" fmla="*/ 3 w 68"/>
                <a:gd name="T5" fmla="*/ 0 h 100"/>
              </a:gdLst>
              <a:ahLst/>
              <a:cxnLst>
                <a:cxn ang="0">
                  <a:pos x="T0" y="T1"/>
                </a:cxn>
                <a:cxn ang="0">
                  <a:pos x="T2" y="T3"/>
                </a:cxn>
                <a:cxn ang="0">
                  <a:pos x="T4" y="T5"/>
                </a:cxn>
              </a:cxnLst>
              <a:rect l="0" t="0" r="r" b="b"/>
              <a:pathLst>
                <a:path w="68" h="100">
                  <a:moveTo>
                    <a:pt x="3" y="0"/>
                  </a:moveTo>
                  <a:cubicBezTo>
                    <a:pt x="0" y="62"/>
                    <a:pt x="62" y="91"/>
                    <a:pt x="68" y="100"/>
                  </a:cubicBezTo>
                  <a:cubicBezTo>
                    <a:pt x="61" y="41"/>
                    <a:pt x="17" y="23"/>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4" name="觅知网-不倒翁ID:189359941"/>
            <p:cNvSpPr/>
            <p:nvPr/>
          </p:nvSpPr>
          <p:spPr bwMode="auto">
            <a:xfrm>
              <a:off x="723159" y="10978276"/>
              <a:ext cx="444238" cy="777419"/>
            </a:xfrm>
            <a:custGeom>
              <a:avLst/>
              <a:gdLst>
                <a:gd name="T0" fmla="*/ 8 w 59"/>
                <a:gd name="T1" fmla="*/ 0 h 104"/>
                <a:gd name="T2" fmla="*/ 59 w 59"/>
                <a:gd name="T3" fmla="*/ 104 h 104"/>
                <a:gd name="T4" fmla="*/ 8 w 59"/>
                <a:gd name="T5" fmla="*/ 0 h 104"/>
              </a:gdLst>
              <a:ahLst/>
              <a:cxnLst>
                <a:cxn ang="0">
                  <a:pos x="T0" y="T1"/>
                </a:cxn>
                <a:cxn ang="0">
                  <a:pos x="T2" y="T3"/>
                </a:cxn>
                <a:cxn ang="0">
                  <a:pos x="T4" y="T5"/>
                </a:cxn>
              </a:cxnLst>
              <a:rect l="0" t="0" r="r" b="b"/>
              <a:pathLst>
                <a:path w="59" h="104">
                  <a:moveTo>
                    <a:pt x="8" y="0"/>
                  </a:moveTo>
                  <a:cubicBezTo>
                    <a:pt x="0" y="61"/>
                    <a:pt x="53" y="92"/>
                    <a:pt x="59" y="104"/>
                  </a:cubicBezTo>
                  <a:cubicBezTo>
                    <a:pt x="56" y="39"/>
                    <a:pt x="25" y="3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5" name="觅知网-不倒翁ID:189359941"/>
            <p:cNvSpPr/>
            <p:nvPr/>
          </p:nvSpPr>
          <p:spPr bwMode="auto">
            <a:xfrm>
              <a:off x="695400" y="10464625"/>
              <a:ext cx="458120" cy="798244"/>
            </a:xfrm>
            <a:custGeom>
              <a:avLst/>
              <a:gdLst>
                <a:gd name="T0" fmla="*/ 16 w 61"/>
                <a:gd name="T1" fmla="*/ 0 h 107"/>
                <a:gd name="T2" fmla="*/ 54 w 61"/>
                <a:gd name="T3" fmla="*/ 107 h 107"/>
                <a:gd name="T4" fmla="*/ 16 w 61"/>
                <a:gd name="T5" fmla="*/ 0 h 107"/>
              </a:gdLst>
              <a:ahLst/>
              <a:cxnLst>
                <a:cxn ang="0">
                  <a:pos x="T0" y="T1"/>
                </a:cxn>
                <a:cxn ang="0">
                  <a:pos x="T2" y="T3"/>
                </a:cxn>
                <a:cxn ang="0">
                  <a:pos x="T4" y="T5"/>
                </a:cxn>
              </a:cxnLst>
              <a:rect l="0" t="0" r="r" b="b"/>
              <a:pathLst>
                <a:path w="61" h="107">
                  <a:moveTo>
                    <a:pt x="16" y="0"/>
                  </a:moveTo>
                  <a:cubicBezTo>
                    <a:pt x="0" y="59"/>
                    <a:pt x="51" y="98"/>
                    <a:pt x="54" y="107"/>
                  </a:cubicBezTo>
                  <a:cubicBezTo>
                    <a:pt x="61" y="50"/>
                    <a:pt x="30" y="28"/>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6" name="觅知网-不倒翁ID:189359941"/>
            <p:cNvSpPr/>
            <p:nvPr/>
          </p:nvSpPr>
          <p:spPr bwMode="auto">
            <a:xfrm>
              <a:off x="743997" y="9957913"/>
              <a:ext cx="458120" cy="812125"/>
            </a:xfrm>
            <a:custGeom>
              <a:avLst/>
              <a:gdLst>
                <a:gd name="T0" fmla="*/ 24 w 62"/>
                <a:gd name="T1" fmla="*/ 0 h 109"/>
                <a:gd name="T2" fmla="*/ 48 w 62"/>
                <a:gd name="T3" fmla="*/ 109 h 109"/>
                <a:gd name="T4" fmla="*/ 24 w 62"/>
                <a:gd name="T5" fmla="*/ 0 h 109"/>
              </a:gdLst>
              <a:ahLst/>
              <a:cxnLst>
                <a:cxn ang="0">
                  <a:pos x="T0" y="T1"/>
                </a:cxn>
                <a:cxn ang="0">
                  <a:pos x="T2" y="T3"/>
                </a:cxn>
                <a:cxn ang="0">
                  <a:pos x="T4" y="T5"/>
                </a:cxn>
              </a:cxnLst>
              <a:rect l="0" t="0" r="r" b="b"/>
              <a:pathLst>
                <a:path w="62" h="109">
                  <a:moveTo>
                    <a:pt x="24" y="0"/>
                  </a:moveTo>
                  <a:cubicBezTo>
                    <a:pt x="0" y="50"/>
                    <a:pt x="47" y="102"/>
                    <a:pt x="48" y="109"/>
                  </a:cubicBezTo>
                  <a:cubicBezTo>
                    <a:pt x="62" y="56"/>
                    <a:pt x="34" y="26"/>
                    <a:pt x="2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7" name="觅知网-不倒翁ID:189359941"/>
            <p:cNvSpPr/>
            <p:nvPr/>
          </p:nvSpPr>
          <p:spPr bwMode="auto">
            <a:xfrm>
              <a:off x="1410354" y="8451672"/>
              <a:ext cx="874595" cy="1478482"/>
            </a:xfrm>
            <a:custGeom>
              <a:avLst/>
              <a:gdLst>
                <a:gd name="T0" fmla="*/ 114 w 117"/>
                <a:gd name="T1" fmla="*/ 0 h 198"/>
                <a:gd name="T2" fmla="*/ 0 w 117"/>
                <a:gd name="T3" fmla="*/ 197 h 198"/>
                <a:gd name="T4" fmla="*/ 4 w 117"/>
                <a:gd name="T5" fmla="*/ 198 h 198"/>
                <a:gd name="T6" fmla="*/ 117 w 117"/>
                <a:gd name="T7" fmla="*/ 3 h 198"/>
                <a:gd name="T8" fmla="*/ 114 w 117"/>
                <a:gd name="T9" fmla="*/ 0 h 198"/>
              </a:gdLst>
              <a:ahLst/>
              <a:cxnLst>
                <a:cxn ang="0">
                  <a:pos x="T0" y="T1"/>
                </a:cxn>
                <a:cxn ang="0">
                  <a:pos x="T2" y="T3"/>
                </a:cxn>
                <a:cxn ang="0">
                  <a:pos x="T4" y="T5"/>
                </a:cxn>
                <a:cxn ang="0">
                  <a:pos x="T6" y="T7"/>
                </a:cxn>
                <a:cxn ang="0">
                  <a:pos x="T8" y="T9"/>
                </a:cxn>
              </a:cxnLst>
              <a:rect l="0" t="0" r="r" b="b"/>
              <a:pathLst>
                <a:path w="117" h="198">
                  <a:moveTo>
                    <a:pt x="114" y="0"/>
                  </a:moveTo>
                  <a:cubicBezTo>
                    <a:pt x="70" y="46"/>
                    <a:pt x="25" y="118"/>
                    <a:pt x="0" y="197"/>
                  </a:cubicBezTo>
                  <a:cubicBezTo>
                    <a:pt x="4" y="198"/>
                    <a:pt x="4" y="198"/>
                    <a:pt x="4" y="198"/>
                  </a:cubicBezTo>
                  <a:cubicBezTo>
                    <a:pt x="28" y="120"/>
                    <a:pt x="73" y="48"/>
                    <a:pt x="117" y="3"/>
                  </a:cubicBezTo>
                  <a:lnTo>
                    <a:pt x="11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8" name="觅知网-不倒翁ID:189359941"/>
            <p:cNvSpPr/>
            <p:nvPr/>
          </p:nvSpPr>
          <p:spPr bwMode="auto">
            <a:xfrm>
              <a:off x="1167410" y="8410023"/>
              <a:ext cx="916244" cy="1735303"/>
            </a:xfrm>
            <a:custGeom>
              <a:avLst/>
              <a:gdLst>
                <a:gd name="T0" fmla="*/ 120 w 123"/>
                <a:gd name="T1" fmla="*/ 0 h 233"/>
                <a:gd name="T2" fmla="*/ 0 w 123"/>
                <a:gd name="T3" fmla="*/ 233 h 233"/>
                <a:gd name="T4" fmla="*/ 4 w 123"/>
                <a:gd name="T5" fmla="*/ 233 h 233"/>
                <a:gd name="T6" fmla="*/ 123 w 123"/>
                <a:gd name="T7" fmla="*/ 2 h 233"/>
                <a:gd name="T8" fmla="*/ 120 w 123"/>
                <a:gd name="T9" fmla="*/ 0 h 233"/>
              </a:gdLst>
              <a:ahLst/>
              <a:cxnLst>
                <a:cxn ang="0">
                  <a:pos x="T0" y="T1"/>
                </a:cxn>
                <a:cxn ang="0">
                  <a:pos x="T2" y="T3"/>
                </a:cxn>
                <a:cxn ang="0">
                  <a:pos x="T4" y="T5"/>
                </a:cxn>
                <a:cxn ang="0">
                  <a:pos x="T6" y="T7"/>
                </a:cxn>
                <a:cxn ang="0">
                  <a:pos x="T8" y="T9"/>
                </a:cxn>
              </a:cxnLst>
              <a:rect l="0" t="0" r="r" b="b"/>
              <a:pathLst>
                <a:path w="123" h="233">
                  <a:moveTo>
                    <a:pt x="120" y="0"/>
                  </a:moveTo>
                  <a:cubicBezTo>
                    <a:pt x="67" y="58"/>
                    <a:pt x="21" y="141"/>
                    <a:pt x="0" y="233"/>
                  </a:cubicBezTo>
                  <a:cubicBezTo>
                    <a:pt x="4" y="233"/>
                    <a:pt x="4" y="233"/>
                    <a:pt x="4" y="233"/>
                  </a:cubicBezTo>
                  <a:cubicBezTo>
                    <a:pt x="24" y="143"/>
                    <a:pt x="70" y="60"/>
                    <a:pt x="123" y="2"/>
                  </a:cubicBezTo>
                  <a:lnTo>
                    <a:pt x="12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9" name="觅知网-不倒翁ID:189359941"/>
            <p:cNvSpPr/>
            <p:nvPr/>
          </p:nvSpPr>
          <p:spPr bwMode="auto">
            <a:xfrm>
              <a:off x="1070230" y="8111548"/>
              <a:ext cx="1055069" cy="1721422"/>
            </a:xfrm>
            <a:custGeom>
              <a:avLst/>
              <a:gdLst>
                <a:gd name="T0" fmla="*/ 139 w 142"/>
                <a:gd name="T1" fmla="*/ 0 h 231"/>
                <a:gd name="T2" fmla="*/ 0 w 142"/>
                <a:gd name="T3" fmla="*/ 230 h 231"/>
                <a:gd name="T4" fmla="*/ 4 w 142"/>
                <a:gd name="T5" fmla="*/ 231 h 231"/>
                <a:gd name="T6" fmla="*/ 142 w 142"/>
                <a:gd name="T7" fmla="*/ 2 h 231"/>
                <a:gd name="T8" fmla="*/ 139 w 142"/>
                <a:gd name="T9" fmla="*/ 0 h 231"/>
              </a:gdLst>
              <a:ahLst/>
              <a:cxnLst>
                <a:cxn ang="0">
                  <a:pos x="T0" y="T1"/>
                </a:cxn>
                <a:cxn ang="0">
                  <a:pos x="T2" y="T3"/>
                </a:cxn>
                <a:cxn ang="0">
                  <a:pos x="T4" y="T5"/>
                </a:cxn>
                <a:cxn ang="0">
                  <a:pos x="T6" y="T7"/>
                </a:cxn>
                <a:cxn ang="0">
                  <a:pos x="T8" y="T9"/>
                </a:cxn>
              </a:cxnLst>
              <a:rect l="0" t="0" r="r" b="b"/>
              <a:pathLst>
                <a:path w="142" h="231">
                  <a:moveTo>
                    <a:pt x="139" y="0"/>
                  </a:moveTo>
                  <a:cubicBezTo>
                    <a:pt x="90" y="44"/>
                    <a:pt x="31" y="132"/>
                    <a:pt x="0" y="230"/>
                  </a:cubicBezTo>
                  <a:cubicBezTo>
                    <a:pt x="4" y="231"/>
                    <a:pt x="4" y="231"/>
                    <a:pt x="4" y="231"/>
                  </a:cubicBezTo>
                  <a:cubicBezTo>
                    <a:pt x="33" y="135"/>
                    <a:pt x="92" y="47"/>
                    <a:pt x="142" y="2"/>
                  </a:cubicBezTo>
                  <a:lnTo>
                    <a:pt x="13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grpSp>
      <p:grpSp>
        <p:nvGrpSpPr>
          <p:cNvPr id="140" name="觅知网-不倒翁ID:189359941"/>
          <p:cNvGrpSpPr/>
          <p:nvPr/>
        </p:nvGrpSpPr>
        <p:grpSpPr>
          <a:xfrm>
            <a:off x="8538181" y="-186482"/>
            <a:ext cx="3885111" cy="6528617"/>
            <a:chOff x="5056479" y="8111548"/>
            <a:chExt cx="3885111" cy="6528617"/>
          </a:xfrm>
          <a:solidFill>
            <a:srgbClr val="344778">
              <a:alpha val="5000"/>
            </a:srgbClr>
          </a:solidFill>
        </p:grpSpPr>
        <p:sp>
          <p:nvSpPr>
            <p:cNvPr id="141" name="觅知网-不倒翁ID:189359941"/>
            <p:cNvSpPr/>
            <p:nvPr/>
          </p:nvSpPr>
          <p:spPr bwMode="auto">
            <a:xfrm>
              <a:off x="5137796" y="13747819"/>
              <a:ext cx="687182" cy="465063"/>
            </a:xfrm>
            <a:custGeom>
              <a:avLst/>
              <a:gdLst>
                <a:gd name="T0" fmla="*/ 92 w 92"/>
                <a:gd name="T1" fmla="*/ 6 h 62"/>
                <a:gd name="T2" fmla="*/ 0 w 92"/>
                <a:gd name="T3" fmla="*/ 62 h 62"/>
                <a:gd name="T4" fmla="*/ 92 w 92"/>
                <a:gd name="T5" fmla="*/ 6 h 62"/>
              </a:gdLst>
              <a:ahLst/>
              <a:cxnLst>
                <a:cxn ang="0">
                  <a:pos x="T0" y="T1"/>
                </a:cxn>
                <a:cxn ang="0">
                  <a:pos x="T2" y="T3"/>
                </a:cxn>
                <a:cxn ang="0">
                  <a:pos x="T4" y="T5"/>
                </a:cxn>
              </a:cxnLst>
              <a:rect l="0" t="0" r="r" b="b"/>
              <a:pathLst>
                <a:path w="92" h="62">
                  <a:moveTo>
                    <a:pt x="92" y="6"/>
                  </a:moveTo>
                  <a:cubicBezTo>
                    <a:pt x="39" y="0"/>
                    <a:pt x="18" y="57"/>
                    <a:pt x="0" y="62"/>
                  </a:cubicBezTo>
                  <a:cubicBezTo>
                    <a:pt x="58" y="57"/>
                    <a:pt x="86" y="30"/>
                    <a:pt x="9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2" name="觅知网-不倒翁ID:189359941"/>
            <p:cNvSpPr/>
            <p:nvPr/>
          </p:nvSpPr>
          <p:spPr bwMode="auto">
            <a:xfrm>
              <a:off x="5644509" y="13685350"/>
              <a:ext cx="638594" cy="492830"/>
            </a:xfrm>
            <a:custGeom>
              <a:avLst/>
              <a:gdLst>
                <a:gd name="T0" fmla="*/ 85 w 85"/>
                <a:gd name="T1" fmla="*/ 2 h 66"/>
                <a:gd name="T2" fmla="*/ 0 w 85"/>
                <a:gd name="T3" fmla="*/ 66 h 66"/>
                <a:gd name="T4" fmla="*/ 85 w 85"/>
                <a:gd name="T5" fmla="*/ 2 h 66"/>
              </a:gdLst>
              <a:ahLst/>
              <a:cxnLst>
                <a:cxn ang="0">
                  <a:pos x="T0" y="T1"/>
                </a:cxn>
                <a:cxn ang="0">
                  <a:pos x="T2" y="T3"/>
                </a:cxn>
                <a:cxn ang="0">
                  <a:pos x="T4" y="T5"/>
                </a:cxn>
              </a:cxnLst>
              <a:rect l="0" t="0" r="r" b="b"/>
              <a:pathLst>
                <a:path w="85" h="66">
                  <a:moveTo>
                    <a:pt x="85" y="2"/>
                  </a:moveTo>
                  <a:cubicBezTo>
                    <a:pt x="35" y="0"/>
                    <a:pt x="17" y="60"/>
                    <a:pt x="0" y="66"/>
                  </a:cubicBezTo>
                  <a:cubicBezTo>
                    <a:pt x="59" y="57"/>
                    <a:pt x="82" y="24"/>
                    <a:pt x="85"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3" name="觅知网-不倒翁ID:189359941"/>
            <p:cNvSpPr/>
            <p:nvPr/>
          </p:nvSpPr>
          <p:spPr bwMode="auto">
            <a:xfrm>
              <a:off x="6151217" y="13532643"/>
              <a:ext cx="562243" cy="555300"/>
            </a:xfrm>
            <a:custGeom>
              <a:avLst/>
              <a:gdLst>
                <a:gd name="T0" fmla="*/ 75 w 75"/>
                <a:gd name="T1" fmla="*/ 0 h 74"/>
                <a:gd name="T2" fmla="*/ 0 w 75"/>
                <a:gd name="T3" fmla="*/ 74 h 74"/>
                <a:gd name="T4" fmla="*/ 75 w 75"/>
                <a:gd name="T5" fmla="*/ 0 h 74"/>
              </a:gdLst>
              <a:ahLst/>
              <a:cxnLst>
                <a:cxn ang="0">
                  <a:pos x="T0" y="T1"/>
                </a:cxn>
                <a:cxn ang="0">
                  <a:pos x="T2" y="T3"/>
                </a:cxn>
                <a:cxn ang="0">
                  <a:pos x="T4" y="T5"/>
                </a:cxn>
              </a:cxnLst>
              <a:rect l="0" t="0" r="r" b="b"/>
              <a:pathLst>
                <a:path w="75" h="74">
                  <a:moveTo>
                    <a:pt x="75" y="0"/>
                  </a:moveTo>
                  <a:cubicBezTo>
                    <a:pt x="26" y="8"/>
                    <a:pt x="15" y="66"/>
                    <a:pt x="0" y="74"/>
                  </a:cubicBezTo>
                  <a:cubicBezTo>
                    <a:pt x="50" y="62"/>
                    <a:pt x="74" y="28"/>
                    <a:pt x="7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4" name="觅知网-不倒翁ID:189359941"/>
            <p:cNvSpPr/>
            <p:nvPr/>
          </p:nvSpPr>
          <p:spPr bwMode="auto">
            <a:xfrm>
              <a:off x="6637104" y="13310524"/>
              <a:ext cx="492831" cy="624708"/>
            </a:xfrm>
            <a:custGeom>
              <a:avLst/>
              <a:gdLst>
                <a:gd name="T0" fmla="*/ 62 w 66"/>
                <a:gd name="T1" fmla="*/ 0 h 84"/>
                <a:gd name="T2" fmla="*/ 0 w 66"/>
                <a:gd name="T3" fmla="*/ 84 h 84"/>
                <a:gd name="T4" fmla="*/ 62 w 66"/>
                <a:gd name="T5" fmla="*/ 0 h 84"/>
              </a:gdLst>
              <a:ahLst/>
              <a:cxnLst>
                <a:cxn ang="0">
                  <a:pos x="T0" y="T1"/>
                </a:cxn>
                <a:cxn ang="0">
                  <a:pos x="T2" y="T3"/>
                </a:cxn>
                <a:cxn ang="0">
                  <a:pos x="T4" y="T5"/>
                </a:cxn>
              </a:cxnLst>
              <a:rect l="0" t="0" r="r" b="b"/>
              <a:pathLst>
                <a:path w="66" h="84">
                  <a:moveTo>
                    <a:pt x="62" y="0"/>
                  </a:moveTo>
                  <a:cubicBezTo>
                    <a:pt x="18" y="15"/>
                    <a:pt x="13" y="74"/>
                    <a:pt x="0" y="84"/>
                  </a:cubicBezTo>
                  <a:cubicBezTo>
                    <a:pt x="50" y="64"/>
                    <a:pt x="66" y="26"/>
                    <a:pt x="6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5" name="觅知网-不倒翁ID:189359941"/>
            <p:cNvSpPr/>
            <p:nvPr/>
          </p:nvSpPr>
          <p:spPr bwMode="auto">
            <a:xfrm>
              <a:off x="7095224" y="13018993"/>
              <a:ext cx="430357" cy="694121"/>
            </a:xfrm>
            <a:custGeom>
              <a:avLst/>
              <a:gdLst>
                <a:gd name="T0" fmla="*/ 47 w 58"/>
                <a:gd name="T1" fmla="*/ 0 h 93"/>
                <a:gd name="T2" fmla="*/ 0 w 58"/>
                <a:gd name="T3" fmla="*/ 93 h 93"/>
                <a:gd name="T4" fmla="*/ 47 w 58"/>
                <a:gd name="T5" fmla="*/ 0 h 93"/>
              </a:gdLst>
              <a:ahLst/>
              <a:cxnLst>
                <a:cxn ang="0">
                  <a:pos x="T0" y="T1"/>
                </a:cxn>
                <a:cxn ang="0">
                  <a:pos x="T2" y="T3"/>
                </a:cxn>
                <a:cxn ang="0">
                  <a:pos x="T4" y="T5"/>
                </a:cxn>
              </a:cxnLst>
              <a:rect l="0" t="0" r="r" b="b"/>
              <a:pathLst>
                <a:path w="58" h="93">
                  <a:moveTo>
                    <a:pt x="47" y="0"/>
                  </a:moveTo>
                  <a:cubicBezTo>
                    <a:pt x="11" y="20"/>
                    <a:pt x="6" y="88"/>
                    <a:pt x="0" y="93"/>
                  </a:cubicBezTo>
                  <a:cubicBezTo>
                    <a:pt x="34" y="77"/>
                    <a:pt x="58" y="37"/>
                    <a:pt x="4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6" name="觅知网-不倒翁ID:189359941"/>
            <p:cNvSpPr/>
            <p:nvPr/>
          </p:nvSpPr>
          <p:spPr bwMode="auto">
            <a:xfrm>
              <a:off x="7463111" y="12678873"/>
              <a:ext cx="347063" cy="735770"/>
            </a:xfrm>
            <a:custGeom>
              <a:avLst/>
              <a:gdLst>
                <a:gd name="T0" fmla="*/ 34 w 46"/>
                <a:gd name="T1" fmla="*/ 0 h 99"/>
                <a:gd name="T2" fmla="*/ 5 w 46"/>
                <a:gd name="T3" fmla="*/ 99 h 99"/>
                <a:gd name="T4" fmla="*/ 34 w 46"/>
                <a:gd name="T5" fmla="*/ 0 h 99"/>
              </a:gdLst>
              <a:ahLst/>
              <a:cxnLst>
                <a:cxn ang="0">
                  <a:pos x="T0" y="T1"/>
                </a:cxn>
                <a:cxn ang="0">
                  <a:pos x="T2" y="T3"/>
                </a:cxn>
                <a:cxn ang="0">
                  <a:pos x="T4" y="T5"/>
                </a:cxn>
              </a:cxnLst>
              <a:rect l="0" t="0" r="r" b="b"/>
              <a:pathLst>
                <a:path w="46" h="99">
                  <a:moveTo>
                    <a:pt x="34" y="0"/>
                  </a:moveTo>
                  <a:cubicBezTo>
                    <a:pt x="0" y="29"/>
                    <a:pt x="14" y="86"/>
                    <a:pt x="5" y="99"/>
                  </a:cubicBezTo>
                  <a:cubicBezTo>
                    <a:pt x="45" y="71"/>
                    <a:pt x="46" y="24"/>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7" name="觅知网-不倒翁ID:189359941"/>
            <p:cNvSpPr/>
            <p:nvPr/>
          </p:nvSpPr>
          <p:spPr bwMode="auto">
            <a:xfrm>
              <a:off x="7726880" y="12283223"/>
              <a:ext cx="347063" cy="770476"/>
            </a:xfrm>
            <a:custGeom>
              <a:avLst/>
              <a:gdLst>
                <a:gd name="T0" fmla="*/ 28 w 47"/>
                <a:gd name="T1" fmla="*/ 0 h 103"/>
                <a:gd name="T2" fmla="*/ 16 w 47"/>
                <a:gd name="T3" fmla="*/ 103 h 103"/>
                <a:gd name="T4" fmla="*/ 28 w 47"/>
                <a:gd name="T5" fmla="*/ 0 h 103"/>
              </a:gdLst>
              <a:ahLst/>
              <a:cxnLst>
                <a:cxn ang="0">
                  <a:pos x="T0" y="T1"/>
                </a:cxn>
                <a:cxn ang="0">
                  <a:pos x="T2" y="T3"/>
                </a:cxn>
                <a:cxn ang="0">
                  <a:pos x="T4" y="T5"/>
                </a:cxn>
              </a:cxnLst>
              <a:rect l="0" t="0" r="r" b="b"/>
              <a:pathLst>
                <a:path w="47" h="103">
                  <a:moveTo>
                    <a:pt x="28" y="0"/>
                  </a:moveTo>
                  <a:cubicBezTo>
                    <a:pt x="0" y="36"/>
                    <a:pt x="22" y="89"/>
                    <a:pt x="16" y="103"/>
                  </a:cubicBezTo>
                  <a:cubicBezTo>
                    <a:pt x="46" y="71"/>
                    <a:pt x="47" y="29"/>
                    <a:pt x="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8" name="觅知网-不倒翁ID:189359941"/>
            <p:cNvSpPr/>
            <p:nvPr/>
          </p:nvSpPr>
          <p:spPr bwMode="auto">
            <a:xfrm>
              <a:off x="7921231" y="11852871"/>
              <a:ext cx="360944" cy="770476"/>
            </a:xfrm>
            <a:custGeom>
              <a:avLst/>
              <a:gdLst>
                <a:gd name="T0" fmla="*/ 23 w 49"/>
                <a:gd name="T1" fmla="*/ 0 h 104"/>
                <a:gd name="T2" fmla="*/ 26 w 49"/>
                <a:gd name="T3" fmla="*/ 104 h 104"/>
                <a:gd name="T4" fmla="*/ 23 w 49"/>
                <a:gd name="T5" fmla="*/ 0 h 104"/>
              </a:gdLst>
              <a:ahLst/>
              <a:cxnLst>
                <a:cxn ang="0">
                  <a:pos x="T0" y="T1"/>
                </a:cxn>
                <a:cxn ang="0">
                  <a:pos x="T2" y="T3"/>
                </a:cxn>
                <a:cxn ang="0">
                  <a:pos x="T4" y="T5"/>
                </a:cxn>
              </a:cxnLst>
              <a:rect l="0" t="0" r="r" b="b"/>
              <a:pathLst>
                <a:path w="49" h="104">
                  <a:moveTo>
                    <a:pt x="23" y="0"/>
                  </a:moveTo>
                  <a:cubicBezTo>
                    <a:pt x="0" y="46"/>
                    <a:pt x="31" y="90"/>
                    <a:pt x="26" y="104"/>
                  </a:cubicBezTo>
                  <a:cubicBezTo>
                    <a:pt x="48" y="72"/>
                    <a:pt x="49" y="32"/>
                    <a:pt x="2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9" name="觅知网-不倒翁ID:189359941"/>
            <p:cNvSpPr/>
            <p:nvPr/>
          </p:nvSpPr>
          <p:spPr bwMode="auto">
            <a:xfrm>
              <a:off x="8060056" y="11401685"/>
              <a:ext cx="395655" cy="770476"/>
            </a:xfrm>
            <a:custGeom>
              <a:avLst/>
              <a:gdLst>
                <a:gd name="T0" fmla="*/ 16 w 53"/>
                <a:gd name="T1" fmla="*/ 0 h 103"/>
                <a:gd name="T2" fmla="*/ 34 w 53"/>
                <a:gd name="T3" fmla="*/ 103 h 103"/>
                <a:gd name="T4" fmla="*/ 16 w 53"/>
                <a:gd name="T5" fmla="*/ 0 h 103"/>
              </a:gdLst>
              <a:ahLst/>
              <a:cxnLst>
                <a:cxn ang="0">
                  <a:pos x="T0" y="T1"/>
                </a:cxn>
                <a:cxn ang="0">
                  <a:pos x="T2" y="T3"/>
                </a:cxn>
                <a:cxn ang="0">
                  <a:pos x="T4" y="T5"/>
                </a:cxn>
              </a:cxnLst>
              <a:rect l="0" t="0" r="r" b="b"/>
              <a:pathLst>
                <a:path w="53" h="103">
                  <a:moveTo>
                    <a:pt x="16" y="0"/>
                  </a:moveTo>
                  <a:cubicBezTo>
                    <a:pt x="0" y="46"/>
                    <a:pt x="35" y="89"/>
                    <a:pt x="34" y="103"/>
                  </a:cubicBezTo>
                  <a:cubicBezTo>
                    <a:pt x="53" y="66"/>
                    <a:pt x="43" y="27"/>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0" name="觅知网-不倒翁ID:189359941"/>
            <p:cNvSpPr/>
            <p:nvPr/>
          </p:nvSpPr>
          <p:spPr bwMode="auto">
            <a:xfrm>
              <a:off x="8143355" y="10950508"/>
              <a:ext cx="381769" cy="735770"/>
            </a:xfrm>
            <a:custGeom>
              <a:avLst/>
              <a:gdLst>
                <a:gd name="T0" fmla="*/ 8 w 51"/>
                <a:gd name="T1" fmla="*/ 0 h 99"/>
                <a:gd name="T2" fmla="*/ 39 w 51"/>
                <a:gd name="T3" fmla="*/ 99 h 99"/>
                <a:gd name="T4" fmla="*/ 8 w 51"/>
                <a:gd name="T5" fmla="*/ 0 h 99"/>
              </a:gdLst>
              <a:ahLst/>
              <a:cxnLst>
                <a:cxn ang="0">
                  <a:pos x="T0" y="T1"/>
                </a:cxn>
                <a:cxn ang="0">
                  <a:pos x="T2" y="T3"/>
                </a:cxn>
                <a:cxn ang="0">
                  <a:pos x="T4" y="T5"/>
                </a:cxn>
              </a:cxnLst>
              <a:rect l="0" t="0" r="r" b="b"/>
              <a:pathLst>
                <a:path w="51" h="99">
                  <a:moveTo>
                    <a:pt x="8" y="0"/>
                  </a:moveTo>
                  <a:cubicBezTo>
                    <a:pt x="0" y="36"/>
                    <a:pt x="39" y="95"/>
                    <a:pt x="39" y="99"/>
                  </a:cubicBezTo>
                  <a:cubicBezTo>
                    <a:pt x="51" y="67"/>
                    <a:pt x="47" y="33"/>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1" name="觅知网-不倒翁ID:189359941"/>
            <p:cNvSpPr/>
            <p:nvPr/>
          </p:nvSpPr>
          <p:spPr bwMode="auto">
            <a:xfrm>
              <a:off x="8157236" y="10492388"/>
              <a:ext cx="402593" cy="701064"/>
            </a:xfrm>
            <a:custGeom>
              <a:avLst/>
              <a:gdLst>
                <a:gd name="T0" fmla="*/ 2 w 54"/>
                <a:gd name="T1" fmla="*/ 0 h 94"/>
                <a:gd name="T2" fmla="*/ 45 w 54"/>
                <a:gd name="T3" fmla="*/ 94 h 94"/>
                <a:gd name="T4" fmla="*/ 2 w 54"/>
                <a:gd name="T5" fmla="*/ 0 h 94"/>
              </a:gdLst>
              <a:ahLst/>
              <a:cxnLst>
                <a:cxn ang="0">
                  <a:pos x="T0" y="T1"/>
                </a:cxn>
                <a:cxn ang="0">
                  <a:pos x="T2" y="T3"/>
                </a:cxn>
                <a:cxn ang="0">
                  <a:pos x="T4" y="T5"/>
                </a:cxn>
              </a:cxnLst>
              <a:rect l="0" t="0" r="r" b="b"/>
              <a:pathLst>
                <a:path w="54" h="94">
                  <a:moveTo>
                    <a:pt x="2" y="0"/>
                  </a:moveTo>
                  <a:cubicBezTo>
                    <a:pt x="0" y="48"/>
                    <a:pt x="43" y="81"/>
                    <a:pt x="45" y="94"/>
                  </a:cubicBezTo>
                  <a:cubicBezTo>
                    <a:pt x="54" y="61"/>
                    <a:pt x="45" y="29"/>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2" name="觅知网-不倒翁ID:189359941"/>
            <p:cNvSpPr/>
            <p:nvPr/>
          </p:nvSpPr>
          <p:spPr bwMode="auto">
            <a:xfrm>
              <a:off x="8073938" y="10055089"/>
              <a:ext cx="465063" cy="645537"/>
            </a:xfrm>
            <a:custGeom>
              <a:avLst/>
              <a:gdLst>
                <a:gd name="T0" fmla="*/ 0 w 62"/>
                <a:gd name="T1" fmla="*/ 0 h 87"/>
                <a:gd name="T2" fmla="*/ 55 w 62"/>
                <a:gd name="T3" fmla="*/ 87 h 87"/>
                <a:gd name="T4" fmla="*/ 0 w 62"/>
                <a:gd name="T5" fmla="*/ 0 h 87"/>
              </a:gdLst>
              <a:ahLst/>
              <a:cxnLst>
                <a:cxn ang="0">
                  <a:pos x="T0" y="T1"/>
                </a:cxn>
                <a:cxn ang="0">
                  <a:pos x="T2" y="T3"/>
                </a:cxn>
                <a:cxn ang="0">
                  <a:pos x="T4" y="T5"/>
                </a:cxn>
              </a:cxnLst>
              <a:rect l="0" t="0" r="r" b="b"/>
              <a:pathLst>
                <a:path w="62" h="87">
                  <a:moveTo>
                    <a:pt x="0" y="0"/>
                  </a:moveTo>
                  <a:cubicBezTo>
                    <a:pt x="3" y="44"/>
                    <a:pt x="51" y="75"/>
                    <a:pt x="55" y="87"/>
                  </a:cubicBezTo>
                  <a:cubicBezTo>
                    <a:pt x="62" y="39"/>
                    <a:pt x="30" y="1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3" name="觅知网-不倒翁ID:189359941"/>
            <p:cNvSpPr/>
            <p:nvPr/>
          </p:nvSpPr>
          <p:spPr bwMode="auto">
            <a:xfrm>
              <a:off x="5165560" y="14115706"/>
              <a:ext cx="1020363" cy="478944"/>
            </a:xfrm>
            <a:custGeom>
              <a:avLst/>
              <a:gdLst>
                <a:gd name="T0" fmla="*/ 136 w 136"/>
                <a:gd name="T1" fmla="*/ 37 h 64"/>
                <a:gd name="T2" fmla="*/ 0 w 136"/>
                <a:gd name="T3" fmla="*/ 19 h 64"/>
                <a:gd name="T4" fmla="*/ 136 w 136"/>
                <a:gd name="T5" fmla="*/ 37 h 64"/>
              </a:gdLst>
              <a:ahLst/>
              <a:cxnLst>
                <a:cxn ang="0">
                  <a:pos x="T0" y="T1"/>
                </a:cxn>
                <a:cxn ang="0">
                  <a:pos x="T2" y="T3"/>
                </a:cxn>
                <a:cxn ang="0">
                  <a:pos x="T4" y="T5"/>
                </a:cxn>
              </a:cxnLst>
              <a:rect l="0" t="0" r="r" b="b"/>
              <a:pathLst>
                <a:path w="136" h="64">
                  <a:moveTo>
                    <a:pt x="136" y="37"/>
                  </a:moveTo>
                  <a:cubicBezTo>
                    <a:pt x="67" y="64"/>
                    <a:pt x="31" y="27"/>
                    <a:pt x="0" y="19"/>
                  </a:cubicBezTo>
                  <a:cubicBezTo>
                    <a:pt x="66" y="0"/>
                    <a:pt x="86" y="35"/>
                    <a:pt x="136"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4" name="觅知网-不倒翁ID:189359941"/>
            <p:cNvSpPr/>
            <p:nvPr/>
          </p:nvSpPr>
          <p:spPr bwMode="auto">
            <a:xfrm>
              <a:off x="5665329" y="14039351"/>
              <a:ext cx="1013420" cy="472001"/>
            </a:xfrm>
            <a:custGeom>
              <a:avLst/>
              <a:gdLst>
                <a:gd name="T0" fmla="*/ 136 w 136"/>
                <a:gd name="T1" fmla="*/ 28 h 63"/>
                <a:gd name="T2" fmla="*/ 0 w 136"/>
                <a:gd name="T3" fmla="*/ 24 h 63"/>
                <a:gd name="T4" fmla="*/ 136 w 136"/>
                <a:gd name="T5" fmla="*/ 28 h 63"/>
              </a:gdLst>
              <a:ahLst/>
              <a:cxnLst>
                <a:cxn ang="0">
                  <a:pos x="T0" y="T1"/>
                </a:cxn>
                <a:cxn ang="0">
                  <a:pos x="T2" y="T3"/>
                </a:cxn>
                <a:cxn ang="0">
                  <a:pos x="T4" y="T5"/>
                </a:cxn>
              </a:cxnLst>
              <a:rect l="0" t="0" r="r" b="b"/>
              <a:pathLst>
                <a:path w="136" h="63">
                  <a:moveTo>
                    <a:pt x="136" y="28"/>
                  </a:moveTo>
                  <a:cubicBezTo>
                    <a:pt x="68" y="63"/>
                    <a:pt x="30" y="28"/>
                    <a:pt x="0" y="24"/>
                  </a:cubicBezTo>
                  <a:cubicBezTo>
                    <a:pt x="63" y="0"/>
                    <a:pt x="87" y="31"/>
                    <a:pt x="136"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5" name="觅知网-不倒翁ID:189359941"/>
            <p:cNvSpPr/>
            <p:nvPr/>
          </p:nvSpPr>
          <p:spPr bwMode="auto">
            <a:xfrm>
              <a:off x="6165098" y="13893587"/>
              <a:ext cx="999538" cy="478944"/>
            </a:xfrm>
            <a:custGeom>
              <a:avLst/>
              <a:gdLst>
                <a:gd name="T0" fmla="*/ 134 w 134"/>
                <a:gd name="T1" fmla="*/ 19 h 64"/>
                <a:gd name="T2" fmla="*/ 0 w 134"/>
                <a:gd name="T3" fmla="*/ 32 h 64"/>
                <a:gd name="T4" fmla="*/ 134 w 134"/>
                <a:gd name="T5" fmla="*/ 19 h 64"/>
              </a:gdLst>
              <a:ahLst/>
              <a:cxnLst>
                <a:cxn ang="0">
                  <a:pos x="T0" y="T1"/>
                </a:cxn>
                <a:cxn ang="0">
                  <a:pos x="T2" y="T3"/>
                </a:cxn>
                <a:cxn ang="0">
                  <a:pos x="T4" y="T5"/>
                </a:cxn>
              </a:cxnLst>
              <a:rect l="0" t="0" r="r" b="b"/>
              <a:pathLst>
                <a:path w="134" h="64">
                  <a:moveTo>
                    <a:pt x="134" y="19"/>
                  </a:moveTo>
                  <a:cubicBezTo>
                    <a:pt x="74" y="64"/>
                    <a:pt x="28" y="33"/>
                    <a:pt x="0" y="32"/>
                  </a:cubicBezTo>
                  <a:cubicBezTo>
                    <a:pt x="64" y="0"/>
                    <a:pt x="86" y="30"/>
                    <a:pt x="134"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6" name="觅知网-不倒翁ID:189359941"/>
            <p:cNvSpPr/>
            <p:nvPr/>
          </p:nvSpPr>
          <p:spPr bwMode="auto">
            <a:xfrm>
              <a:off x="6644047" y="13692288"/>
              <a:ext cx="971775" cy="444238"/>
            </a:xfrm>
            <a:custGeom>
              <a:avLst/>
              <a:gdLst>
                <a:gd name="T0" fmla="*/ 130 w 130"/>
                <a:gd name="T1" fmla="*/ 7 h 60"/>
                <a:gd name="T2" fmla="*/ 0 w 130"/>
                <a:gd name="T3" fmla="*/ 39 h 60"/>
                <a:gd name="T4" fmla="*/ 130 w 130"/>
                <a:gd name="T5" fmla="*/ 7 h 60"/>
              </a:gdLst>
              <a:ahLst/>
              <a:cxnLst>
                <a:cxn ang="0">
                  <a:pos x="T0" y="T1"/>
                </a:cxn>
                <a:cxn ang="0">
                  <a:pos x="T2" y="T3"/>
                </a:cxn>
                <a:cxn ang="0">
                  <a:pos x="T4" y="T5"/>
                </a:cxn>
              </a:cxnLst>
              <a:rect l="0" t="0" r="r" b="b"/>
              <a:pathLst>
                <a:path w="130" h="60">
                  <a:moveTo>
                    <a:pt x="130" y="7"/>
                  </a:moveTo>
                  <a:cubicBezTo>
                    <a:pt x="77" y="60"/>
                    <a:pt x="24" y="36"/>
                    <a:pt x="0" y="39"/>
                  </a:cubicBezTo>
                  <a:cubicBezTo>
                    <a:pt x="54" y="0"/>
                    <a:pt x="91" y="22"/>
                    <a:pt x="13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7" name="觅知网-不倒翁ID:189359941"/>
            <p:cNvSpPr/>
            <p:nvPr/>
          </p:nvSpPr>
          <p:spPr bwMode="auto">
            <a:xfrm>
              <a:off x="7102167" y="13372994"/>
              <a:ext cx="902358" cy="423418"/>
            </a:xfrm>
            <a:custGeom>
              <a:avLst/>
              <a:gdLst>
                <a:gd name="T0" fmla="*/ 121 w 121"/>
                <a:gd name="T1" fmla="*/ 1 h 57"/>
                <a:gd name="T2" fmla="*/ 0 w 121"/>
                <a:gd name="T3" fmla="*/ 52 h 57"/>
                <a:gd name="T4" fmla="*/ 121 w 121"/>
                <a:gd name="T5" fmla="*/ 1 h 57"/>
              </a:gdLst>
              <a:ahLst/>
              <a:cxnLst>
                <a:cxn ang="0">
                  <a:pos x="T0" y="T1"/>
                </a:cxn>
                <a:cxn ang="0">
                  <a:pos x="T2" y="T3"/>
                </a:cxn>
                <a:cxn ang="0">
                  <a:pos x="T4" y="T5"/>
                </a:cxn>
              </a:cxnLst>
              <a:rect l="0" t="0" r="r" b="b"/>
              <a:pathLst>
                <a:path w="121" h="57">
                  <a:moveTo>
                    <a:pt x="121" y="1"/>
                  </a:moveTo>
                  <a:cubicBezTo>
                    <a:pt x="84" y="57"/>
                    <a:pt x="23" y="47"/>
                    <a:pt x="0" y="52"/>
                  </a:cubicBezTo>
                  <a:cubicBezTo>
                    <a:pt x="61" y="0"/>
                    <a:pt x="81" y="25"/>
                    <a:pt x="12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8" name="觅知网-不倒翁ID:189359941"/>
            <p:cNvSpPr/>
            <p:nvPr/>
          </p:nvSpPr>
          <p:spPr bwMode="auto">
            <a:xfrm>
              <a:off x="7511699" y="12956519"/>
              <a:ext cx="805183" cy="506712"/>
            </a:xfrm>
            <a:custGeom>
              <a:avLst/>
              <a:gdLst>
                <a:gd name="T0" fmla="*/ 108 w 108"/>
                <a:gd name="T1" fmla="*/ 0 h 68"/>
                <a:gd name="T2" fmla="*/ 0 w 108"/>
                <a:gd name="T3" fmla="*/ 68 h 68"/>
                <a:gd name="T4" fmla="*/ 108 w 108"/>
                <a:gd name="T5" fmla="*/ 0 h 68"/>
              </a:gdLst>
              <a:ahLst/>
              <a:cxnLst>
                <a:cxn ang="0">
                  <a:pos x="T0" y="T1"/>
                </a:cxn>
                <a:cxn ang="0">
                  <a:pos x="T2" y="T3"/>
                </a:cxn>
                <a:cxn ang="0">
                  <a:pos x="T4" y="T5"/>
                </a:cxn>
              </a:cxnLst>
              <a:rect l="0" t="0" r="r" b="b"/>
              <a:pathLst>
                <a:path w="108" h="68">
                  <a:moveTo>
                    <a:pt x="108" y="0"/>
                  </a:moveTo>
                  <a:cubicBezTo>
                    <a:pt x="79" y="64"/>
                    <a:pt x="21" y="60"/>
                    <a:pt x="0" y="68"/>
                  </a:cubicBezTo>
                  <a:cubicBezTo>
                    <a:pt x="50" y="8"/>
                    <a:pt x="73" y="28"/>
                    <a:pt x="10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9" name="觅知网-不倒翁ID:189359941"/>
            <p:cNvSpPr/>
            <p:nvPr/>
          </p:nvSpPr>
          <p:spPr bwMode="auto">
            <a:xfrm>
              <a:off x="7858762" y="12484517"/>
              <a:ext cx="701068" cy="617769"/>
            </a:xfrm>
            <a:custGeom>
              <a:avLst/>
              <a:gdLst>
                <a:gd name="T0" fmla="*/ 94 w 94"/>
                <a:gd name="T1" fmla="*/ 0 h 83"/>
                <a:gd name="T2" fmla="*/ 0 w 94"/>
                <a:gd name="T3" fmla="*/ 83 h 83"/>
                <a:gd name="T4" fmla="*/ 94 w 94"/>
                <a:gd name="T5" fmla="*/ 0 h 83"/>
              </a:gdLst>
              <a:ahLst/>
              <a:cxnLst>
                <a:cxn ang="0">
                  <a:pos x="T0" y="T1"/>
                </a:cxn>
                <a:cxn ang="0">
                  <a:pos x="T2" y="T3"/>
                </a:cxn>
                <a:cxn ang="0">
                  <a:pos x="T4" y="T5"/>
                </a:cxn>
              </a:cxnLst>
              <a:rect l="0" t="0" r="r" b="b"/>
              <a:pathLst>
                <a:path w="94" h="83">
                  <a:moveTo>
                    <a:pt x="94" y="0"/>
                  </a:moveTo>
                  <a:cubicBezTo>
                    <a:pt x="74" y="67"/>
                    <a:pt x="11" y="75"/>
                    <a:pt x="0" y="83"/>
                  </a:cubicBezTo>
                  <a:cubicBezTo>
                    <a:pt x="28" y="24"/>
                    <a:pt x="66" y="28"/>
                    <a:pt x="9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0" name="觅知网-不倒翁ID:189359941"/>
            <p:cNvSpPr/>
            <p:nvPr/>
          </p:nvSpPr>
          <p:spPr bwMode="auto">
            <a:xfrm>
              <a:off x="8136407" y="11991691"/>
              <a:ext cx="590006" cy="694121"/>
            </a:xfrm>
            <a:custGeom>
              <a:avLst/>
              <a:gdLst>
                <a:gd name="T0" fmla="*/ 79 w 79"/>
                <a:gd name="T1" fmla="*/ 0 h 93"/>
                <a:gd name="T2" fmla="*/ 0 w 79"/>
                <a:gd name="T3" fmla="*/ 93 h 93"/>
                <a:gd name="T4" fmla="*/ 79 w 79"/>
                <a:gd name="T5" fmla="*/ 0 h 93"/>
              </a:gdLst>
              <a:ahLst/>
              <a:cxnLst>
                <a:cxn ang="0">
                  <a:pos x="T0" y="T1"/>
                </a:cxn>
                <a:cxn ang="0">
                  <a:pos x="T2" y="T3"/>
                </a:cxn>
                <a:cxn ang="0">
                  <a:pos x="T4" y="T5"/>
                </a:cxn>
              </a:cxnLst>
              <a:rect l="0" t="0" r="r" b="b"/>
              <a:pathLst>
                <a:path w="79" h="93">
                  <a:moveTo>
                    <a:pt x="79" y="0"/>
                  </a:moveTo>
                  <a:cubicBezTo>
                    <a:pt x="71" y="67"/>
                    <a:pt x="11" y="82"/>
                    <a:pt x="0" y="93"/>
                  </a:cubicBezTo>
                  <a:cubicBezTo>
                    <a:pt x="20" y="30"/>
                    <a:pt x="57" y="29"/>
                    <a:pt x="7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1" name="觅知网-不倒翁ID:189359941"/>
            <p:cNvSpPr/>
            <p:nvPr/>
          </p:nvSpPr>
          <p:spPr bwMode="auto">
            <a:xfrm>
              <a:off x="8344645" y="11484984"/>
              <a:ext cx="499769" cy="742713"/>
            </a:xfrm>
            <a:custGeom>
              <a:avLst/>
              <a:gdLst>
                <a:gd name="T0" fmla="*/ 64 w 67"/>
                <a:gd name="T1" fmla="*/ 0 h 100"/>
                <a:gd name="T2" fmla="*/ 0 w 67"/>
                <a:gd name="T3" fmla="*/ 100 h 100"/>
                <a:gd name="T4" fmla="*/ 64 w 67"/>
                <a:gd name="T5" fmla="*/ 0 h 100"/>
              </a:gdLst>
              <a:ahLst/>
              <a:cxnLst>
                <a:cxn ang="0">
                  <a:pos x="T0" y="T1"/>
                </a:cxn>
                <a:cxn ang="0">
                  <a:pos x="T2" y="T3"/>
                </a:cxn>
                <a:cxn ang="0">
                  <a:pos x="T4" y="T5"/>
                </a:cxn>
              </a:cxnLst>
              <a:rect l="0" t="0" r="r" b="b"/>
              <a:pathLst>
                <a:path w="67" h="100">
                  <a:moveTo>
                    <a:pt x="64" y="0"/>
                  </a:moveTo>
                  <a:cubicBezTo>
                    <a:pt x="67" y="62"/>
                    <a:pt x="6" y="91"/>
                    <a:pt x="0" y="100"/>
                  </a:cubicBezTo>
                  <a:cubicBezTo>
                    <a:pt x="7" y="41"/>
                    <a:pt x="51" y="23"/>
                    <a:pt x="6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2" name="觅知网-不倒翁ID:189359941"/>
            <p:cNvSpPr/>
            <p:nvPr/>
          </p:nvSpPr>
          <p:spPr bwMode="auto">
            <a:xfrm>
              <a:off x="8469588" y="10978276"/>
              <a:ext cx="451181" cy="777419"/>
            </a:xfrm>
            <a:custGeom>
              <a:avLst/>
              <a:gdLst>
                <a:gd name="T0" fmla="*/ 52 w 60"/>
                <a:gd name="T1" fmla="*/ 0 h 104"/>
                <a:gd name="T2" fmla="*/ 0 w 60"/>
                <a:gd name="T3" fmla="*/ 104 h 104"/>
                <a:gd name="T4" fmla="*/ 52 w 60"/>
                <a:gd name="T5" fmla="*/ 0 h 104"/>
              </a:gdLst>
              <a:ahLst/>
              <a:cxnLst>
                <a:cxn ang="0">
                  <a:pos x="T0" y="T1"/>
                </a:cxn>
                <a:cxn ang="0">
                  <a:pos x="T2" y="T3"/>
                </a:cxn>
                <a:cxn ang="0">
                  <a:pos x="T4" y="T5"/>
                </a:cxn>
              </a:cxnLst>
              <a:rect l="0" t="0" r="r" b="b"/>
              <a:pathLst>
                <a:path w="60" h="104">
                  <a:moveTo>
                    <a:pt x="52" y="0"/>
                  </a:moveTo>
                  <a:cubicBezTo>
                    <a:pt x="60" y="61"/>
                    <a:pt x="7" y="92"/>
                    <a:pt x="0" y="104"/>
                  </a:cubicBezTo>
                  <a:cubicBezTo>
                    <a:pt x="3" y="39"/>
                    <a:pt x="35" y="30"/>
                    <a:pt x="5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3" name="觅知网-不倒翁ID:189359941"/>
            <p:cNvSpPr/>
            <p:nvPr/>
          </p:nvSpPr>
          <p:spPr bwMode="auto">
            <a:xfrm>
              <a:off x="8490409" y="10464625"/>
              <a:ext cx="451181" cy="798244"/>
            </a:xfrm>
            <a:custGeom>
              <a:avLst/>
              <a:gdLst>
                <a:gd name="T0" fmla="*/ 45 w 60"/>
                <a:gd name="T1" fmla="*/ 0 h 107"/>
                <a:gd name="T2" fmla="*/ 6 w 60"/>
                <a:gd name="T3" fmla="*/ 107 h 107"/>
                <a:gd name="T4" fmla="*/ 45 w 60"/>
                <a:gd name="T5" fmla="*/ 0 h 107"/>
              </a:gdLst>
              <a:ahLst/>
              <a:cxnLst>
                <a:cxn ang="0">
                  <a:pos x="T0" y="T1"/>
                </a:cxn>
                <a:cxn ang="0">
                  <a:pos x="T2" y="T3"/>
                </a:cxn>
                <a:cxn ang="0">
                  <a:pos x="T4" y="T5"/>
                </a:cxn>
              </a:cxnLst>
              <a:rect l="0" t="0" r="r" b="b"/>
              <a:pathLst>
                <a:path w="60" h="107">
                  <a:moveTo>
                    <a:pt x="45" y="0"/>
                  </a:moveTo>
                  <a:cubicBezTo>
                    <a:pt x="60" y="59"/>
                    <a:pt x="10" y="98"/>
                    <a:pt x="6" y="107"/>
                  </a:cubicBezTo>
                  <a:cubicBezTo>
                    <a:pt x="0" y="50"/>
                    <a:pt x="31" y="28"/>
                    <a:pt x="4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4" name="觅知网-不倒翁ID:189359941"/>
            <p:cNvSpPr/>
            <p:nvPr/>
          </p:nvSpPr>
          <p:spPr bwMode="auto">
            <a:xfrm>
              <a:off x="8441821" y="9957913"/>
              <a:ext cx="465063" cy="812125"/>
            </a:xfrm>
            <a:custGeom>
              <a:avLst/>
              <a:gdLst>
                <a:gd name="T0" fmla="*/ 38 w 62"/>
                <a:gd name="T1" fmla="*/ 0 h 109"/>
                <a:gd name="T2" fmla="*/ 14 w 62"/>
                <a:gd name="T3" fmla="*/ 109 h 109"/>
                <a:gd name="T4" fmla="*/ 38 w 62"/>
                <a:gd name="T5" fmla="*/ 0 h 109"/>
              </a:gdLst>
              <a:ahLst/>
              <a:cxnLst>
                <a:cxn ang="0">
                  <a:pos x="T0" y="T1"/>
                </a:cxn>
                <a:cxn ang="0">
                  <a:pos x="T2" y="T3"/>
                </a:cxn>
                <a:cxn ang="0">
                  <a:pos x="T4" y="T5"/>
                </a:cxn>
              </a:cxnLst>
              <a:rect l="0" t="0" r="r" b="b"/>
              <a:pathLst>
                <a:path w="62" h="109">
                  <a:moveTo>
                    <a:pt x="38" y="0"/>
                  </a:moveTo>
                  <a:cubicBezTo>
                    <a:pt x="62" y="50"/>
                    <a:pt x="15" y="102"/>
                    <a:pt x="14" y="109"/>
                  </a:cubicBezTo>
                  <a:cubicBezTo>
                    <a:pt x="0" y="56"/>
                    <a:pt x="28" y="26"/>
                    <a:pt x="3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5" name="觅知网-不倒翁ID:189359941"/>
            <p:cNvSpPr/>
            <p:nvPr/>
          </p:nvSpPr>
          <p:spPr bwMode="auto">
            <a:xfrm>
              <a:off x="7358988" y="8451672"/>
              <a:ext cx="867656" cy="1478482"/>
            </a:xfrm>
            <a:custGeom>
              <a:avLst/>
              <a:gdLst>
                <a:gd name="T0" fmla="*/ 3 w 116"/>
                <a:gd name="T1" fmla="*/ 0 h 198"/>
                <a:gd name="T2" fmla="*/ 116 w 116"/>
                <a:gd name="T3" fmla="*/ 197 h 198"/>
                <a:gd name="T4" fmla="*/ 113 w 116"/>
                <a:gd name="T5" fmla="*/ 198 h 198"/>
                <a:gd name="T6" fmla="*/ 0 w 116"/>
                <a:gd name="T7" fmla="*/ 3 h 198"/>
                <a:gd name="T8" fmla="*/ 3 w 116"/>
                <a:gd name="T9" fmla="*/ 0 h 198"/>
              </a:gdLst>
              <a:ahLst/>
              <a:cxnLst>
                <a:cxn ang="0">
                  <a:pos x="T0" y="T1"/>
                </a:cxn>
                <a:cxn ang="0">
                  <a:pos x="T2" y="T3"/>
                </a:cxn>
                <a:cxn ang="0">
                  <a:pos x="T4" y="T5"/>
                </a:cxn>
                <a:cxn ang="0">
                  <a:pos x="T6" y="T7"/>
                </a:cxn>
                <a:cxn ang="0">
                  <a:pos x="T8" y="T9"/>
                </a:cxn>
              </a:cxnLst>
              <a:rect l="0" t="0" r="r" b="b"/>
              <a:pathLst>
                <a:path w="116" h="198">
                  <a:moveTo>
                    <a:pt x="3" y="0"/>
                  </a:moveTo>
                  <a:cubicBezTo>
                    <a:pt x="47" y="46"/>
                    <a:pt x="92" y="118"/>
                    <a:pt x="116" y="197"/>
                  </a:cubicBezTo>
                  <a:cubicBezTo>
                    <a:pt x="113" y="198"/>
                    <a:pt x="113" y="198"/>
                    <a:pt x="113" y="198"/>
                  </a:cubicBezTo>
                  <a:cubicBezTo>
                    <a:pt x="89" y="120"/>
                    <a:pt x="44" y="48"/>
                    <a:pt x="0" y="3"/>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6" name="觅知网-不倒翁ID:189359941"/>
            <p:cNvSpPr/>
            <p:nvPr/>
          </p:nvSpPr>
          <p:spPr bwMode="auto">
            <a:xfrm>
              <a:off x="7560287" y="8410023"/>
              <a:ext cx="909306" cy="1735303"/>
            </a:xfrm>
            <a:custGeom>
              <a:avLst/>
              <a:gdLst>
                <a:gd name="T0" fmla="*/ 3 w 122"/>
                <a:gd name="T1" fmla="*/ 0 h 233"/>
                <a:gd name="T2" fmla="*/ 122 w 122"/>
                <a:gd name="T3" fmla="*/ 233 h 233"/>
                <a:gd name="T4" fmla="*/ 119 w 122"/>
                <a:gd name="T5" fmla="*/ 233 h 233"/>
                <a:gd name="T6" fmla="*/ 0 w 122"/>
                <a:gd name="T7" fmla="*/ 2 h 233"/>
                <a:gd name="T8" fmla="*/ 3 w 122"/>
                <a:gd name="T9" fmla="*/ 0 h 233"/>
              </a:gdLst>
              <a:ahLst/>
              <a:cxnLst>
                <a:cxn ang="0">
                  <a:pos x="T0" y="T1"/>
                </a:cxn>
                <a:cxn ang="0">
                  <a:pos x="T2" y="T3"/>
                </a:cxn>
                <a:cxn ang="0">
                  <a:pos x="T4" y="T5"/>
                </a:cxn>
                <a:cxn ang="0">
                  <a:pos x="T6" y="T7"/>
                </a:cxn>
                <a:cxn ang="0">
                  <a:pos x="T8" y="T9"/>
                </a:cxn>
              </a:cxnLst>
              <a:rect l="0" t="0" r="r" b="b"/>
              <a:pathLst>
                <a:path w="122" h="233">
                  <a:moveTo>
                    <a:pt x="3" y="0"/>
                  </a:moveTo>
                  <a:cubicBezTo>
                    <a:pt x="56" y="58"/>
                    <a:pt x="102" y="141"/>
                    <a:pt x="122" y="233"/>
                  </a:cubicBezTo>
                  <a:cubicBezTo>
                    <a:pt x="119" y="233"/>
                    <a:pt x="119" y="233"/>
                    <a:pt x="119" y="233"/>
                  </a:cubicBezTo>
                  <a:cubicBezTo>
                    <a:pt x="98" y="143"/>
                    <a:pt x="53" y="60"/>
                    <a:pt x="0" y="2"/>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7" name="觅知网-不倒翁ID:189359941"/>
            <p:cNvSpPr/>
            <p:nvPr/>
          </p:nvSpPr>
          <p:spPr bwMode="auto">
            <a:xfrm>
              <a:off x="7518642" y="8111548"/>
              <a:ext cx="1048131" cy="1721422"/>
            </a:xfrm>
            <a:custGeom>
              <a:avLst/>
              <a:gdLst>
                <a:gd name="T0" fmla="*/ 3 w 141"/>
                <a:gd name="T1" fmla="*/ 0 h 231"/>
                <a:gd name="T2" fmla="*/ 141 w 141"/>
                <a:gd name="T3" fmla="*/ 230 h 231"/>
                <a:gd name="T4" fmla="*/ 138 w 141"/>
                <a:gd name="T5" fmla="*/ 231 h 231"/>
                <a:gd name="T6" fmla="*/ 0 w 141"/>
                <a:gd name="T7" fmla="*/ 2 h 231"/>
                <a:gd name="T8" fmla="*/ 3 w 141"/>
                <a:gd name="T9" fmla="*/ 0 h 231"/>
              </a:gdLst>
              <a:ahLst/>
              <a:cxnLst>
                <a:cxn ang="0">
                  <a:pos x="T0" y="T1"/>
                </a:cxn>
                <a:cxn ang="0">
                  <a:pos x="T2" y="T3"/>
                </a:cxn>
                <a:cxn ang="0">
                  <a:pos x="T4" y="T5"/>
                </a:cxn>
                <a:cxn ang="0">
                  <a:pos x="T6" y="T7"/>
                </a:cxn>
                <a:cxn ang="0">
                  <a:pos x="T8" y="T9"/>
                </a:cxn>
              </a:cxnLst>
              <a:rect l="0" t="0" r="r" b="b"/>
              <a:pathLst>
                <a:path w="141" h="231">
                  <a:moveTo>
                    <a:pt x="3" y="0"/>
                  </a:moveTo>
                  <a:cubicBezTo>
                    <a:pt x="52" y="44"/>
                    <a:pt x="111" y="132"/>
                    <a:pt x="141" y="230"/>
                  </a:cubicBezTo>
                  <a:cubicBezTo>
                    <a:pt x="138" y="231"/>
                    <a:pt x="138" y="231"/>
                    <a:pt x="138" y="231"/>
                  </a:cubicBezTo>
                  <a:cubicBezTo>
                    <a:pt x="109" y="135"/>
                    <a:pt x="50" y="47"/>
                    <a:pt x="0" y="2"/>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8" name="觅知网-不倒翁ID:189359941"/>
            <p:cNvSpPr>
              <a:spLocks noChangeArrowheads="1"/>
            </p:cNvSpPr>
            <p:nvPr/>
          </p:nvSpPr>
          <p:spPr bwMode="auto">
            <a:xfrm>
              <a:off x="5056479" y="14633222"/>
              <a:ext cx="6943" cy="694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grpSp>
      <p:grpSp>
        <p:nvGrpSpPr>
          <p:cNvPr id="15" name="觅知网-不倒翁ID:189359941"/>
          <p:cNvGrpSpPr/>
          <p:nvPr>
            <p:custDataLst>
              <p:tags r:id="rId1"/>
            </p:custDataLst>
          </p:nvPr>
        </p:nvGrpSpPr>
        <p:grpSpPr>
          <a:xfrm>
            <a:off x="955163" y="647056"/>
            <a:ext cx="10294372" cy="6835208"/>
            <a:chOff x="1933880" y="1452820"/>
            <a:chExt cx="8655456" cy="5747008"/>
          </a:xfrm>
        </p:grpSpPr>
        <p:sp>
          <p:nvSpPr>
            <p:cNvPr id="13" name="觅知网-不倒翁ID:189359941"/>
            <p:cNvSpPr/>
            <p:nvPr/>
          </p:nvSpPr>
          <p:spPr>
            <a:xfrm rot="21314498">
              <a:off x="1933880" y="1453250"/>
              <a:ext cx="8410937" cy="5746578"/>
            </a:xfrm>
            <a:custGeom>
              <a:avLst/>
              <a:gdLst>
                <a:gd name="connsiteX0" fmla="*/ 8410936 w 8410937"/>
                <a:gd name="connsiteY0" fmla="*/ 0 h 5746578"/>
                <a:gd name="connsiteX1" fmla="*/ 8410937 w 8410937"/>
                <a:gd name="connsiteY1" fmla="*/ 5746578 h 5746578"/>
                <a:gd name="connsiteX2" fmla="*/ 0 w 8410937"/>
                <a:gd name="connsiteY2" fmla="*/ 5046446 h 5746578"/>
                <a:gd name="connsiteX3" fmla="*/ 0 w 8410937"/>
                <a:gd name="connsiteY3" fmla="*/ 0 h 5746578"/>
              </a:gdLst>
              <a:ahLst/>
              <a:cxnLst>
                <a:cxn ang="0">
                  <a:pos x="connsiteX0" y="connsiteY0"/>
                </a:cxn>
                <a:cxn ang="0">
                  <a:pos x="connsiteX1" y="connsiteY1"/>
                </a:cxn>
                <a:cxn ang="0">
                  <a:pos x="connsiteX2" y="connsiteY2"/>
                </a:cxn>
                <a:cxn ang="0">
                  <a:pos x="connsiteX3" y="connsiteY3"/>
                </a:cxn>
              </a:cxnLst>
              <a:rect l="l" t="t" r="r" b="b"/>
              <a:pathLst>
                <a:path w="8410937" h="5746578">
                  <a:moveTo>
                    <a:pt x="8410936" y="0"/>
                  </a:moveTo>
                  <a:lnTo>
                    <a:pt x="8410937" y="5746578"/>
                  </a:lnTo>
                  <a:lnTo>
                    <a:pt x="0" y="5046446"/>
                  </a:lnTo>
                  <a:lnTo>
                    <a:pt x="0" y="0"/>
                  </a:lnTo>
                  <a:close/>
                </a:path>
              </a:pathLst>
            </a:custGeom>
            <a:solidFill>
              <a:srgbClr val="344778"/>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思源黑体 CN Regular" panose="020B0500000000000000" charset="-122"/>
              </a:endParaRPr>
            </a:p>
          </p:txBody>
        </p:sp>
        <p:sp>
          <p:nvSpPr>
            <p:cNvPr id="14" name="觅知网-不倒翁ID:189359941"/>
            <p:cNvSpPr/>
            <p:nvPr/>
          </p:nvSpPr>
          <p:spPr>
            <a:xfrm>
              <a:off x="2178400" y="1452820"/>
              <a:ext cx="8410936" cy="5388246"/>
            </a:xfrm>
            <a:custGeom>
              <a:avLst/>
              <a:gdLst>
                <a:gd name="connsiteX0" fmla="*/ 0 w 8410936"/>
                <a:gd name="connsiteY0" fmla="*/ 0 h 5388246"/>
                <a:gd name="connsiteX1" fmla="*/ 8410936 w 8410936"/>
                <a:gd name="connsiteY1" fmla="*/ 0 h 5388246"/>
                <a:gd name="connsiteX2" fmla="*/ 8410936 w 8410936"/>
                <a:gd name="connsiteY2" fmla="*/ 5388246 h 5388246"/>
                <a:gd name="connsiteX3" fmla="*/ 0 w 8410936"/>
                <a:gd name="connsiteY3" fmla="*/ 5388246 h 5388246"/>
              </a:gdLst>
              <a:ahLst/>
              <a:cxnLst>
                <a:cxn ang="0">
                  <a:pos x="connsiteX0" y="connsiteY0"/>
                </a:cxn>
                <a:cxn ang="0">
                  <a:pos x="connsiteX1" y="connsiteY1"/>
                </a:cxn>
                <a:cxn ang="0">
                  <a:pos x="connsiteX2" y="connsiteY2"/>
                </a:cxn>
                <a:cxn ang="0">
                  <a:pos x="connsiteX3" y="connsiteY3"/>
                </a:cxn>
              </a:cxnLst>
              <a:rect l="l" t="t" r="r" b="b"/>
              <a:pathLst>
                <a:path w="8410936" h="5388246">
                  <a:moveTo>
                    <a:pt x="0" y="0"/>
                  </a:moveTo>
                  <a:lnTo>
                    <a:pt x="8410936" y="0"/>
                  </a:lnTo>
                  <a:lnTo>
                    <a:pt x="8410936" y="5388246"/>
                  </a:lnTo>
                  <a:lnTo>
                    <a:pt x="0" y="5388246"/>
                  </a:lnTo>
                  <a:close/>
                </a:path>
              </a:pathLst>
            </a:custGeom>
            <a:solidFill>
              <a:schemeClr val="bg1">
                <a:alpha val="93000"/>
              </a:schemeClr>
            </a:solidFill>
            <a:ln w="28575">
              <a:solidFill>
                <a:srgbClr val="344778"/>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思源黑体 CN Regular" panose="020B0500000000000000" charset="-122"/>
              </a:endParaRPr>
            </a:p>
          </p:txBody>
        </p:sp>
      </p:grpSp>
      <p:sp>
        <p:nvSpPr>
          <p:cNvPr id="12" name="觅知网-不倒翁ID:189359941"/>
          <p:cNvSpPr/>
          <p:nvPr/>
        </p:nvSpPr>
        <p:spPr bwMode="auto">
          <a:xfrm>
            <a:off x="323" y="5511138"/>
            <a:ext cx="12191677" cy="1346862"/>
          </a:xfrm>
          <a:custGeom>
            <a:avLst/>
            <a:gdLst>
              <a:gd name="connsiteX0" fmla="*/ 12191677 w 12191677"/>
              <a:gd name="connsiteY0" fmla="*/ 0 h 1346862"/>
              <a:gd name="connsiteX1" fmla="*/ 12191677 w 12191677"/>
              <a:gd name="connsiteY1" fmla="*/ 1346862 h 1346862"/>
              <a:gd name="connsiteX2" fmla="*/ 0 w 12191677"/>
              <a:gd name="connsiteY2" fmla="*/ 1346862 h 1346862"/>
              <a:gd name="connsiteX3" fmla="*/ 0 w 12191677"/>
              <a:gd name="connsiteY3" fmla="*/ 42381 h 1346862"/>
              <a:gd name="connsiteX4" fmla="*/ 11935898 w 12191677"/>
              <a:gd name="connsiteY4" fmla="*/ 70915 h 13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1677" h="1346862">
                <a:moveTo>
                  <a:pt x="12191677" y="0"/>
                </a:moveTo>
                <a:lnTo>
                  <a:pt x="12191677" y="1346862"/>
                </a:lnTo>
                <a:lnTo>
                  <a:pt x="0" y="1346862"/>
                </a:lnTo>
                <a:lnTo>
                  <a:pt x="0" y="42381"/>
                </a:lnTo>
                <a:cubicBezTo>
                  <a:pt x="3090122" y="758737"/>
                  <a:pt x="8949245" y="844902"/>
                  <a:pt x="11935898" y="70915"/>
                </a:cubicBezTo>
                <a:close/>
              </a:path>
            </a:pathLst>
          </a:custGeom>
          <a:solidFill>
            <a:srgbClr val="344778"/>
          </a:solidFill>
          <a:ln w="25400" cap="flat" cmpd="sng" algn="ctr">
            <a:noFill/>
            <a:prstDash val="solid"/>
          </a:ln>
          <a:effectLst/>
        </p:spPr>
        <p:txBody>
          <a:bodyPr wrap="square" rtlCol="0" anchor="ctr">
            <a:noAutofit/>
          </a:bodyPr>
          <a:lstStyle/>
          <a:p>
            <a:pPr marL="0" marR="0" lvl="0" indent="0" algn="ctr" defTabSz="866775" rtl="0" eaLnBrk="1" fontAlgn="base" latinLnBrk="0" hangingPunct="1">
              <a:lnSpc>
                <a:spcPct val="100000"/>
              </a:lnSpc>
              <a:spcBef>
                <a:spcPct val="0"/>
              </a:spcBef>
              <a:spcAft>
                <a:spcPct val="0"/>
              </a:spcAft>
              <a:buClrTx/>
              <a:buSzTx/>
              <a:buFontTx/>
              <a:buNone/>
              <a:defRPr/>
            </a:pPr>
            <a:endParaRPr kumimoji="0" lang="zh-CN" altLang="en-US" sz="1705"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cs typeface="+mn-ea"/>
              <a:sym typeface="+mn-lt"/>
            </a:endParaRPr>
          </a:p>
        </p:txBody>
      </p:sp>
      <p:sp>
        <p:nvSpPr>
          <p:cNvPr id="5" name="觅知网-不倒翁ID:189359941"/>
          <p:cNvSpPr txBox="1"/>
          <p:nvPr>
            <p:custDataLst>
              <p:tags r:id="rId2"/>
            </p:custDataLst>
          </p:nvPr>
        </p:nvSpPr>
        <p:spPr>
          <a:xfrm>
            <a:off x="1705668" y="2091343"/>
            <a:ext cx="8780664" cy="175432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5400" b="0" i="0" u="none" strike="noStrike" kern="1200" cap="none" spc="0" normalizeH="0" baseline="0" noProof="0" dirty="0">
                <a:ln>
                  <a:noFill/>
                </a:ln>
                <a:solidFill>
                  <a:schemeClr val="accent1"/>
                </a:solidFill>
                <a:effectLst/>
                <a:uLnTx/>
                <a:uFillTx/>
                <a:latin typeface="阿里巴巴普惠体 Heavy" pitchFamily="18" charset="-122"/>
                <a:ea typeface="阿里巴巴普惠体 Heavy" pitchFamily="18" charset="-122"/>
                <a:cs typeface="思源黑体 CN Regular" panose="020B0500000000000000" charset="-122"/>
              </a:rPr>
              <a:t>基于模仿学习的自动驾驶高精度规划方法研究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 from="0" to="1" calcmode="lin" valueType="num">
                                      <p:cBhvr>
                                        <p:cTn id="7" dur="500" fill="hold">
                                          <p:stCondLst>
                                            <p:cond delay="0"/>
                                          </p:stCondLst>
                                        </p:cTn>
                                        <p:tgtEl>
                                          <p:spTgt spid="15"/>
                                        </p:tgtEl>
                                        <p:attrNameLst>
                                          <p:attrName>style.opacity</p:attrName>
                                        </p:attrNameLst>
                                      </p:cBhvr>
                                    </p:anim>
                                    <p:anim to="" calcmode="lin" valueType="num">
                                      <p:cBhvr>
                                        <p:cTn id="8" dur="500" fill="hold">
                                          <p:stCondLst>
                                            <p:cond delay="0"/>
                                          </p:stCondLst>
                                        </p:cTn>
                                        <p:tgtEl>
                                          <p:spTgt spid="15"/>
                                        </p:tgtEl>
                                        <p:attrNameLst>
                                          <p:attrName>ppt_y</p:attrName>
                                        </p:attrNameLst>
                                      </p:cBhvr>
                                      <p:tavLst>
                                        <p:tav tm="0" fmla="$">
                                          <p:val>
                                            <p:strVal val="#ppt_y+.05"/>
                                          </p:val>
                                        </p:tav>
                                        <p:tav tm="100000" fmla="$">
                                          <p:val>
                                            <p:strVal val="#ppt_y"/>
                                          </p:val>
                                        </p:tav>
                                      </p:tavLst>
                                    </p:anim>
                                  </p:childTnLst>
                                </p:cTn>
                              </p:par>
                              <p:par>
                                <p:cTn id="9" presetID="10" presetClass="entr" presetSubtype="0" fill="hold" grpId="0" nodeType="withEffect">
                                  <p:stCondLst>
                                    <p:cond delay="500"/>
                                  </p:stCondLst>
                                  <p:iterate type="lt">
                                    <p:tmPct val="10000"/>
                                  </p:iterate>
                                  <p:childTnLst>
                                    <p:set>
                                      <p:cBhvr>
                                        <p:cTn id="10" dur="1" fill="hold">
                                          <p:stCondLst>
                                            <p:cond delay="0"/>
                                          </p:stCondLst>
                                        </p:cTn>
                                        <p:tgtEl>
                                          <p:spTgt spid="5"/>
                                        </p:tgtEl>
                                        <p:attrNameLst>
                                          <p:attrName>style.visibility</p:attrName>
                                        </p:attrNameLst>
                                      </p:cBhvr>
                                      <p:to>
                                        <p:strVal val="visible"/>
                                      </p:to>
                                    </p:set>
                                    <p:anim to="" calcmode="lin" valueType="num">
                                      <p:cBhvr>
                                        <p:cTn id="11" dur="750" fill="hold">
                                          <p:stCondLst>
                                            <p:cond delay="0"/>
                                          </p:stCondLst>
                                        </p:cTn>
                                        <p:tgtEl>
                                          <p:spTgt spid="5"/>
                                        </p:tgtEl>
                                        <p:attrNameLst>
                                          <p:attrName>ppt_h</p:attrName>
                                        </p:attrNameLst>
                                      </p:cBhvr>
                                      <p:tavLst>
                                        <p:tav tm="0" fmla="(1+min((1.5/#ppt_h),(1.5/#ppt_w))*((1-$)^7))*#ppt_h">
                                          <p:val>
                                            <p:fltVal val="0"/>
                                          </p:val>
                                        </p:tav>
                                        <p:tav tm="100000" fmla="$">
                                          <p:val>
                                            <p:fltVal val="1"/>
                                          </p:val>
                                        </p:tav>
                                      </p:tavLst>
                                    </p:anim>
                                    <p:anim to="" calcmode="lin" valueType="num">
                                      <p:cBhvr>
                                        <p:cTn id="12" dur="750" fill="hold">
                                          <p:stCondLst>
                                            <p:cond delay="0"/>
                                          </p:stCondLst>
                                        </p:cTn>
                                        <p:tgtEl>
                                          <p:spTgt spid="5"/>
                                        </p:tgtEl>
                                        <p:attrNameLst>
                                          <p:attrName>ppt_w</p:attrName>
                                        </p:attrNameLst>
                                      </p:cBhvr>
                                      <p:tavLst>
                                        <p:tav tm="0" fmla="(1+min((1.5/#ppt_h),(1.5/#ppt_w))*((1-$)^7))*#ppt_w">
                                          <p:val>
                                            <p:fltVal val="0"/>
                                          </p:val>
                                        </p:tav>
                                        <p:tav tm="100000" fmla="(1+min((2/#ppt_h),(2/#ppt_w))*((1-$)^7))*#ppt_w">
                                          <p:val>
                                            <p:fltVal val="1"/>
                                          </p:val>
                                        </p:tav>
                                      </p:tavLst>
                                    </p:anim>
                                    <p:anim to="" calcmode="lin" valueType="num">
                                      <p:cBhvr>
                                        <p:cTn id="13" dur="400" fill="hold">
                                          <p:stCondLst>
                                            <p:cond delay="0"/>
                                          </p:stCondLst>
                                        </p:cTn>
                                        <p:tgtEl>
                                          <p:spTgt spid="5"/>
                                        </p:tgtEl>
                                        <p:attrNameLst>
                                          <p:attrName>style.opacity</p:attrName>
                                        </p:attrNameLst>
                                      </p:cBhvr>
                                      <p:tavLst>
                                        <p:tav tm="0" fmla="1-(1-$)">
                                          <p:val>
                                            <p:fltVal val="0"/>
                                          </p:val>
                                        </p:tav>
                                        <p:tav tm="100000" fmla="1-(1-$)">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 name="觅知网-不倒翁ID:189359941"/>
          <p:cNvGrpSpPr/>
          <p:nvPr/>
        </p:nvGrpSpPr>
        <p:grpSpPr>
          <a:xfrm>
            <a:off x="-178347" y="-186482"/>
            <a:ext cx="3810736" cy="6483102"/>
            <a:chOff x="695400" y="8111548"/>
            <a:chExt cx="3810736" cy="6483102"/>
          </a:xfrm>
          <a:solidFill>
            <a:srgbClr val="344778">
              <a:alpha val="5000"/>
            </a:srgbClr>
          </a:solidFill>
        </p:grpSpPr>
        <p:sp>
          <p:nvSpPr>
            <p:cNvPr id="113" name="觅知网-不倒翁ID:189359941"/>
            <p:cNvSpPr/>
            <p:nvPr/>
          </p:nvSpPr>
          <p:spPr bwMode="auto">
            <a:xfrm>
              <a:off x="3812011" y="13747819"/>
              <a:ext cx="694125" cy="465063"/>
            </a:xfrm>
            <a:custGeom>
              <a:avLst/>
              <a:gdLst>
                <a:gd name="T0" fmla="*/ 0 w 93"/>
                <a:gd name="T1" fmla="*/ 6 h 62"/>
                <a:gd name="T2" fmla="*/ 93 w 93"/>
                <a:gd name="T3" fmla="*/ 62 h 62"/>
                <a:gd name="T4" fmla="*/ 0 w 93"/>
                <a:gd name="T5" fmla="*/ 6 h 62"/>
              </a:gdLst>
              <a:ahLst/>
              <a:cxnLst>
                <a:cxn ang="0">
                  <a:pos x="T0" y="T1"/>
                </a:cxn>
                <a:cxn ang="0">
                  <a:pos x="T2" y="T3"/>
                </a:cxn>
                <a:cxn ang="0">
                  <a:pos x="T4" y="T5"/>
                </a:cxn>
              </a:cxnLst>
              <a:rect l="0" t="0" r="r" b="b"/>
              <a:pathLst>
                <a:path w="93" h="62">
                  <a:moveTo>
                    <a:pt x="0" y="6"/>
                  </a:moveTo>
                  <a:cubicBezTo>
                    <a:pt x="54" y="0"/>
                    <a:pt x="75" y="57"/>
                    <a:pt x="93" y="62"/>
                  </a:cubicBezTo>
                  <a:cubicBezTo>
                    <a:pt x="35" y="57"/>
                    <a:pt x="7" y="30"/>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4" name="觅知网-不倒翁ID:189359941"/>
            <p:cNvSpPr/>
            <p:nvPr/>
          </p:nvSpPr>
          <p:spPr bwMode="auto">
            <a:xfrm>
              <a:off x="3360830" y="13685350"/>
              <a:ext cx="631656" cy="492830"/>
            </a:xfrm>
            <a:custGeom>
              <a:avLst/>
              <a:gdLst>
                <a:gd name="T0" fmla="*/ 0 w 85"/>
                <a:gd name="T1" fmla="*/ 2 h 66"/>
                <a:gd name="T2" fmla="*/ 85 w 85"/>
                <a:gd name="T3" fmla="*/ 66 h 66"/>
                <a:gd name="T4" fmla="*/ 0 w 85"/>
                <a:gd name="T5" fmla="*/ 2 h 66"/>
              </a:gdLst>
              <a:ahLst/>
              <a:cxnLst>
                <a:cxn ang="0">
                  <a:pos x="T0" y="T1"/>
                </a:cxn>
                <a:cxn ang="0">
                  <a:pos x="T2" y="T3"/>
                </a:cxn>
                <a:cxn ang="0">
                  <a:pos x="T4" y="T5"/>
                </a:cxn>
              </a:cxnLst>
              <a:rect l="0" t="0" r="r" b="b"/>
              <a:pathLst>
                <a:path w="85" h="66">
                  <a:moveTo>
                    <a:pt x="0" y="2"/>
                  </a:moveTo>
                  <a:cubicBezTo>
                    <a:pt x="50" y="0"/>
                    <a:pt x="69" y="60"/>
                    <a:pt x="85" y="66"/>
                  </a:cubicBezTo>
                  <a:cubicBezTo>
                    <a:pt x="26" y="57"/>
                    <a:pt x="4" y="24"/>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5" name="觅知网-不倒翁ID:189359941"/>
            <p:cNvSpPr/>
            <p:nvPr/>
          </p:nvSpPr>
          <p:spPr bwMode="auto">
            <a:xfrm>
              <a:off x="2930473" y="13532643"/>
              <a:ext cx="562243" cy="555300"/>
            </a:xfrm>
            <a:custGeom>
              <a:avLst/>
              <a:gdLst>
                <a:gd name="T0" fmla="*/ 0 w 75"/>
                <a:gd name="T1" fmla="*/ 0 h 74"/>
                <a:gd name="T2" fmla="*/ 75 w 75"/>
                <a:gd name="T3" fmla="*/ 74 h 74"/>
                <a:gd name="T4" fmla="*/ 0 w 75"/>
                <a:gd name="T5" fmla="*/ 0 h 74"/>
              </a:gdLst>
              <a:ahLst/>
              <a:cxnLst>
                <a:cxn ang="0">
                  <a:pos x="T0" y="T1"/>
                </a:cxn>
                <a:cxn ang="0">
                  <a:pos x="T2" y="T3"/>
                </a:cxn>
                <a:cxn ang="0">
                  <a:pos x="T4" y="T5"/>
                </a:cxn>
              </a:cxnLst>
              <a:rect l="0" t="0" r="r" b="b"/>
              <a:pathLst>
                <a:path w="75" h="74">
                  <a:moveTo>
                    <a:pt x="0" y="0"/>
                  </a:moveTo>
                  <a:cubicBezTo>
                    <a:pt x="49" y="8"/>
                    <a:pt x="60" y="66"/>
                    <a:pt x="75" y="74"/>
                  </a:cubicBezTo>
                  <a:cubicBezTo>
                    <a:pt x="25" y="62"/>
                    <a:pt x="0" y="28"/>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6" name="觅知网-不倒翁ID:189359941"/>
            <p:cNvSpPr/>
            <p:nvPr/>
          </p:nvSpPr>
          <p:spPr bwMode="auto">
            <a:xfrm>
              <a:off x="2513998" y="13310524"/>
              <a:ext cx="492831" cy="624708"/>
            </a:xfrm>
            <a:custGeom>
              <a:avLst/>
              <a:gdLst>
                <a:gd name="T0" fmla="*/ 4 w 66"/>
                <a:gd name="T1" fmla="*/ 0 h 84"/>
                <a:gd name="T2" fmla="*/ 66 w 66"/>
                <a:gd name="T3" fmla="*/ 84 h 84"/>
                <a:gd name="T4" fmla="*/ 4 w 66"/>
                <a:gd name="T5" fmla="*/ 0 h 84"/>
              </a:gdLst>
              <a:ahLst/>
              <a:cxnLst>
                <a:cxn ang="0">
                  <a:pos x="T0" y="T1"/>
                </a:cxn>
                <a:cxn ang="0">
                  <a:pos x="T2" y="T3"/>
                </a:cxn>
                <a:cxn ang="0">
                  <a:pos x="T4" y="T5"/>
                </a:cxn>
              </a:cxnLst>
              <a:rect l="0" t="0" r="r" b="b"/>
              <a:pathLst>
                <a:path w="66" h="84">
                  <a:moveTo>
                    <a:pt x="4" y="0"/>
                  </a:moveTo>
                  <a:cubicBezTo>
                    <a:pt x="48" y="15"/>
                    <a:pt x="53" y="74"/>
                    <a:pt x="66" y="84"/>
                  </a:cubicBezTo>
                  <a:cubicBezTo>
                    <a:pt x="16" y="64"/>
                    <a:pt x="0" y="26"/>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7" name="觅知网-不倒翁ID:189359941"/>
            <p:cNvSpPr/>
            <p:nvPr/>
          </p:nvSpPr>
          <p:spPr bwMode="auto">
            <a:xfrm>
              <a:off x="2118352" y="13018993"/>
              <a:ext cx="437300" cy="694121"/>
            </a:xfrm>
            <a:custGeom>
              <a:avLst/>
              <a:gdLst>
                <a:gd name="T0" fmla="*/ 11 w 58"/>
                <a:gd name="T1" fmla="*/ 0 h 93"/>
                <a:gd name="T2" fmla="*/ 58 w 58"/>
                <a:gd name="T3" fmla="*/ 93 h 93"/>
                <a:gd name="T4" fmla="*/ 11 w 58"/>
                <a:gd name="T5" fmla="*/ 0 h 93"/>
              </a:gdLst>
              <a:ahLst/>
              <a:cxnLst>
                <a:cxn ang="0">
                  <a:pos x="T0" y="T1"/>
                </a:cxn>
                <a:cxn ang="0">
                  <a:pos x="T2" y="T3"/>
                </a:cxn>
                <a:cxn ang="0">
                  <a:pos x="T4" y="T5"/>
                </a:cxn>
              </a:cxnLst>
              <a:rect l="0" t="0" r="r" b="b"/>
              <a:pathLst>
                <a:path w="58" h="93">
                  <a:moveTo>
                    <a:pt x="11" y="0"/>
                  </a:moveTo>
                  <a:cubicBezTo>
                    <a:pt x="46" y="20"/>
                    <a:pt x="52" y="88"/>
                    <a:pt x="58" y="93"/>
                  </a:cubicBezTo>
                  <a:cubicBezTo>
                    <a:pt x="24" y="77"/>
                    <a:pt x="0" y="37"/>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8" name="觅知网-不倒翁ID:189359941"/>
            <p:cNvSpPr/>
            <p:nvPr/>
          </p:nvSpPr>
          <p:spPr bwMode="auto">
            <a:xfrm>
              <a:off x="1833759" y="12678873"/>
              <a:ext cx="347063" cy="735770"/>
            </a:xfrm>
            <a:custGeom>
              <a:avLst/>
              <a:gdLst>
                <a:gd name="T0" fmla="*/ 11 w 46"/>
                <a:gd name="T1" fmla="*/ 0 h 99"/>
                <a:gd name="T2" fmla="*/ 41 w 46"/>
                <a:gd name="T3" fmla="*/ 99 h 99"/>
                <a:gd name="T4" fmla="*/ 11 w 46"/>
                <a:gd name="T5" fmla="*/ 0 h 99"/>
              </a:gdLst>
              <a:ahLst/>
              <a:cxnLst>
                <a:cxn ang="0">
                  <a:pos x="T0" y="T1"/>
                </a:cxn>
                <a:cxn ang="0">
                  <a:pos x="T2" y="T3"/>
                </a:cxn>
                <a:cxn ang="0">
                  <a:pos x="T4" y="T5"/>
                </a:cxn>
              </a:cxnLst>
              <a:rect l="0" t="0" r="r" b="b"/>
              <a:pathLst>
                <a:path w="46" h="99">
                  <a:moveTo>
                    <a:pt x="11" y="0"/>
                  </a:moveTo>
                  <a:cubicBezTo>
                    <a:pt x="46" y="29"/>
                    <a:pt x="32" y="86"/>
                    <a:pt x="41" y="99"/>
                  </a:cubicBezTo>
                  <a:cubicBezTo>
                    <a:pt x="1" y="71"/>
                    <a:pt x="0" y="24"/>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9" name="觅知网-不倒翁ID:189359941"/>
            <p:cNvSpPr/>
            <p:nvPr/>
          </p:nvSpPr>
          <p:spPr bwMode="auto">
            <a:xfrm>
              <a:off x="1569991" y="12283223"/>
              <a:ext cx="347063" cy="770476"/>
            </a:xfrm>
            <a:custGeom>
              <a:avLst/>
              <a:gdLst>
                <a:gd name="T0" fmla="*/ 19 w 47"/>
                <a:gd name="T1" fmla="*/ 0 h 103"/>
                <a:gd name="T2" fmla="*/ 31 w 47"/>
                <a:gd name="T3" fmla="*/ 103 h 103"/>
                <a:gd name="T4" fmla="*/ 19 w 47"/>
                <a:gd name="T5" fmla="*/ 0 h 103"/>
              </a:gdLst>
              <a:ahLst/>
              <a:cxnLst>
                <a:cxn ang="0">
                  <a:pos x="T0" y="T1"/>
                </a:cxn>
                <a:cxn ang="0">
                  <a:pos x="T2" y="T3"/>
                </a:cxn>
                <a:cxn ang="0">
                  <a:pos x="T4" y="T5"/>
                </a:cxn>
              </a:cxnLst>
              <a:rect l="0" t="0" r="r" b="b"/>
              <a:pathLst>
                <a:path w="47" h="103">
                  <a:moveTo>
                    <a:pt x="19" y="0"/>
                  </a:moveTo>
                  <a:cubicBezTo>
                    <a:pt x="47" y="36"/>
                    <a:pt x="25" y="89"/>
                    <a:pt x="31" y="103"/>
                  </a:cubicBezTo>
                  <a:cubicBezTo>
                    <a:pt x="1" y="71"/>
                    <a:pt x="0" y="29"/>
                    <a:pt x="1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0" name="觅知网-不倒翁ID:189359941"/>
            <p:cNvSpPr/>
            <p:nvPr/>
          </p:nvSpPr>
          <p:spPr bwMode="auto">
            <a:xfrm>
              <a:off x="1361753" y="11852871"/>
              <a:ext cx="360944" cy="770476"/>
            </a:xfrm>
            <a:custGeom>
              <a:avLst/>
              <a:gdLst>
                <a:gd name="T0" fmla="*/ 26 w 49"/>
                <a:gd name="T1" fmla="*/ 0 h 104"/>
                <a:gd name="T2" fmla="*/ 22 w 49"/>
                <a:gd name="T3" fmla="*/ 104 h 104"/>
                <a:gd name="T4" fmla="*/ 26 w 49"/>
                <a:gd name="T5" fmla="*/ 0 h 104"/>
              </a:gdLst>
              <a:ahLst/>
              <a:cxnLst>
                <a:cxn ang="0">
                  <a:pos x="T0" y="T1"/>
                </a:cxn>
                <a:cxn ang="0">
                  <a:pos x="T2" y="T3"/>
                </a:cxn>
                <a:cxn ang="0">
                  <a:pos x="T4" y="T5"/>
                </a:cxn>
              </a:cxnLst>
              <a:rect l="0" t="0" r="r" b="b"/>
              <a:pathLst>
                <a:path w="49" h="104">
                  <a:moveTo>
                    <a:pt x="26" y="0"/>
                  </a:moveTo>
                  <a:cubicBezTo>
                    <a:pt x="49" y="46"/>
                    <a:pt x="18" y="90"/>
                    <a:pt x="22" y="104"/>
                  </a:cubicBezTo>
                  <a:cubicBezTo>
                    <a:pt x="0" y="72"/>
                    <a:pt x="0" y="32"/>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1" name="觅知网-不倒翁ID:189359941"/>
            <p:cNvSpPr/>
            <p:nvPr/>
          </p:nvSpPr>
          <p:spPr bwMode="auto">
            <a:xfrm>
              <a:off x="1181283" y="11401685"/>
              <a:ext cx="402593" cy="770476"/>
            </a:xfrm>
            <a:custGeom>
              <a:avLst/>
              <a:gdLst>
                <a:gd name="T0" fmla="*/ 38 w 54"/>
                <a:gd name="T1" fmla="*/ 0 h 103"/>
                <a:gd name="T2" fmla="*/ 20 w 54"/>
                <a:gd name="T3" fmla="*/ 103 h 103"/>
                <a:gd name="T4" fmla="*/ 38 w 54"/>
                <a:gd name="T5" fmla="*/ 0 h 103"/>
              </a:gdLst>
              <a:ahLst/>
              <a:cxnLst>
                <a:cxn ang="0">
                  <a:pos x="T0" y="T1"/>
                </a:cxn>
                <a:cxn ang="0">
                  <a:pos x="T2" y="T3"/>
                </a:cxn>
                <a:cxn ang="0">
                  <a:pos x="T4" y="T5"/>
                </a:cxn>
              </a:cxnLst>
              <a:rect l="0" t="0" r="r" b="b"/>
              <a:pathLst>
                <a:path w="54" h="103">
                  <a:moveTo>
                    <a:pt x="38" y="0"/>
                  </a:moveTo>
                  <a:cubicBezTo>
                    <a:pt x="54" y="46"/>
                    <a:pt x="19" y="89"/>
                    <a:pt x="20" y="103"/>
                  </a:cubicBezTo>
                  <a:cubicBezTo>
                    <a:pt x="0" y="66"/>
                    <a:pt x="11" y="27"/>
                    <a:pt x="3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2" name="觅知网-不倒翁ID:189359941"/>
            <p:cNvSpPr/>
            <p:nvPr/>
          </p:nvSpPr>
          <p:spPr bwMode="auto">
            <a:xfrm>
              <a:off x="1118814" y="10950508"/>
              <a:ext cx="381769" cy="735770"/>
            </a:xfrm>
            <a:custGeom>
              <a:avLst/>
              <a:gdLst>
                <a:gd name="T0" fmla="*/ 42 w 51"/>
                <a:gd name="T1" fmla="*/ 0 h 99"/>
                <a:gd name="T2" fmla="*/ 11 w 51"/>
                <a:gd name="T3" fmla="*/ 99 h 99"/>
                <a:gd name="T4" fmla="*/ 42 w 51"/>
                <a:gd name="T5" fmla="*/ 0 h 99"/>
              </a:gdLst>
              <a:ahLst/>
              <a:cxnLst>
                <a:cxn ang="0">
                  <a:pos x="T0" y="T1"/>
                </a:cxn>
                <a:cxn ang="0">
                  <a:pos x="T2" y="T3"/>
                </a:cxn>
                <a:cxn ang="0">
                  <a:pos x="T4" y="T5"/>
                </a:cxn>
              </a:cxnLst>
              <a:rect l="0" t="0" r="r" b="b"/>
              <a:pathLst>
                <a:path w="51" h="99">
                  <a:moveTo>
                    <a:pt x="42" y="0"/>
                  </a:moveTo>
                  <a:cubicBezTo>
                    <a:pt x="51" y="36"/>
                    <a:pt x="12" y="95"/>
                    <a:pt x="11" y="99"/>
                  </a:cubicBezTo>
                  <a:cubicBezTo>
                    <a:pt x="0" y="67"/>
                    <a:pt x="4" y="33"/>
                    <a:pt x="4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3" name="觅知网-不倒翁ID:189359941"/>
            <p:cNvSpPr/>
            <p:nvPr/>
          </p:nvSpPr>
          <p:spPr bwMode="auto">
            <a:xfrm>
              <a:off x="1084103" y="10492388"/>
              <a:ext cx="402593" cy="701064"/>
            </a:xfrm>
            <a:custGeom>
              <a:avLst/>
              <a:gdLst>
                <a:gd name="T0" fmla="*/ 52 w 54"/>
                <a:gd name="T1" fmla="*/ 0 h 94"/>
                <a:gd name="T2" fmla="*/ 9 w 54"/>
                <a:gd name="T3" fmla="*/ 94 h 94"/>
                <a:gd name="T4" fmla="*/ 52 w 54"/>
                <a:gd name="T5" fmla="*/ 0 h 94"/>
              </a:gdLst>
              <a:ahLst/>
              <a:cxnLst>
                <a:cxn ang="0">
                  <a:pos x="T0" y="T1"/>
                </a:cxn>
                <a:cxn ang="0">
                  <a:pos x="T2" y="T3"/>
                </a:cxn>
                <a:cxn ang="0">
                  <a:pos x="T4" y="T5"/>
                </a:cxn>
              </a:cxnLst>
              <a:rect l="0" t="0" r="r" b="b"/>
              <a:pathLst>
                <a:path w="54" h="94">
                  <a:moveTo>
                    <a:pt x="52" y="0"/>
                  </a:moveTo>
                  <a:cubicBezTo>
                    <a:pt x="54" y="48"/>
                    <a:pt x="11" y="81"/>
                    <a:pt x="9" y="94"/>
                  </a:cubicBezTo>
                  <a:cubicBezTo>
                    <a:pt x="0" y="61"/>
                    <a:pt x="9" y="29"/>
                    <a:pt x="5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4" name="觅知网-不倒翁ID:189359941"/>
            <p:cNvSpPr/>
            <p:nvPr/>
          </p:nvSpPr>
          <p:spPr bwMode="auto">
            <a:xfrm>
              <a:off x="1097989" y="10055089"/>
              <a:ext cx="472006" cy="645537"/>
            </a:xfrm>
            <a:custGeom>
              <a:avLst/>
              <a:gdLst>
                <a:gd name="T0" fmla="*/ 63 w 63"/>
                <a:gd name="T1" fmla="*/ 0 h 87"/>
                <a:gd name="T2" fmla="*/ 8 w 63"/>
                <a:gd name="T3" fmla="*/ 87 h 87"/>
                <a:gd name="T4" fmla="*/ 63 w 63"/>
                <a:gd name="T5" fmla="*/ 0 h 87"/>
              </a:gdLst>
              <a:ahLst/>
              <a:cxnLst>
                <a:cxn ang="0">
                  <a:pos x="T0" y="T1"/>
                </a:cxn>
                <a:cxn ang="0">
                  <a:pos x="T2" y="T3"/>
                </a:cxn>
                <a:cxn ang="0">
                  <a:pos x="T4" y="T5"/>
                </a:cxn>
              </a:cxnLst>
              <a:rect l="0" t="0" r="r" b="b"/>
              <a:pathLst>
                <a:path w="63" h="87">
                  <a:moveTo>
                    <a:pt x="63" y="0"/>
                  </a:moveTo>
                  <a:cubicBezTo>
                    <a:pt x="59" y="44"/>
                    <a:pt x="11" y="75"/>
                    <a:pt x="8" y="87"/>
                  </a:cubicBezTo>
                  <a:cubicBezTo>
                    <a:pt x="0" y="39"/>
                    <a:pt x="32" y="19"/>
                    <a:pt x="6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5" name="觅知网-不倒翁ID:189359941"/>
            <p:cNvSpPr/>
            <p:nvPr/>
          </p:nvSpPr>
          <p:spPr bwMode="auto">
            <a:xfrm>
              <a:off x="3464953" y="14115706"/>
              <a:ext cx="1013420" cy="478944"/>
            </a:xfrm>
            <a:custGeom>
              <a:avLst/>
              <a:gdLst>
                <a:gd name="T0" fmla="*/ 0 w 136"/>
                <a:gd name="T1" fmla="*/ 37 h 64"/>
                <a:gd name="T2" fmla="*/ 136 w 136"/>
                <a:gd name="T3" fmla="*/ 19 h 64"/>
                <a:gd name="T4" fmla="*/ 0 w 136"/>
                <a:gd name="T5" fmla="*/ 37 h 64"/>
              </a:gdLst>
              <a:ahLst/>
              <a:cxnLst>
                <a:cxn ang="0">
                  <a:pos x="T0" y="T1"/>
                </a:cxn>
                <a:cxn ang="0">
                  <a:pos x="T2" y="T3"/>
                </a:cxn>
                <a:cxn ang="0">
                  <a:pos x="T4" y="T5"/>
                </a:cxn>
              </a:cxnLst>
              <a:rect l="0" t="0" r="r" b="b"/>
              <a:pathLst>
                <a:path w="136" h="64">
                  <a:moveTo>
                    <a:pt x="0" y="37"/>
                  </a:moveTo>
                  <a:cubicBezTo>
                    <a:pt x="68" y="64"/>
                    <a:pt x="104" y="27"/>
                    <a:pt x="136" y="19"/>
                  </a:cubicBezTo>
                  <a:cubicBezTo>
                    <a:pt x="70" y="0"/>
                    <a:pt x="50" y="35"/>
                    <a:pt x="0"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6" name="觅知网-不倒翁ID:189359941"/>
            <p:cNvSpPr/>
            <p:nvPr/>
          </p:nvSpPr>
          <p:spPr bwMode="auto">
            <a:xfrm>
              <a:off x="2965184" y="14039351"/>
              <a:ext cx="1013420" cy="472001"/>
            </a:xfrm>
            <a:custGeom>
              <a:avLst/>
              <a:gdLst>
                <a:gd name="T0" fmla="*/ 0 w 136"/>
                <a:gd name="T1" fmla="*/ 28 h 63"/>
                <a:gd name="T2" fmla="*/ 136 w 136"/>
                <a:gd name="T3" fmla="*/ 24 h 63"/>
                <a:gd name="T4" fmla="*/ 0 w 136"/>
                <a:gd name="T5" fmla="*/ 28 h 63"/>
              </a:gdLst>
              <a:ahLst/>
              <a:cxnLst>
                <a:cxn ang="0">
                  <a:pos x="T0" y="T1"/>
                </a:cxn>
                <a:cxn ang="0">
                  <a:pos x="T2" y="T3"/>
                </a:cxn>
                <a:cxn ang="0">
                  <a:pos x="T4" y="T5"/>
                </a:cxn>
              </a:cxnLst>
              <a:rect l="0" t="0" r="r" b="b"/>
              <a:pathLst>
                <a:path w="136" h="63">
                  <a:moveTo>
                    <a:pt x="0" y="28"/>
                  </a:moveTo>
                  <a:cubicBezTo>
                    <a:pt x="67" y="63"/>
                    <a:pt x="106" y="28"/>
                    <a:pt x="136" y="24"/>
                  </a:cubicBezTo>
                  <a:cubicBezTo>
                    <a:pt x="72" y="0"/>
                    <a:pt x="49" y="31"/>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7" name="觅知网-不倒翁ID:189359941"/>
            <p:cNvSpPr/>
            <p:nvPr/>
          </p:nvSpPr>
          <p:spPr bwMode="auto">
            <a:xfrm>
              <a:off x="2479296" y="13893587"/>
              <a:ext cx="999538" cy="478944"/>
            </a:xfrm>
            <a:custGeom>
              <a:avLst/>
              <a:gdLst>
                <a:gd name="T0" fmla="*/ 0 w 134"/>
                <a:gd name="T1" fmla="*/ 19 h 64"/>
                <a:gd name="T2" fmla="*/ 134 w 134"/>
                <a:gd name="T3" fmla="*/ 32 h 64"/>
                <a:gd name="T4" fmla="*/ 0 w 134"/>
                <a:gd name="T5" fmla="*/ 19 h 64"/>
              </a:gdLst>
              <a:ahLst/>
              <a:cxnLst>
                <a:cxn ang="0">
                  <a:pos x="T0" y="T1"/>
                </a:cxn>
                <a:cxn ang="0">
                  <a:pos x="T2" y="T3"/>
                </a:cxn>
                <a:cxn ang="0">
                  <a:pos x="T4" y="T5"/>
                </a:cxn>
              </a:cxnLst>
              <a:rect l="0" t="0" r="r" b="b"/>
              <a:pathLst>
                <a:path w="134" h="64">
                  <a:moveTo>
                    <a:pt x="0" y="19"/>
                  </a:moveTo>
                  <a:cubicBezTo>
                    <a:pt x="60" y="64"/>
                    <a:pt x="106" y="33"/>
                    <a:pt x="134" y="32"/>
                  </a:cubicBezTo>
                  <a:cubicBezTo>
                    <a:pt x="69" y="0"/>
                    <a:pt x="48" y="30"/>
                    <a:pt x="0"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8" name="觅知网-不倒翁ID:189359941"/>
            <p:cNvSpPr/>
            <p:nvPr/>
          </p:nvSpPr>
          <p:spPr bwMode="auto">
            <a:xfrm>
              <a:off x="2028115" y="13692288"/>
              <a:ext cx="964832" cy="444238"/>
            </a:xfrm>
            <a:custGeom>
              <a:avLst/>
              <a:gdLst>
                <a:gd name="T0" fmla="*/ 0 w 129"/>
                <a:gd name="T1" fmla="*/ 7 h 60"/>
                <a:gd name="T2" fmla="*/ 129 w 129"/>
                <a:gd name="T3" fmla="*/ 39 h 60"/>
                <a:gd name="T4" fmla="*/ 0 w 129"/>
                <a:gd name="T5" fmla="*/ 7 h 60"/>
              </a:gdLst>
              <a:ahLst/>
              <a:cxnLst>
                <a:cxn ang="0">
                  <a:pos x="T0" y="T1"/>
                </a:cxn>
                <a:cxn ang="0">
                  <a:pos x="T2" y="T3"/>
                </a:cxn>
                <a:cxn ang="0">
                  <a:pos x="T4" y="T5"/>
                </a:cxn>
              </a:cxnLst>
              <a:rect l="0" t="0" r="r" b="b"/>
              <a:pathLst>
                <a:path w="129" h="60">
                  <a:moveTo>
                    <a:pt x="0" y="7"/>
                  </a:moveTo>
                  <a:cubicBezTo>
                    <a:pt x="53" y="60"/>
                    <a:pt x="106" y="36"/>
                    <a:pt x="129" y="39"/>
                  </a:cubicBezTo>
                  <a:cubicBezTo>
                    <a:pt x="76" y="0"/>
                    <a:pt x="39" y="22"/>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9" name="觅知网-不倒翁ID:189359941"/>
            <p:cNvSpPr/>
            <p:nvPr/>
          </p:nvSpPr>
          <p:spPr bwMode="auto">
            <a:xfrm>
              <a:off x="1639403" y="13372994"/>
              <a:ext cx="895420" cy="423418"/>
            </a:xfrm>
            <a:custGeom>
              <a:avLst/>
              <a:gdLst>
                <a:gd name="T0" fmla="*/ 0 w 120"/>
                <a:gd name="T1" fmla="*/ 1 h 57"/>
                <a:gd name="T2" fmla="*/ 120 w 120"/>
                <a:gd name="T3" fmla="*/ 52 h 57"/>
                <a:gd name="T4" fmla="*/ 0 w 120"/>
                <a:gd name="T5" fmla="*/ 1 h 57"/>
              </a:gdLst>
              <a:ahLst/>
              <a:cxnLst>
                <a:cxn ang="0">
                  <a:pos x="T0" y="T1"/>
                </a:cxn>
                <a:cxn ang="0">
                  <a:pos x="T2" y="T3"/>
                </a:cxn>
                <a:cxn ang="0">
                  <a:pos x="T4" y="T5"/>
                </a:cxn>
              </a:cxnLst>
              <a:rect l="0" t="0" r="r" b="b"/>
              <a:pathLst>
                <a:path w="120" h="57">
                  <a:moveTo>
                    <a:pt x="0" y="1"/>
                  </a:moveTo>
                  <a:cubicBezTo>
                    <a:pt x="37" y="57"/>
                    <a:pt x="98" y="47"/>
                    <a:pt x="120" y="52"/>
                  </a:cubicBezTo>
                  <a:cubicBezTo>
                    <a:pt x="60" y="0"/>
                    <a:pt x="40" y="25"/>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0" name="觅知网-不倒翁ID:189359941"/>
            <p:cNvSpPr/>
            <p:nvPr/>
          </p:nvSpPr>
          <p:spPr bwMode="auto">
            <a:xfrm>
              <a:off x="1327051" y="12956519"/>
              <a:ext cx="798244" cy="506712"/>
            </a:xfrm>
            <a:custGeom>
              <a:avLst/>
              <a:gdLst>
                <a:gd name="T0" fmla="*/ 0 w 107"/>
                <a:gd name="T1" fmla="*/ 0 h 68"/>
                <a:gd name="T2" fmla="*/ 107 w 107"/>
                <a:gd name="T3" fmla="*/ 68 h 68"/>
                <a:gd name="T4" fmla="*/ 0 w 107"/>
                <a:gd name="T5" fmla="*/ 0 h 68"/>
              </a:gdLst>
              <a:ahLst/>
              <a:cxnLst>
                <a:cxn ang="0">
                  <a:pos x="T0" y="T1"/>
                </a:cxn>
                <a:cxn ang="0">
                  <a:pos x="T2" y="T3"/>
                </a:cxn>
                <a:cxn ang="0">
                  <a:pos x="T4" y="T5"/>
                </a:cxn>
              </a:cxnLst>
              <a:rect l="0" t="0" r="r" b="b"/>
              <a:pathLst>
                <a:path w="107" h="68">
                  <a:moveTo>
                    <a:pt x="0" y="0"/>
                  </a:moveTo>
                  <a:cubicBezTo>
                    <a:pt x="29" y="64"/>
                    <a:pt x="87" y="60"/>
                    <a:pt x="107" y="68"/>
                  </a:cubicBezTo>
                  <a:cubicBezTo>
                    <a:pt x="57" y="8"/>
                    <a:pt x="35" y="28"/>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1" name="觅知网-不倒翁ID:189359941"/>
            <p:cNvSpPr/>
            <p:nvPr/>
          </p:nvSpPr>
          <p:spPr bwMode="auto">
            <a:xfrm>
              <a:off x="1084103" y="12484517"/>
              <a:ext cx="701068" cy="617769"/>
            </a:xfrm>
            <a:custGeom>
              <a:avLst/>
              <a:gdLst>
                <a:gd name="T0" fmla="*/ 0 w 94"/>
                <a:gd name="T1" fmla="*/ 0 h 83"/>
                <a:gd name="T2" fmla="*/ 94 w 94"/>
                <a:gd name="T3" fmla="*/ 83 h 83"/>
                <a:gd name="T4" fmla="*/ 0 w 94"/>
                <a:gd name="T5" fmla="*/ 0 h 83"/>
              </a:gdLst>
              <a:ahLst/>
              <a:cxnLst>
                <a:cxn ang="0">
                  <a:pos x="T0" y="T1"/>
                </a:cxn>
                <a:cxn ang="0">
                  <a:pos x="T2" y="T3"/>
                </a:cxn>
                <a:cxn ang="0">
                  <a:pos x="T4" y="T5"/>
                </a:cxn>
              </a:cxnLst>
              <a:rect l="0" t="0" r="r" b="b"/>
              <a:pathLst>
                <a:path w="94" h="83">
                  <a:moveTo>
                    <a:pt x="0" y="0"/>
                  </a:moveTo>
                  <a:cubicBezTo>
                    <a:pt x="20" y="67"/>
                    <a:pt x="83" y="75"/>
                    <a:pt x="94" y="83"/>
                  </a:cubicBezTo>
                  <a:cubicBezTo>
                    <a:pt x="65" y="24"/>
                    <a:pt x="27" y="28"/>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2" name="觅知网-不倒翁ID:189359941"/>
            <p:cNvSpPr/>
            <p:nvPr/>
          </p:nvSpPr>
          <p:spPr bwMode="auto">
            <a:xfrm>
              <a:off x="917515" y="11991691"/>
              <a:ext cx="590006" cy="694121"/>
            </a:xfrm>
            <a:custGeom>
              <a:avLst/>
              <a:gdLst>
                <a:gd name="T0" fmla="*/ 0 w 79"/>
                <a:gd name="T1" fmla="*/ 0 h 93"/>
                <a:gd name="T2" fmla="*/ 79 w 79"/>
                <a:gd name="T3" fmla="*/ 93 h 93"/>
                <a:gd name="T4" fmla="*/ 0 w 79"/>
                <a:gd name="T5" fmla="*/ 0 h 93"/>
              </a:gdLst>
              <a:ahLst/>
              <a:cxnLst>
                <a:cxn ang="0">
                  <a:pos x="T0" y="T1"/>
                </a:cxn>
                <a:cxn ang="0">
                  <a:pos x="T2" y="T3"/>
                </a:cxn>
                <a:cxn ang="0">
                  <a:pos x="T4" y="T5"/>
                </a:cxn>
              </a:cxnLst>
              <a:rect l="0" t="0" r="r" b="b"/>
              <a:pathLst>
                <a:path w="79" h="93">
                  <a:moveTo>
                    <a:pt x="0" y="0"/>
                  </a:moveTo>
                  <a:cubicBezTo>
                    <a:pt x="8" y="67"/>
                    <a:pt x="68" y="82"/>
                    <a:pt x="79" y="93"/>
                  </a:cubicBezTo>
                  <a:cubicBezTo>
                    <a:pt x="59" y="30"/>
                    <a:pt x="22" y="2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3" name="觅知网-不倒翁ID:189359941"/>
            <p:cNvSpPr/>
            <p:nvPr/>
          </p:nvSpPr>
          <p:spPr bwMode="auto">
            <a:xfrm>
              <a:off x="792571" y="11484984"/>
              <a:ext cx="506712" cy="742713"/>
            </a:xfrm>
            <a:custGeom>
              <a:avLst/>
              <a:gdLst>
                <a:gd name="T0" fmla="*/ 3 w 68"/>
                <a:gd name="T1" fmla="*/ 0 h 100"/>
                <a:gd name="T2" fmla="*/ 68 w 68"/>
                <a:gd name="T3" fmla="*/ 100 h 100"/>
                <a:gd name="T4" fmla="*/ 3 w 68"/>
                <a:gd name="T5" fmla="*/ 0 h 100"/>
              </a:gdLst>
              <a:ahLst/>
              <a:cxnLst>
                <a:cxn ang="0">
                  <a:pos x="T0" y="T1"/>
                </a:cxn>
                <a:cxn ang="0">
                  <a:pos x="T2" y="T3"/>
                </a:cxn>
                <a:cxn ang="0">
                  <a:pos x="T4" y="T5"/>
                </a:cxn>
              </a:cxnLst>
              <a:rect l="0" t="0" r="r" b="b"/>
              <a:pathLst>
                <a:path w="68" h="100">
                  <a:moveTo>
                    <a:pt x="3" y="0"/>
                  </a:moveTo>
                  <a:cubicBezTo>
                    <a:pt x="0" y="62"/>
                    <a:pt x="62" y="91"/>
                    <a:pt x="68" y="100"/>
                  </a:cubicBezTo>
                  <a:cubicBezTo>
                    <a:pt x="61" y="41"/>
                    <a:pt x="17" y="23"/>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4" name="觅知网-不倒翁ID:189359941"/>
            <p:cNvSpPr/>
            <p:nvPr/>
          </p:nvSpPr>
          <p:spPr bwMode="auto">
            <a:xfrm>
              <a:off x="723159" y="10978276"/>
              <a:ext cx="444238" cy="777419"/>
            </a:xfrm>
            <a:custGeom>
              <a:avLst/>
              <a:gdLst>
                <a:gd name="T0" fmla="*/ 8 w 59"/>
                <a:gd name="T1" fmla="*/ 0 h 104"/>
                <a:gd name="T2" fmla="*/ 59 w 59"/>
                <a:gd name="T3" fmla="*/ 104 h 104"/>
                <a:gd name="T4" fmla="*/ 8 w 59"/>
                <a:gd name="T5" fmla="*/ 0 h 104"/>
              </a:gdLst>
              <a:ahLst/>
              <a:cxnLst>
                <a:cxn ang="0">
                  <a:pos x="T0" y="T1"/>
                </a:cxn>
                <a:cxn ang="0">
                  <a:pos x="T2" y="T3"/>
                </a:cxn>
                <a:cxn ang="0">
                  <a:pos x="T4" y="T5"/>
                </a:cxn>
              </a:cxnLst>
              <a:rect l="0" t="0" r="r" b="b"/>
              <a:pathLst>
                <a:path w="59" h="104">
                  <a:moveTo>
                    <a:pt x="8" y="0"/>
                  </a:moveTo>
                  <a:cubicBezTo>
                    <a:pt x="0" y="61"/>
                    <a:pt x="53" y="92"/>
                    <a:pt x="59" y="104"/>
                  </a:cubicBezTo>
                  <a:cubicBezTo>
                    <a:pt x="56" y="39"/>
                    <a:pt x="25" y="3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5" name="觅知网-不倒翁ID:189359941"/>
            <p:cNvSpPr/>
            <p:nvPr/>
          </p:nvSpPr>
          <p:spPr bwMode="auto">
            <a:xfrm>
              <a:off x="695400" y="10464625"/>
              <a:ext cx="458120" cy="798244"/>
            </a:xfrm>
            <a:custGeom>
              <a:avLst/>
              <a:gdLst>
                <a:gd name="T0" fmla="*/ 16 w 61"/>
                <a:gd name="T1" fmla="*/ 0 h 107"/>
                <a:gd name="T2" fmla="*/ 54 w 61"/>
                <a:gd name="T3" fmla="*/ 107 h 107"/>
                <a:gd name="T4" fmla="*/ 16 w 61"/>
                <a:gd name="T5" fmla="*/ 0 h 107"/>
              </a:gdLst>
              <a:ahLst/>
              <a:cxnLst>
                <a:cxn ang="0">
                  <a:pos x="T0" y="T1"/>
                </a:cxn>
                <a:cxn ang="0">
                  <a:pos x="T2" y="T3"/>
                </a:cxn>
                <a:cxn ang="0">
                  <a:pos x="T4" y="T5"/>
                </a:cxn>
              </a:cxnLst>
              <a:rect l="0" t="0" r="r" b="b"/>
              <a:pathLst>
                <a:path w="61" h="107">
                  <a:moveTo>
                    <a:pt x="16" y="0"/>
                  </a:moveTo>
                  <a:cubicBezTo>
                    <a:pt x="0" y="59"/>
                    <a:pt x="51" y="98"/>
                    <a:pt x="54" y="107"/>
                  </a:cubicBezTo>
                  <a:cubicBezTo>
                    <a:pt x="61" y="50"/>
                    <a:pt x="30" y="28"/>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6" name="觅知网-不倒翁ID:189359941"/>
            <p:cNvSpPr/>
            <p:nvPr/>
          </p:nvSpPr>
          <p:spPr bwMode="auto">
            <a:xfrm>
              <a:off x="743997" y="9957913"/>
              <a:ext cx="458120" cy="812125"/>
            </a:xfrm>
            <a:custGeom>
              <a:avLst/>
              <a:gdLst>
                <a:gd name="T0" fmla="*/ 24 w 62"/>
                <a:gd name="T1" fmla="*/ 0 h 109"/>
                <a:gd name="T2" fmla="*/ 48 w 62"/>
                <a:gd name="T3" fmla="*/ 109 h 109"/>
                <a:gd name="T4" fmla="*/ 24 w 62"/>
                <a:gd name="T5" fmla="*/ 0 h 109"/>
              </a:gdLst>
              <a:ahLst/>
              <a:cxnLst>
                <a:cxn ang="0">
                  <a:pos x="T0" y="T1"/>
                </a:cxn>
                <a:cxn ang="0">
                  <a:pos x="T2" y="T3"/>
                </a:cxn>
                <a:cxn ang="0">
                  <a:pos x="T4" y="T5"/>
                </a:cxn>
              </a:cxnLst>
              <a:rect l="0" t="0" r="r" b="b"/>
              <a:pathLst>
                <a:path w="62" h="109">
                  <a:moveTo>
                    <a:pt x="24" y="0"/>
                  </a:moveTo>
                  <a:cubicBezTo>
                    <a:pt x="0" y="50"/>
                    <a:pt x="47" y="102"/>
                    <a:pt x="48" y="109"/>
                  </a:cubicBezTo>
                  <a:cubicBezTo>
                    <a:pt x="62" y="56"/>
                    <a:pt x="34" y="26"/>
                    <a:pt x="2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7" name="觅知网-不倒翁ID:189359941"/>
            <p:cNvSpPr/>
            <p:nvPr/>
          </p:nvSpPr>
          <p:spPr bwMode="auto">
            <a:xfrm>
              <a:off x="1410354" y="8451672"/>
              <a:ext cx="874595" cy="1478482"/>
            </a:xfrm>
            <a:custGeom>
              <a:avLst/>
              <a:gdLst>
                <a:gd name="T0" fmla="*/ 114 w 117"/>
                <a:gd name="T1" fmla="*/ 0 h 198"/>
                <a:gd name="T2" fmla="*/ 0 w 117"/>
                <a:gd name="T3" fmla="*/ 197 h 198"/>
                <a:gd name="T4" fmla="*/ 4 w 117"/>
                <a:gd name="T5" fmla="*/ 198 h 198"/>
                <a:gd name="T6" fmla="*/ 117 w 117"/>
                <a:gd name="T7" fmla="*/ 3 h 198"/>
                <a:gd name="T8" fmla="*/ 114 w 117"/>
                <a:gd name="T9" fmla="*/ 0 h 198"/>
              </a:gdLst>
              <a:ahLst/>
              <a:cxnLst>
                <a:cxn ang="0">
                  <a:pos x="T0" y="T1"/>
                </a:cxn>
                <a:cxn ang="0">
                  <a:pos x="T2" y="T3"/>
                </a:cxn>
                <a:cxn ang="0">
                  <a:pos x="T4" y="T5"/>
                </a:cxn>
                <a:cxn ang="0">
                  <a:pos x="T6" y="T7"/>
                </a:cxn>
                <a:cxn ang="0">
                  <a:pos x="T8" y="T9"/>
                </a:cxn>
              </a:cxnLst>
              <a:rect l="0" t="0" r="r" b="b"/>
              <a:pathLst>
                <a:path w="117" h="198">
                  <a:moveTo>
                    <a:pt x="114" y="0"/>
                  </a:moveTo>
                  <a:cubicBezTo>
                    <a:pt x="70" y="46"/>
                    <a:pt x="25" y="118"/>
                    <a:pt x="0" y="197"/>
                  </a:cubicBezTo>
                  <a:cubicBezTo>
                    <a:pt x="4" y="198"/>
                    <a:pt x="4" y="198"/>
                    <a:pt x="4" y="198"/>
                  </a:cubicBezTo>
                  <a:cubicBezTo>
                    <a:pt x="28" y="120"/>
                    <a:pt x="73" y="48"/>
                    <a:pt x="117" y="3"/>
                  </a:cubicBezTo>
                  <a:lnTo>
                    <a:pt x="11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8" name="觅知网-不倒翁ID:189359941"/>
            <p:cNvSpPr/>
            <p:nvPr/>
          </p:nvSpPr>
          <p:spPr bwMode="auto">
            <a:xfrm>
              <a:off x="1167410" y="8410023"/>
              <a:ext cx="916244" cy="1735303"/>
            </a:xfrm>
            <a:custGeom>
              <a:avLst/>
              <a:gdLst>
                <a:gd name="T0" fmla="*/ 120 w 123"/>
                <a:gd name="T1" fmla="*/ 0 h 233"/>
                <a:gd name="T2" fmla="*/ 0 w 123"/>
                <a:gd name="T3" fmla="*/ 233 h 233"/>
                <a:gd name="T4" fmla="*/ 4 w 123"/>
                <a:gd name="T5" fmla="*/ 233 h 233"/>
                <a:gd name="T6" fmla="*/ 123 w 123"/>
                <a:gd name="T7" fmla="*/ 2 h 233"/>
                <a:gd name="T8" fmla="*/ 120 w 123"/>
                <a:gd name="T9" fmla="*/ 0 h 233"/>
              </a:gdLst>
              <a:ahLst/>
              <a:cxnLst>
                <a:cxn ang="0">
                  <a:pos x="T0" y="T1"/>
                </a:cxn>
                <a:cxn ang="0">
                  <a:pos x="T2" y="T3"/>
                </a:cxn>
                <a:cxn ang="0">
                  <a:pos x="T4" y="T5"/>
                </a:cxn>
                <a:cxn ang="0">
                  <a:pos x="T6" y="T7"/>
                </a:cxn>
                <a:cxn ang="0">
                  <a:pos x="T8" y="T9"/>
                </a:cxn>
              </a:cxnLst>
              <a:rect l="0" t="0" r="r" b="b"/>
              <a:pathLst>
                <a:path w="123" h="233">
                  <a:moveTo>
                    <a:pt x="120" y="0"/>
                  </a:moveTo>
                  <a:cubicBezTo>
                    <a:pt x="67" y="58"/>
                    <a:pt x="21" y="141"/>
                    <a:pt x="0" y="233"/>
                  </a:cubicBezTo>
                  <a:cubicBezTo>
                    <a:pt x="4" y="233"/>
                    <a:pt x="4" y="233"/>
                    <a:pt x="4" y="233"/>
                  </a:cubicBezTo>
                  <a:cubicBezTo>
                    <a:pt x="24" y="143"/>
                    <a:pt x="70" y="60"/>
                    <a:pt x="123" y="2"/>
                  </a:cubicBezTo>
                  <a:lnTo>
                    <a:pt x="12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9" name="觅知网-不倒翁ID:189359941"/>
            <p:cNvSpPr/>
            <p:nvPr/>
          </p:nvSpPr>
          <p:spPr bwMode="auto">
            <a:xfrm>
              <a:off x="1070230" y="8111548"/>
              <a:ext cx="1055069" cy="1721422"/>
            </a:xfrm>
            <a:custGeom>
              <a:avLst/>
              <a:gdLst>
                <a:gd name="T0" fmla="*/ 139 w 142"/>
                <a:gd name="T1" fmla="*/ 0 h 231"/>
                <a:gd name="T2" fmla="*/ 0 w 142"/>
                <a:gd name="T3" fmla="*/ 230 h 231"/>
                <a:gd name="T4" fmla="*/ 4 w 142"/>
                <a:gd name="T5" fmla="*/ 231 h 231"/>
                <a:gd name="T6" fmla="*/ 142 w 142"/>
                <a:gd name="T7" fmla="*/ 2 h 231"/>
                <a:gd name="T8" fmla="*/ 139 w 142"/>
                <a:gd name="T9" fmla="*/ 0 h 231"/>
              </a:gdLst>
              <a:ahLst/>
              <a:cxnLst>
                <a:cxn ang="0">
                  <a:pos x="T0" y="T1"/>
                </a:cxn>
                <a:cxn ang="0">
                  <a:pos x="T2" y="T3"/>
                </a:cxn>
                <a:cxn ang="0">
                  <a:pos x="T4" y="T5"/>
                </a:cxn>
                <a:cxn ang="0">
                  <a:pos x="T6" y="T7"/>
                </a:cxn>
                <a:cxn ang="0">
                  <a:pos x="T8" y="T9"/>
                </a:cxn>
              </a:cxnLst>
              <a:rect l="0" t="0" r="r" b="b"/>
              <a:pathLst>
                <a:path w="142" h="231">
                  <a:moveTo>
                    <a:pt x="139" y="0"/>
                  </a:moveTo>
                  <a:cubicBezTo>
                    <a:pt x="90" y="44"/>
                    <a:pt x="31" y="132"/>
                    <a:pt x="0" y="230"/>
                  </a:cubicBezTo>
                  <a:cubicBezTo>
                    <a:pt x="4" y="231"/>
                    <a:pt x="4" y="231"/>
                    <a:pt x="4" y="231"/>
                  </a:cubicBezTo>
                  <a:cubicBezTo>
                    <a:pt x="33" y="135"/>
                    <a:pt x="92" y="47"/>
                    <a:pt x="142" y="2"/>
                  </a:cubicBezTo>
                  <a:lnTo>
                    <a:pt x="13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grpSp>
      <p:grpSp>
        <p:nvGrpSpPr>
          <p:cNvPr id="140" name="觅知网-不倒翁ID:189359941"/>
          <p:cNvGrpSpPr/>
          <p:nvPr/>
        </p:nvGrpSpPr>
        <p:grpSpPr>
          <a:xfrm>
            <a:off x="8538181" y="-186482"/>
            <a:ext cx="3885111" cy="6528617"/>
            <a:chOff x="5056479" y="8111548"/>
            <a:chExt cx="3885111" cy="6528617"/>
          </a:xfrm>
          <a:solidFill>
            <a:srgbClr val="344778">
              <a:alpha val="5000"/>
            </a:srgbClr>
          </a:solidFill>
        </p:grpSpPr>
        <p:sp>
          <p:nvSpPr>
            <p:cNvPr id="141" name="觅知网-不倒翁ID:189359941"/>
            <p:cNvSpPr/>
            <p:nvPr/>
          </p:nvSpPr>
          <p:spPr bwMode="auto">
            <a:xfrm>
              <a:off x="5137796" y="13747819"/>
              <a:ext cx="687182" cy="465063"/>
            </a:xfrm>
            <a:custGeom>
              <a:avLst/>
              <a:gdLst>
                <a:gd name="T0" fmla="*/ 92 w 92"/>
                <a:gd name="T1" fmla="*/ 6 h 62"/>
                <a:gd name="T2" fmla="*/ 0 w 92"/>
                <a:gd name="T3" fmla="*/ 62 h 62"/>
                <a:gd name="T4" fmla="*/ 92 w 92"/>
                <a:gd name="T5" fmla="*/ 6 h 62"/>
              </a:gdLst>
              <a:ahLst/>
              <a:cxnLst>
                <a:cxn ang="0">
                  <a:pos x="T0" y="T1"/>
                </a:cxn>
                <a:cxn ang="0">
                  <a:pos x="T2" y="T3"/>
                </a:cxn>
                <a:cxn ang="0">
                  <a:pos x="T4" y="T5"/>
                </a:cxn>
              </a:cxnLst>
              <a:rect l="0" t="0" r="r" b="b"/>
              <a:pathLst>
                <a:path w="92" h="62">
                  <a:moveTo>
                    <a:pt x="92" y="6"/>
                  </a:moveTo>
                  <a:cubicBezTo>
                    <a:pt x="39" y="0"/>
                    <a:pt x="18" y="57"/>
                    <a:pt x="0" y="62"/>
                  </a:cubicBezTo>
                  <a:cubicBezTo>
                    <a:pt x="58" y="57"/>
                    <a:pt x="86" y="30"/>
                    <a:pt x="9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2" name="觅知网-不倒翁ID:189359941"/>
            <p:cNvSpPr/>
            <p:nvPr/>
          </p:nvSpPr>
          <p:spPr bwMode="auto">
            <a:xfrm>
              <a:off x="5644509" y="13685350"/>
              <a:ext cx="638594" cy="492830"/>
            </a:xfrm>
            <a:custGeom>
              <a:avLst/>
              <a:gdLst>
                <a:gd name="T0" fmla="*/ 85 w 85"/>
                <a:gd name="T1" fmla="*/ 2 h 66"/>
                <a:gd name="T2" fmla="*/ 0 w 85"/>
                <a:gd name="T3" fmla="*/ 66 h 66"/>
                <a:gd name="T4" fmla="*/ 85 w 85"/>
                <a:gd name="T5" fmla="*/ 2 h 66"/>
              </a:gdLst>
              <a:ahLst/>
              <a:cxnLst>
                <a:cxn ang="0">
                  <a:pos x="T0" y="T1"/>
                </a:cxn>
                <a:cxn ang="0">
                  <a:pos x="T2" y="T3"/>
                </a:cxn>
                <a:cxn ang="0">
                  <a:pos x="T4" y="T5"/>
                </a:cxn>
              </a:cxnLst>
              <a:rect l="0" t="0" r="r" b="b"/>
              <a:pathLst>
                <a:path w="85" h="66">
                  <a:moveTo>
                    <a:pt x="85" y="2"/>
                  </a:moveTo>
                  <a:cubicBezTo>
                    <a:pt x="35" y="0"/>
                    <a:pt x="17" y="60"/>
                    <a:pt x="0" y="66"/>
                  </a:cubicBezTo>
                  <a:cubicBezTo>
                    <a:pt x="59" y="57"/>
                    <a:pt x="82" y="24"/>
                    <a:pt x="85"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3" name="觅知网-不倒翁ID:189359941"/>
            <p:cNvSpPr/>
            <p:nvPr/>
          </p:nvSpPr>
          <p:spPr bwMode="auto">
            <a:xfrm>
              <a:off x="6151217" y="13532643"/>
              <a:ext cx="562243" cy="555300"/>
            </a:xfrm>
            <a:custGeom>
              <a:avLst/>
              <a:gdLst>
                <a:gd name="T0" fmla="*/ 75 w 75"/>
                <a:gd name="T1" fmla="*/ 0 h 74"/>
                <a:gd name="T2" fmla="*/ 0 w 75"/>
                <a:gd name="T3" fmla="*/ 74 h 74"/>
                <a:gd name="T4" fmla="*/ 75 w 75"/>
                <a:gd name="T5" fmla="*/ 0 h 74"/>
              </a:gdLst>
              <a:ahLst/>
              <a:cxnLst>
                <a:cxn ang="0">
                  <a:pos x="T0" y="T1"/>
                </a:cxn>
                <a:cxn ang="0">
                  <a:pos x="T2" y="T3"/>
                </a:cxn>
                <a:cxn ang="0">
                  <a:pos x="T4" y="T5"/>
                </a:cxn>
              </a:cxnLst>
              <a:rect l="0" t="0" r="r" b="b"/>
              <a:pathLst>
                <a:path w="75" h="74">
                  <a:moveTo>
                    <a:pt x="75" y="0"/>
                  </a:moveTo>
                  <a:cubicBezTo>
                    <a:pt x="26" y="8"/>
                    <a:pt x="15" y="66"/>
                    <a:pt x="0" y="74"/>
                  </a:cubicBezTo>
                  <a:cubicBezTo>
                    <a:pt x="50" y="62"/>
                    <a:pt x="74" y="28"/>
                    <a:pt x="7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4" name="觅知网-不倒翁ID:189359941"/>
            <p:cNvSpPr/>
            <p:nvPr/>
          </p:nvSpPr>
          <p:spPr bwMode="auto">
            <a:xfrm>
              <a:off x="6637104" y="13310524"/>
              <a:ext cx="492831" cy="624708"/>
            </a:xfrm>
            <a:custGeom>
              <a:avLst/>
              <a:gdLst>
                <a:gd name="T0" fmla="*/ 62 w 66"/>
                <a:gd name="T1" fmla="*/ 0 h 84"/>
                <a:gd name="T2" fmla="*/ 0 w 66"/>
                <a:gd name="T3" fmla="*/ 84 h 84"/>
                <a:gd name="T4" fmla="*/ 62 w 66"/>
                <a:gd name="T5" fmla="*/ 0 h 84"/>
              </a:gdLst>
              <a:ahLst/>
              <a:cxnLst>
                <a:cxn ang="0">
                  <a:pos x="T0" y="T1"/>
                </a:cxn>
                <a:cxn ang="0">
                  <a:pos x="T2" y="T3"/>
                </a:cxn>
                <a:cxn ang="0">
                  <a:pos x="T4" y="T5"/>
                </a:cxn>
              </a:cxnLst>
              <a:rect l="0" t="0" r="r" b="b"/>
              <a:pathLst>
                <a:path w="66" h="84">
                  <a:moveTo>
                    <a:pt x="62" y="0"/>
                  </a:moveTo>
                  <a:cubicBezTo>
                    <a:pt x="18" y="15"/>
                    <a:pt x="13" y="74"/>
                    <a:pt x="0" y="84"/>
                  </a:cubicBezTo>
                  <a:cubicBezTo>
                    <a:pt x="50" y="64"/>
                    <a:pt x="66" y="26"/>
                    <a:pt x="6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5" name="觅知网-不倒翁ID:189359941"/>
            <p:cNvSpPr/>
            <p:nvPr/>
          </p:nvSpPr>
          <p:spPr bwMode="auto">
            <a:xfrm>
              <a:off x="7095224" y="13018993"/>
              <a:ext cx="430357" cy="694121"/>
            </a:xfrm>
            <a:custGeom>
              <a:avLst/>
              <a:gdLst>
                <a:gd name="T0" fmla="*/ 47 w 58"/>
                <a:gd name="T1" fmla="*/ 0 h 93"/>
                <a:gd name="T2" fmla="*/ 0 w 58"/>
                <a:gd name="T3" fmla="*/ 93 h 93"/>
                <a:gd name="T4" fmla="*/ 47 w 58"/>
                <a:gd name="T5" fmla="*/ 0 h 93"/>
              </a:gdLst>
              <a:ahLst/>
              <a:cxnLst>
                <a:cxn ang="0">
                  <a:pos x="T0" y="T1"/>
                </a:cxn>
                <a:cxn ang="0">
                  <a:pos x="T2" y="T3"/>
                </a:cxn>
                <a:cxn ang="0">
                  <a:pos x="T4" y="T5"/>
                </a:cxn>
              </a:cxnLst>
              <a:rect l="0" t="0" r="r" b="b"/>
              <a:pathLst>
                <a:path w="58" h="93">
                  <a:moveTo>
                    <a:pt x="47" y="0"/>
                  </a:moveTo>
                  <a:cubicBezTo>
                    <a:pt x="11" y="20"/>
                    <a:pt x="6" y="88"/>
                    <a:pt x="0" y="93"/>
                  </a:cubicBezTo>
                  <a:cubicBezTo>
                    <a:pt x="34" y="77"/>
                    <a:pt x="58" y="37"/>
                    <a:pt x="4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6" name="觅知网-不倒翁ID:189359941"/>
            <p:cNvSpPr/>
            <p:nvPr/>
          </p:nvSpPr>
          <p:spPr bwMode="auto">
            <a:xfrm>
              <a:off x="7463111" y="12678873"/>
              <a:ext cx="347063" cy="735770"/>
            </a:xfrm>
            <a:custGeom>
              <a:avLst/>
              <a:gdLst>
                <a:gd name="T0" fmla="*/ 34 w 46"/>
                <a:gd name="T1" fmla="*/ 0 h 99"/>
                <a:gd name="T2" fmla="*/ 5 w 46"/>
                <a:gd name="T3" fmla="*/ 99 h 99"/>
                <a:gd name="T4" fmla="*/ 34 w 46"/>
                <a:gd name="T5" fmla="*/ 0 h 99"/>
              </a:gdLst>
              <a:ahLst/>
              <a:cxnLst>
                <a:cxn ang="0">
                  <a:pos x="T0" y="T1"/>
                </a:cxn>
                <a:cxn ang="0">
                  <a:pos x="T2" y="T3"/>
                </a:cxn>
                <a:cxn ang="0">
                  <a:pos x="T4" y="T5"/>
                </a:cxn>
              </a:cxnLst>
              <a:rect l="0" t="0" r="r" b="b"/>
              <a:pathLst>
                <a:path w="46" h="99">
                  <a:moveTo>
                    <a:pt x="34" y="0"/>
                  </a:moveTo>
                  <a:cubicBezTo>
                    <a:pt x="0" y="29"/>
                    <a:pt x="14" y="86"/>
                    <a:pt x="5" y="99"/>
                  </a:cubicBezTo>
                  <a:cubicBezTo>
                    <a:pt x="45" y="71"/>
                    <a:pt x="46" y="24"/>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7" name="觅知网-不倒翁ID:189359941"/>
            <p:cNvSpPr/>
            <p:nvPr/>
          </p:nvSpPr>
          <p:spPr bwMode="auto">
            <a:xfrm>
              <a:off x="7726880" y="12283223"/>
              <a:ext cx="347063" cy="770476"/>
            </a:xfrm>
            <a:custGeom>
              <a:avLst/>
              <a:gdLst>
                <a:gd name="T0" fmla="*/ 28 w 47"/>
                <a:gd name="T1" fmla="*/ 0 h 103"/>
                <a:gd name="T2" fmla="*/ 16 w 47"/>
                <a:gd name="T3" fmla="*/ 103 h 103"/>
                <a:gd name="T4" fmla="*/ 28 w 47"/>
                <a:gd name="T5" fmla="*/ 0 h 103"/>
              </a:gdLst>
              <a:ahLst/>
              <a:cxnLst>
                <a:cxn ang="0">
                  <a:pos x="T0" y="T1"/>
                </a:cxn>
                <a:cxn ang="0">
                  <a:pos x="T2" y="T3"/>
                </a:cxn>
                <a:cxn ang="0">
                  <a:pos x="T4" y="T5"/>
                </a:cxn>
              </a:cxnLst>
              <a:rect l="0" t="0" r="r" b="b"/>
              <a:pathLst>
                <a:path w="47" h="103">
                  <a:moveTo>
                    <a:pt x="28" y="0"/>
                  </a:moveTo>
                  <a:cubicBezTo>
                    <a:pt x="0" y="36"/>
                    <a:pt x="22" y="89"/>
                    <a:pt x="16" y="103"/>
                  </a:cubicBezTo>
                  <a:cubicBezTo>
                    <a:pt x="46" y="71"/>
                    <a:pt x="47" y="29"/>
                    <a:pt x="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8" name="觅知网-不倒翁ID:189359941"/>
            <p:cNvSpPr/>
            <p:nvPr/>
          </p:nvSpPr>
          <p:spPr bwMode="auto">
            <a:xfrm>
              <a:off x="7921231" y="11852871"/>
              <a:ext cx="360944" cy="770476"/>
            </a:xfrm>
            <a:custGeom>
              <a:avLst/>
              <a:gdLst>
                <a:gd name="T0" fmla="*/ 23 w 49"/>
                <a:gd name="T1" fmla="*/ 0 h 104"/>
                <a:gd name="T2" fmla="*/ 26 w 49"/>
                <a:gd name="T3" fmla="*/ 104 h 104"/>
                <a:gd name="T4" fmla="*/ 23 w 49"/>
                <a:gd name="T5" fmla="*/ 0 h 104"/>
              </a:gdLst>
              <a:ahLst/>
              <a:cxnLst>
                <a:cxn ang="0">
                  <a:pos x="T0" y="T1"/>
                </a:cxn>
                <a:cxn ang="0">
                  <a:pos x="T2" y="T3"/>
                </a:cxn>
                <a:cxn ang="0">
                  <a:pos x="T4" y="T5"/>
                </a:cxn>
              </a:cxnLst>
              <a:rect l="0" t="0" r="r" b="b"/>
              <a:pathLst>
                <a:path w="49" h="104">
                  <a:moveTo>
                    <a:pt x="23" y="0"/>
                  </a:moveTo>
                  <a:cubicBezTo>
                    <a:pt x="0" y="46"/>
                    <a:pt x="31" y="90"/>
                    <a:pt x="26" y="104"/>
                  </a:cubicBezTo>
                  <a:cubicBezTo>
                    <a:pt x="48" y="72"/>
                    <a:pt x="49" y="32"/>
                    <a:pt x="2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9" name="觅知网-不倒翁ID:189359941"/>
            <p:cNvSpPr/>
            <p:nvPr/>
          </p:nvSpPr>
          <p:spPr bwMode="auto">
            <a:xfrm>
              <a:off x="8060056" y="11401685"/>
              <a:ext cx="395655" cy="770476"/>
            </a:xfrm>
            <a:custGeom>
              <a:avLst/>
              <a:gdLst>
                <a:gd name="T0" fmla="*/ 16 w 53"/>
                <a:gd name="T1" fmla="*/ 0 h 103"/>
                <a:gd name="T2" fmla="*/ 34 w 53"/>
                <a:gd name="T3" fmla="*/ 103 h 103"/>
                <a:gd name="T4" fmla="*/ 16 w 53"/>
                <a:gd name="T5" fmla="*/ 0 h 103"/>
              </a:gdLst>
              <a:ahLst/>
              <a:cxnLst>
                <a:cxn ang="0">
                  <a:pos x="T0" y="T1"/>
                </a:cxn>
                <a:cxn ang="0">
                  <a:pos x="T2" y="T3"/>
                </a:cxn>
                <a:cxn ang="0">
                  <a:pos x="T4" y="T5"/>
                </a:cxn>
              </a:cxnLst>
              <a:rect l="0" t="0" r="r" b="b"/>
              <a:pathLst>
                <a:path w="53" h="103">
                  <a:moveTo>
                    <a:pt x="16" y="0"/>
                  </a:moveTo>
                  <a:cubicBezTo>
                    <a:pt x="0" y="46"/>
                    <a:pt x="35" y="89"/>
                    <a:pt x="34" y="103"/>
                  </a:cubicBezTo>
                  <a:cubicBezTo>
                    <a:pt x="53" y="66"/>
                    <a:pt x="43" y="27"/>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0" name="觅知网-不倒翁ID:189359941"/>
            <p:cNvSpPr/>
            <p:nvPr/>
          </p:nvSpPr>
          <p:spPr bwMode="auto">
            <a:xfrm>
              <a:off x="8143355" y="10950508"/>
              <a:ext cx="381769" cy="735770"/>
            </a:xfrm>
            <a:custGeom>
              <a:avLst/>
              <a:gdLst>
                <a:gd name="T0" fmla="*/ 8 w 51"/>
                <a:gd name="T1" fmla="*/ 0 h 99"/>
                <a:gd name="T2" fmla="*/ 39 w 51"/>
                <a:gd name="T3" fmla="*/ 99 h 99"/>
                <a:gd name="T4" fmla="*/ 8 w 51"/>
                <a:gd name="T5" fmla="*/ 0 h 99"/>
              </a:gdLst>
              <a:ahLst/>
              <a:cxnLst>
                <a:cxn ang="0">
                  <a:pos x="T0" y="T1"/>
                </a:cxn>
                <a:cxn ang="0">
                  <a:pos x="T2" y="T3"/>
                </a:cxn>
                <a:cxn ang="0">
                  <a:pos x="T4" y="T5"/>
                </a:cxn>
              </a:cxnLst>
              <a:rect l="0" t="0" r="r" b="b"/>
              <a:pathLst>
                <a:path w="51" h="99">
                  <a:moveTo>
                    <a:pt x="8" y="0"/>
                  </a:moveTo>
                  <a:cubicBezTo>
                    <a:pt x="0" y="36"/>
                    <a:pt x="39" y="95"/>
                    <a:pt x="39" y="99"/>
                  </a:cubicBezTo>
                  <a:cubicBezTo>
                    <a:pt x="51" y="67"/>
                    <a:pt x="47" y="33"/>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1" name="觅知网-不倒翁ID:189359941"/>
            <p:cNvSpPr/>
            <p:nvPr/>
          </p:nvSpPr>
          <p:spPr bwMode="auto">
            <a:xfrm>
              <a:off x="8157236" y="10492388"/>
              <a:ext cx="402593" cy="701064"/>
            </a:xfrm>
            <a:custGeom>
              <a:avLst/>
              <a:gdLst>
                <a:gd name="T0" fmla="*/ 2 w 54"/>
                <a:gd name="T1" fmla="*/ 0 h 94"/>
                <a:gd name="T2" fmla="*/ 45 w 54"/>
                <a:gd name="T3" fmla="*/ 94 h 94"/>
                <a:gd name="T4" fmla="*/ 2 w 54"/>
                <a:gd name="T5" fmla="*/ 0 h 94"/>
              </a:gdLst>
              <a:ahLst/>
              <a:cxnLst>
                <a:cxn ang="0">
                  <a:pos x="T0" y="T1"/>
                </a:cxn>
                <a:cxn ang="0">
                  <a:pos x="T2" y="T3"/>
                </a:cxn>
                <a:cxn ang="0">
                  <a:pos x="T4" y="T5"/>
                </a:cxn>
              </a:cxnLst>
              <a:rect l="0" t="0" r="r" b="b"/>
              <a:pathLst>
                <a:path w="54" h="94">
                  <a:moveTo>
                    <a:pt x="2" y="0"/>
                  </a:moveTo>
                  <a:cubicBezTo>
                    <a:pt x="0" y="48"/>
                    <a:pt x="43" y="81"/>
                    <a:pt x="45" y="94"/>
                  </a:cubicBezTo>
                  <a:cubicBezTo>
                    <a:pt x="54" y="61"/>
                    <a:pt x="45" y="29"/>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2" name="觅知网-不倒翁ID:189359941"/>
            <p:cNvSpPr/>
            <p:nvPr/>
          </p:nvSpPr>
          <p:spPr bwMode="auto">
            <a:xfrm>
              <a:off x="8073938" y="10055089"/>
              <a:ext cx="465063" cy="645537"/>
            </a:xfrm>
            <a:custGeom>
              <a:avLst/>
              <a:gdLst>
                <a:gd name="T0" fmla="*/ 0 w 62"/>
                <a:gd name="T1" fmla="*/ 0 h 87"/>
                <a:gd name="T2" fmla="*/ 55 w 62"/>
                <a:gd name="T3" fmla="*/ 87 h 87"/>
                <a:gd name="T4" fmla="*/ 0 w 62"/>
                <a:gd name="T5" fmla="*/ 0 h 87"/>
              </a:gdLst>
              <a:ahLst/>
              <a:cxnLst>
                <a:cxn ang="0">
                  <a:pos x="T0" y="T1"/>
                </a:cxn>
                <a:cxn ang="0">
                  <a:pos x="T2" y="T3"/>
                </a:cxn>
                <a:cxn ang="0">
                  <a:pos x="T4" y="T5"/>
                </a:cxn>
              </a:cxnLst>
              <a:rect l="0" t="0" r="r" b="b"/>
              <a:pathLst>
                <a:path w="62" h="87">
                  <a:moveTo>
                    <a:pt x="0" y="0"/>
                  </a:moveTo>
                  <a:cubicBezTo>
                    <a:pt x="3" y="44"/>
                    <a:pt x="51" y="75"/>
                    <a:pt x="55" y="87"/>
                  </a:cubicBezTo>
                  <a:cubicBezTo>
                    <a:pt x="62" y="39"/>
                    <a:pt x="30" y="1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3" name="觅知网-不倒翁ID:189359941"/>
            <p:cNvSpPr/>
            <p:nvPr/>
          </p:nvSpPr>
          <p:spPr bwMode="auto">
            <a:xfrm>
              <a:off x="5165560" y="14115706"/>
              <a:ext cx="1020363" cy="478944"/>
            </a:xfrm>
            <a:custGeom>
              <a:avLst/>
              <a:gdLst>
                <a:gd name="T0" fmla="*/ 136 w 136"/>
                <a:gd name="T1" fmla="*/ 37 h 64"/>
                <a:gd name="T2" fmla="*/ 0 w 136"/>
                <a:gd name="T3" fmla="*/ 19 h 64"/>
                <a:gd name="T4" fmla="*/ 136 w 136"/>
                <a:gd name="T5" fmla="*/ 37 h 64"/>
              </a:gdLst>
              <a:ahLst/>
              <a:cxnLst>
                <a:cxn ang="0">
                  <a:pos x="T0" y="T1"/>
                </a:cxn>
                <a:cxn ang="0">
                  <a:pos x="T2" y="T3"/>
                </a:cxn>
                <a:cxn ang="0">
                  <a:pos x="T4" y="T5"/>
                </a:cxn>
              </a:cxnLst>
              <a:rect l="0" t="0" r="r" b="b"/>
              <a:pathLst>
                <a:path w="136" h="64">
                  <a:moveTo>
                    <a:pt x="136" y="37"/>
                  </a:moveTo>
                  <a:cubicBezTo>
                    <a:pt x="67" y="64"/>
                    <a:pt x="31" y="27"/>
                    <a:pt x="0" y="19"/>
                  </a:cubicBezTo>
                  <a:cubicBezTo>
                    <a:pt x="66" y="0"/>
                    <a:pt x="86" y="35"/>
                    <a:pt x="136"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4" name="觅知网-不倒翁ID:189359941"/>
            <p:cNvSpPr/>
            <p:nvPr/>
          </p:nvSpPr>
          <p:spPr bwMode="auto">
            <a:xfrm>
              <a:off x="5665329" y="14039351"/>
              <a:ext cx="1013420" cy="472001"/>
            </a:xfrm>
            <a:custGeom>
              <a:avLst/>
              <a:gdLst>
                <a:gd name="T0" fmla="*/ 136 w 136"/>
                <a:gd name="T1" fmla="*/ 28 h 63"/>
                <a:gd name="T2" fmla="*/ 0 w 136"/>
                <a:gd name="T3" fmla="*/ 24 h 63"/>
                <a:gd name="T4" fmla="*/ 136 w 136"/>
                <a:gd name="T5" fmla="*/ 28 h 63"/>
              </a:gdLst>
              <a:ahLst/>
              <a:cxnLst>
                <a:cxn ang="0">
                  <a:pos x="T0" y="T1"/>
                </a:cxn>
                <a:cxn ang="0">
                  <a:pos x="T2" y="T3"/>
                </a:cxn>
                <a:cxn ang="0">
                  <a:pos x="T4" y="T5"/>
                </a:cxn>
              </a:cxnLst>
              <a:rect l="0" t="0" r="r" b="b"/>
              <a:pathLst>
                <a:path w="136" h="63">
                  <a:moveTo>
                    <a:pt x="136" y="28"/>
                  </a:moveTo>
                  <a:cubicBezTo>
                    <a:pt x="68" y="63"/>
                    <a:pt x="30" y="28"/>
                    <a:pt x="0" y="24"/>
                  </a:cubicBezTo>
                  <a:cubicBezTo>
                    <a:pt x="63" y="0"/>
                    <a:pt x="87" y="31"/>
                    <a:pt x="136"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5" name="觅知网-不倒翁ID:189359941"/>
            <p:cNvSpPr/>
            <p:nvPr/>
          </p:nvSpPr>
          <p:spPr bwMode="auto">
            <a:xfrm>
              <a:off x="6165098" y="13893587"/>
              <a:ext cx="999538" cy="478944"/>
            </a:xfrm>
            <a:custGeom>
              <a:avLst/>
              <a:gdLst>
                <a:gd name="T0" fmla="*/ 134 w 134"/>
                <a:gd name="T1" fmla="*/ 19 h 64"/>
                <a:gd name="T2" fmla="*/ 0 w 134"/>
                <a:gd name="T3" fmla="*/ 32 h 64"/>
                <a:gd name="T4" fmla="*/ 134 w 134"/>
                <a:gd name="T5" fmla="*/ 19 h 64"/>
              </a:gdLst>
              <a:ahLst/>
              <a:cxnLst>
                <a:cxn ang="0">
                  <a:pos x="T0" y="T1"/>
                </a:cxn>
                <a:cxn ang="0">
                  <a:pos x="T2" y="T3"/>
                </a:cxn>
                <a:cxn ang="0">
                  <a:pos x="T4" y="T5"/>
                </a:cxn>
              </a:cxnLst>
              <a:rect l="0" t="0" r="r" b="b"/>
              <a:pathLst>
                <a:path w="134" h="64">
                  <a:moveTo>
                    <a:pt x="134" y="19"/>
                  </a:moveTo>
                  <a:cubicBezTo>
                    <a:pt x="74" y="64"/>
                    <a:pt x="28" y="33"/>
                    <a:pt x="0" y="32"/>
                  </a:cubicBezTo>
                  <a:cubicBezTo>
                    <a:pt x="64" y="0"/>
                    <a:pt x="86" y="30"/>
                    <a:pt x="134"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6" name="觅知网-不倒翁ID:189359941"/>
            <p:cNvSpPr/>
            <p:nvPr/>
          </p:nvSpPr>
          <p:spPr bwMode="auto">
            <a:xfrm>
              <a:off x="6644047" y="13692288"/>
              <a:ext cx="971775" cy="444238"/>
            </a:xfrm>
            <a:custGeom>
              <a:avLst/>
              <a:gdLst>
                <a:gd name="T0" fmla="*/ 130 w 130"/>
                <a:gd name="T1" fmla="*/ 7 h 60"/>
                <a:gd name="T2" fmla="*/ 0 w 130"/>
                <a:gd name="T3" fmla="*/ 39 h 60"/>
                <a:gd name="T4" fmla="*/ 130 w 130"/>
                <a:gd name="T5" fmla="*/ 7 h 60"/>
              </a:gdLst>
              <a:ahLst/>
              <a:cxnLst>
                <a:cxn ang="0">
                  <a:pos x="T0" y="T1"/>
                </a:cxn>
                <a:cxn ang="0">
                  <a:pos x="T2" y="T3"/>
                </a:cxn>
                <a:cxn ang="0">
                  <a:pos x="T4" y="T5"/>
                </a:cxn>
              </a:cxnLst>
              <a:rect l="0" t="0" r="r" b="b"/>
              <a:pathLst>
                <a:path w="130" h="60">
                  <a:moveTo>
                    <a:pt x="130" y="7"/>
                  </a:moveTo>
                  <a:cubicBezTo>
                    <a:pt x="77" y="60"/>
                    <a:pt x="24" y="36"/>
                    <a:pt x="0" y="39"/>
                  </a:cubicBezTo>
                  <a:cubicBezTo>
                    <a:pt x="54" y="0"/>
                    <a:pt x="91" y="22"/>
                    <a:pt x="13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7" name="觅知网-不倒翁ID:189359941"/>
            <p:cNvSpPr/>
            <p:nvPr/>
          </p:nvSpPr>
          <p:spPr bwMode="auto">
            <a:xfrm>
              <a:off x="7102167" y="13372994"/>
              <a:ext cx="902358" cy="423418"/>
            </a:xfrm>
            <a:custGeom>
              <a:avLst/>
              <a:gdLst>
                <a:gd name="T0" fmla="*/ 121 w 121"/>
                <a:gd name="T1" fmla="*/ 1 h 57"/>
                <a:gd name="T2" fmla="*/ 0 w 121"/>
                <a:gd name="T3" fmla="*/ 52 h 57"/>
                <a:gd name="T4" fmla="*/ 121 w 121"/>
                <a:gd name="T5" fmla="*/ 1 h 57"/>
              </a:gdLst>
              <a:ahLst/>
              <a:cxnLst>
                <a:cxn ang="0">
                  <a:pos x="T0" y="T1"/>
                </a:cxn>
                <a:cxn ang="0">
                  <a:pos x="T2" y="T3"/>
                </a:cxn>
                <a:cxn ang="0">
                  <a:pos x="T4" y="T5"/>
                </a:cxn>
              </a:cxnLst>
              <a:rect l="0" t="0" r="r" b="b"/>
              <a:pathLst>
                <a:path w="121" h="57">
                  <a:moveTo>
                    <a:pt x="121" y="1"/>
                  </a:moveTo>
                  <a:cubicBezTo>
                    <a:pt x="84" y="57"/>
                    <a:pt x="23" y="47"/>
                    <a:pt x="0" y="52"/>
                  </a:cubicBezTo>
                  <a:cubicBezTo>
                    <a:pt x="61" y="0"/>
                    <a:pt x="81" y="25"/>
                    <a:pt x="12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8" name="觅知网-不倒翁ID:189359941"/>
            <p:cNvSpPr/>
            <p:nvPr/>
          </p:nvSpPr>
          <p:spPr bwMode="auto">
            <a:xfrm>
              <a:off x="7511699" y="12956519"/>
              <a:ext cx="805183" cy="506712"/>
            </a:xfrm>
            <a:custGeom>
              <a:avLst/>
              <a:gdLst>
                <a:gd name="T0" fmla="*/ 108 w 108"/>
                <a:gd name="T1" fmla="*/ 0 h 68"/>
                <a:gd name="T2" fmla="*/ 0 w 108"/>
                <a:gd name="T3" fmla="*/ 68 h 68"/>
                <a:gd name="T4" fmla="*/ 108 w 108"/>
                <a:gd name="T5" fmla="*/ 0 h 68"/>
              </a:gdLst>
              <a:ahLst/>
              <a:cxnLst>
                <a:cxn ang="0">
                  <a:pos x="T0" y="T1"/>
                </a:cxn>
                <a:cxn ang="0">
                  <a:pos x="T2" y="T3"/>
                </a:cxn>
                <a:cxn ang="0">
                  <a:pos x="T4" y="T5"/>
                </a:cxn>
              </a:cxnLst>
              <a:rect l="0" t="0" r="r" b="b"/>
              <a:pathLst>
                <a:path w="108" h="68">
                  <a:moveTo>
                    <a:pt x="108" y="0"/>
                  </a:moveTo>
                  <a:cubicBezTo>
                    <a:pt x="79" y="64"/>
                    <a:pt x="21" y="60"/>
                    <a:pt x="0" y="68"/>
                  </a:cubicBezTo>
                  <a:cubicBezTo>
                    <a:pt x="50" y="8"/>
                    <a:pt x="73" y="28"/>
                    <a:pt x="10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9" name="觅知网-不倒翁ID:189359941"/>
            <p:cNvSpPr/>
            <p:nvPr/>
          </p:nvSpPr>
          <p:spPr bwMode="auto">
            <a:xfrm>
              <a:off x="7858762" y="12484517"/>
              <a:ext cx="701068" cy="617769"/>
            </a:xfrm>
            <a:custGeom>
              <a:avLst/>
              <a:gdLst>
                <a:gd name="T0" fmla="*/ 94 w 94"/>
                <a:gd name="T1" fmla="*/ 0 h 83"/>
                <a:gd name="T2" fmla="*/ 0 w 94"/>
                <a:gd name="T3" fmla="*/ 83 h 83"/>
                <a:gd name="T4" fmla="*/ 94 w 94"/>
                <a:gd name="T5" fmla="*/ 0 h 83"/>
              </a:gdLst>
              <a:ahLst/>
              <a:cxnLst>
                <a:cxn ang="0">
                  <a:pos x="T0" y="T1"/>
                </a:cxn>
                <a:cxn ang="0">
                  <a:pos x="T2" y="T3"/>
                </a:cxn>
                <a:cxn ang="0">
                  <a:pos x="T4" y="T5"/>
                </a:cxn>
              </a:cxnLst>
              <a:rect l="0" t="0" r="r" b="b"/>
              <a:pathLst>
                <a:path w="94" h="83">
                  <a:moveTo>
                    <a:pt x="94" y="0"/>
                  </a:moveTo>
                  <a:cubicBezTo>
                    <a:pt x="74" y="67"/>
                    <a:pt x="11" y="75"/>
                    <a:pt x="0" y="83"/>
                  </a:cubicBezTo>
                  <a:cubicBezTo>
                    <a:pt x="28" y="24"/>
                    <a:pt x="66" y="28"/>
                    <a:pt x="9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0" name="觅知网-不倒翁ID:189359941"/>
            <p:cNvSpPr/>
            <p:nvPr/>
          </p:nvSpPr>
          <p:spPr bwMode="auto">
            <a:xfrm>
              <a:off x="8136407" y="11991691"/>
              <a:ext cx="590006" cy="694121"/>
            </a:xfrm>
            <a:custGeom>
              <a:avLst/>
              <a:gdLst>
                <a:gd name="T0" fmla="*/ 79 w 79"/>
                <a:gd name="T1" fmla="*/ 0 h 93"/>
                <a:gd name="T2" fmla="*/ 0 w 79"/>
                <a:gd name="T3" fmla="*/ 93 h 93"/>
                <a:gd name="T4" fmla="*/ 79 w 79"/>
                <a:gd name="T5" fmla="*/ 0 h 93"/>
              </a:gdLst>
              <a:ahLst/>
              <a:cxnLst>
                <a:cxn ang="0">
                  <a:pos x="T0" y="T1"/>
                </a:cxn>
                <a:cxn ang="0">
                  <a:pos x="T2" y="T3"/>
                </a:cxn>
                <a:cxn ang="0">
                  <a:pos x="T4" y="T5"/>
                </a:cxn>
              </a:cxnLst>
              <a:rect l="0" t="0" r="r" b="b"/>
              <a:pathLst>
                <a:path w="79" h="93">
                  <a:moveTo>
                    <a:pt x="79" y="0"/>
                  </a:moveTo>
                  <a:cubicBezTo>
                    <a:pt x="71" y="67"/>
                    <a:pt x="11" y="82"/>
                    <a:pt x="0" y="93"/>
                  </a:cubicBezTo>
                  <a:cubicBezTo>
                    <a:pt x="20" y="30"/>
                    <a:pt x="57" y="29"/>
                    <a:pt x="7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1" name="觅知网-不倒翁ID:189359941"/>
            <p:cNvSpPr/>
            <p:nvPr/>
          </p:nvSpPr>
          <p:spPr bwMode="auto">
            <a:xfrm>
              <a:off x="8344645" y="11484984"/>
              <a:ext cx="499769" cy="742713"/>
            </a:xfrm>
            <a:custGeom>
              <a:avLst/>
              <a:gdLst>
                <a:gd name="T0" fmla="*/ 64 w 67"/>
                <a:gd name="T1" fmla="*/ 0 h 100"/>
                <a:gd name="T2" fmla="*/ 0 w 67"/>
                <a:gd name="T3" fmla="*/ 100 h 100"/>
                <a:gd name="T4" fmla="*/ 64 w 67"/>
                <a:gd name="T5" fmla="*/ 0 h 100"/>
              </a:gdLst>
              <a:ahLst/>
              <a:cxnLst>
                <a:cxn ang="0">
                  <a:pos x="T0" y="T1"/>
                </a:cxn>
                <a:cxn ang="0">
                  <a:pos x="T2" y="T3"/>
                </a:cxn>
                <a:cxn ang="0">
                  <a:pos x="T4" y="T5"/>
                </a:cxn>
              </a:cxnLst>
              <a:rect l="0" t="0" r="r" b="b"/>
              <a:pathLst>
                <a:path w="67" h="100">
                  <a:moveTo>
                    <a:pt x="64" y="0"/>
                  </a:moveTo>
                  <a:cubicBezTo>
                    <a:pt x="67" y="62"/>
                    <a:pt x="6" y="91"/>
                    <a:pt x="0" y="100"/>
                  </a:cubicBezTo>
                  <a:cubicBezTo>
                    <a:pt x="7" y="41"/>
                    <a:pt x="51" y="23"/>
                    <a:pt x="6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2" name="觅知网-不倒翁ID:189359941"/>
            <p:cNvSpPr/>
            <p:nvPr/>
          </p:nvSpPr>
          <p:spPr bwMode="auto">
            <a:xfrm>
              <a:off x="8469588" y="10978276"/>
              <a:ext cx="451181" cy="777419"/>
            </a:xfrm>
            <a:custGeom>
              <a:avLst/>
              <a:gdLst>
                <a:gd name="T0" fmla="*/ 52 w 60"/>
                <a:gd name="T1" fmla="*/ 0 h 104"/>
                <a:gd name="T2" fmla="*/ 0 w 60"/>
                <a:gd name="T3" fmla="*/ 104 h 104"/>
                <a:gd name="T4" fmla="*/ 52 w 60"/>
                <a:gd name="T5" fmla="*/ 0 h 104"/>
              </a:gdLst>
              <a:ahLst/>
              <a:cxnLst>
                <a:cxn ang="0">
                  <a:pos x="T0" y="T1"/>
                </a:cxn>
                <a:cxn ang="0">
                  <a:pos x="T2" y="T3"/>
                </a:cxn>
                <a:cxn ang="0">
                  <a:pos x="T4" y="T5"/>
                </a:cxn>
              </a:cxnLst>
              <a:rect l="0" t="0" r="r" b="b"/>
              <a:pathLst>
                <a:path w="60" h="104">
                  <a:moveTo>
                    <a:pt x="52" y="0"/>
                  </a:moveTo>
                  <a:cubicBezTo>
                    <a:pt x="60" y="61"/>
                    <a:pt x="7" y="92"/>
                    <a:pt x="0" y="104"/>
                  </a:cubicBezTo>
                  <a:cubicBezTo>
                    <a:pt x="3" y="39"/>
                    <a:pt x="35" y="30"/>
                    <a:pt x="5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3" name="觅知网-不倒翁ID:189359941"/>
            <p:cNvSpPr/>
            <p:nvPr/>
          </p:nvSpPr>
          <p:spPr bwMode="auto">
            <a:xfrm>
              <a:off x="8490409" y="10464625"/>
              <a:ext cx="451181" cy="798244"/>
            </a:xfrm>
            <a:custGeom>
              <a:avLst/>
              <a:gdLst>
                <a:gd name="T0" fmla="*/ 45 w 60"/>
                <a:gd name="T1" fmla="*/ 0 h 107"/>
                <a:gd name="T2" fmla="*/ 6 w 60"/>
                <a:gd name="T3" fmla="*/ 107 h 107"/>
                <a:gd name="T4" fmla="*/ 45 w 60"/>
                <a:gd name="T5" fmla="*/ 0 h 107"/>
              </a:gdLst>
              <a:ahLst/>
              <a:cxnLst>
                <a:cxn ang="0">
                  <a:pos x="T0" y="T1"/>
                </a:cxn>
                <a:cxn ang="0">
                  <a:pos x="T2" y="T3"/>
                </a:cxn>
                <a:cxn ang="0">
                  <a:pos x="T4" y="T5"/>
                </a:cxn>
              </a:cxnLst>
              <a:rect l="0" t="0" r="r" b="b"/>
              <a:pathLst>
                <a:path w="60" h="107">
                  <a:moveTo>
                    <a:pt x="45" y="0"/>
                  </a:moveTo>
                  <a:cubicBezTo>
                    <a:pt x="60" y="59"/>
                    <a:pt x="10" y="98"/>
                    <a:pt x="6" y="107"/>
                  </a:cubicBezTo>
                  <a:cubicBezTo>
                    <a:pt x="0" y="50"/>
                    <a:pt x="31" y="28"/>
                    <a:pt x="4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4" name="觅知网-不倒翁ID:189359941"/>
            <p:cNvSpPr/>
            <p:nvPr/>
          </p:nvSpPr>
          <p:spPr bwMode="auto">
            <a:xfrm>
              <a:off x="8441821" y="9957913"/>
              <a:ext cx="465063" cy="812125"/>
            </a:xfrm>
            <a:custGeom>
              <a:avLst/>
              <a:gdLst>
                <a:gd name="T0" fmla="*/ 38 w 62"/>
                <a:gd name="T1" fmla="*/ 0 h 109"/>
                <a:gd name="T2" fmla="*/ 14 w 62"/>
                <a:gd name="T3" fmla="*/ 109 h 109"/>
                <a:gd name="T4" fmla="*/ 38 w 62"/>
                <a:gd name="T5" fmla="*/ 0 h 109"/>
              </a:gdLst>
              <a:ahLst/>
              <a:cxnLst>
                <a:cxn ang="0">
                  <a:pos x="T0" y="T1"/>
                </a:cxn>
                <a:cxn ang="0">
                  <a:pos x="T2" y="T3"/>
                </a:cxn>
                <a:cxn ang="0">
                  <a:pos x="T4" y="T5"/>
                </a:cxn>
              </a:cxnLst>
              <a:rect l="0" t="0" r="r" b="b"/>
              <a:pathLst>
                <a:path w="62" h="109">
                  <a:moveTo>
                    <a:pt x="38" y="0"/>
                  </a:moveTo>
                  <a:cubicBezTo>
                    <a:pt x="62" y="50"/>
                    <a:pt x="15" y="102"/>
                    <a:pt x="14" y="109"/>
                  </a:cubicBezTo>
                  <a:cubicBezTo>
                    <a:pt x="0" y="56"/>
                    <a:pt x="28" y="26"/>
                    <a:pt x="3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5" name="觅知网-不倒翁ID:189359941"/>
            <p:cNvSpPr/>
            <p:nvPr/>
          </p:nvSpPr>
          <p:spPr bwMode="auto">
            <a:xfrm>
              <a:off x="7358988" y="8451672"/>
              <a:ext cx="867656" cy="1478482"/>
            </a:xfrm>
            <a:custGeom>
              <a:avLst/>
              <a:gdLst>
                <a:gd name="T0" fmla="*/ 3 w 116"/>
                <a:gd name="T1" fmla="*/ 0 h 198"/>
                <a:gd name="T2" fmla="*/ 116 w 116"/>
                <a:gd name="T3" fmla="*/ 197 h 198"/>
                <a:gd name="T4" fmla="*/ 113 w 116"/>
                <a:gd name="T5" fmla="*/ 198 h 198"/>
                <a:gd name="T6" fmla="*/ 0 w 116"/>
                <a:gd name="T7" fmla="*/ 3 h 198"/>
                <a:gd name="T8" fmla="*/ 3 w 116"/>
                <a:gd name="T9" fmla="*/ 0 h 198"/>
              </a:gdLst>
              <a:ahLst/>
              <a:cxnLst>
                <a:cxn ang="0">
                  <a:pos x="T0" y="T1"/>
                </a:cxn>
                <a:cxn ang="0">
                  <a:pos x="T2" y="T3"/>
                </a:cxn>
                <a:cxn ang="0">
                  <a:pos x="T4" y="T5"/>
                </a:cxn>
                <a:cxn ang="0">
                  <a:pos x="T6" y="T7"/>
                </a:cxn>
                <a:cxn ang="0">
                  <a:pos x="T8" y="T9"/>
                </a:cxn>
              </a:cxnLst>
              <a:rect l="0" t="0" r="r" b="b"/>
              <a:pathLst>
                <a:path w="116" h="198">
                  <a:moveTo>
                    <a:pt x="3" y="0"/>
                  </a:moveTo>
                  <a:cubicBezTo>
                    <a:pt x="47" y="46"/>
                    <a:pt x="92" y="118"/>
                    <a:pt x="116" y="197"/>
                  </a:cubicBezTo>
                  <a:cubicBezTo>
                    <a:pt x="113" y="198"/>
                    <a:pt x="113" y="198"/>
                    <a:pt x="113" y="198"/>
                  </a:cubicBezTo>
                  <a:cubicBezTo>
                    <a:pt x="89" y="120"/>
                    <a:pt x="44" y="48"/>
                    <a:pt x="0" y="3"/>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6" name="觅知网-不倒翁ID:189359941"/>
            <p:cNvSpPr/>
            <p:nvPr/>
          </p:nvSpPr>
          <p:spPr bwMode="auto">
            <a:xfrm>
              <a:off x="7560287" y="8410023"/>
              <a:ext cx="909306" cy="1735303"/>
            </a:xfrm>
            <a:custGeom>
              <a:avLst/>
              <a:gdLst>
                <a:gd name="T0" fmla="*/ 3 w 122"/>
                <a:gd name="T1" fmla="*/ 0 h 233"/>
                <a:gd name="T2" fmla="*/ 122 w 122"/>
                <a:gd name="T3" fmla="*/ 233 h 233"/>
                <a:gd name="T4" fmla="*/ 119 w 122"/>
                <a:gd name="T5" fmla="*/ 233 h 233"/>
                <a:gd name="T6" fmla="*/ 0 w 122"/>
                <a:gd name="T7" fmla="*/ 2 h 233"/>
                <a:gd name="T8" fmla="*/ 3 w 122"/>
                <a:gd name="T9" fmla="*/ 0 h 233"/>
              </a:gdLst>
              <a:ahLst/>
              <a:cxnLst>
                <a:cxn ang="0">
                  <a:pos x="T0" y="T1"/>
                </a:cxn>
                <a:cxn ang="0">
                  <a:pos x="T2" y="T3"/>
                </a:cxn>
                <a:cxn ang="0">
                  <a:pos x="T4" y="T5"/>
                </a:cxn>
                <a:cxn ang="0">
                  <a:pos x="T6" y="T7"/>
                </a:cxn>
                <a:cxn ang="0">
                  <a:pos x="T8" y="T9"/>
                </a:cxn>
              </a:cxnLst>
              <a:rect l="0" t="0" r="r" b="b"/>
              <a:pathLst>
                <a:path w="122" h="233">
                  <a:moveTo>
                    <a:pt x="3" y="0"/>
                  </a:moveTo>
                  <a:cubicBezTo>
                    <a:pt x="56" y="58"/>
                    <a:pt x="102" y="141"/>
                    <a:pt x="122" y="233"/>
                  </a:cubicBezTo>
                  <a:cubicBezTo>
                    <a:pt x="119" y="233"/>
                    <a:pt x="119" y="233"/>
                    <a:pt x="119" y="233"/>
                  </a:cubicBezTo>
                  <a:cubicBezTo>
                    <a:pt x="98" y="143"/>
                    <a:pt x="53" y="60"/>
                    <a:pt x="0" y="2"/>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7" name="觅知网-不倒翁ID:189359941"/>
            <p:cNvSpPr/>
            <p:nvPr/>
          </p:nvSpPr>
          <p:spPr bwMode="auto">
            <a:xfrm>
              <a:off x="7518642" y="8111548"/>
              <a:ext cx="1048131" cy="1721422"/>
            </a:xfrm>
            <a:custGeom>
              <a:avLst/>
              <a:gdLst>
                <a:gd name="T0" fmla="*/ 3 w 141"/>
                <a:gd name="T1" fmla="*/ 0 h 231"/>
                <a:gd name="T2" fmla="*/ 141 w 141"/>
                <a:gd name="T3" fmla="*/ 230 h 231"/>
                <a:gd name="T4" fmla="*/ 138 w 141"/>
                <a:gd name="T5" fmla="*/ 231 h 231"/>
                <a:gd name="T6" fmla="*/ 0 w 141"/>
                <a:gd name="T7" fmla="*/ 2 h 231"/>
                <a:gd name="T8" fmla="*/ 3 w 141"/>
                <a:gd name="T9" fmla="*/ 0 h 231"/>
              </a:gdLst>
              <a:ahLst/>
              <a:cxnLst>
                <a:cxn ang="0">
                  <a:pos x="T0" y="T1"/>
                </a:cxn>
                <a:cxn ang="0">
                  <a:pos x="T2" y="T3"/>
                </a:cxn>
                <a:cxn ang="0">
                  <a:pos x="T4" y="T5"/>
                </a:cxn>
                <a:cxn ang="0">
                  <a:pos x="T6" y="T7"/>
                </a:cxn>
                <a:cxn ang="0">
                  <a:pos x="T8" y="T9"/>
                </a:cxn>
              </a:cxnLst>
              <a:rect l="0" t="0" r="r" b="b"/>
              <a:pathLst>
                <a:path w="141" h="231">
                  <a:moveTo>
                    <a:pt x="3" y="0"/>
                  </a:moveTo>
                  <a:cubicBezTo>
                    <a:pt x="52" y="44"/>
                    <a:pt x="111" y="132"/>
                    <a:pt x="141" y="230"/>
                  </a:cubicBezTo>
                  <a:cubicBezTo>
                    <a:pt x="138" y="231"/>
                    <a:pt x="138" y="231"/>
                    <a:pt x="138" y="231"/>
                  </a:cubicBezTo>
                  <a:cubicBezTo>
                    <a:pt x="109" y="135"/>
                    <a:pt x="50" y="47"/>
                    <a:pt x="0" y="2"/>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8" name="觅知网-不倒翁ID:189359941"/>
            <p:cNvSpPr>
              <a:spLocks noChangeArrowheads="1"/>
            </p:cNvSpPr>
            <p:nvPr/>
          </p:nvSpPr>
          <p:spPr bwMode="auto">
            <a:xfrm>
              <a:off x="5056479" y="14633222"/>
              <a:ext cx="6943" cy="694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grpSp>
      <p:grpSp>
        <p:nvGrpSpPr>
          <p:cNvPr id="15" name="觅知网-不倒翁ID:189359941"/>
          <p:cNvGrpSpPr/>
          <p:nvPr>
            <p:custDataLst>
              <p:tags r:id="rId1"/>
            </p:custDataLst>
          </p:nvPr>
        </p:nvGrpSpPr>
        <p:grpSpPr>
          <a:xfrm>
            <a:off x="955163" y="647056"/>
            <a:ext cx="10294372" cy="6835208"/>
            <a:chOff x="1933880" y="1452820"/>
            <a:chExt cx="8655456" cy="5747008"/>
          </a:xfrm>
        </p:grpSpPr>
        <p:sp>
          <p:nvSpPr>
            <p:cNvPr id="13" name="觅知网-不倒翁ID:189359941"/>
            <p:cNvSpPr/>
            <p:nvPr/>
          </p:nvSpPr>
          <p:spPr>
            <a:xfrm rot="21314498">
              <a:off x="1933880" y="1453250"/>
              <a:ext cx="8410937" cy="5746578"/>
            </a:xfrm>
            <a:custGeom>
              <a:avLst/>
              <a:gdLst>
                <a:gd name="connsiteX0" fmla="*/ 8410936 w 8410937"/>
                <a:gd name="connsiteY0" fmla="*/ 0 h 5746578"/>
                <a:gd name="connsiteX1" fmla="*/ 8410937 w 8410937"/>
                <a:gd name="connsiteY1" fmla="*/ 5746578 h 5746578"/>
                <a:gd name="connsiteX2" fmla="*/ 0 w 8410937"/>
                <a:gd name="connsiteY2" fmla="*/ 5046446 h 5746578"/>
                <a:gd name="connsiteX3" fmla="*/ 0 w 8410937"/>
                <a:gd name="connsiteY3" fmla="*/ 0 h 5746578"/>
              </a:gdLst>
              <a:ahLst/>
              <a:cxnLst>
                <a:cxn ang="0">
                  <a:pos x="connsiteX0" y="connsiteY0"/>
                </a:cxn>
                <a:cxn ang="0">
                  <a:pos x="connsiteX1" y="connsiteY1"/>
                </a:cxn>
                <a:cxn ang="0">
                  <a:pos x="connsiteX2" y="connsiteY2"/>
                </a:cxn>
                <a:cxn ang="0">
                  <a:pos x="connsiteX3" y="connsiteY3"/>
                </a:cxn>
              </a:cxnLst>
              <a:rect l="l" t="t" r="r" b="b"/>
              <a:pathLst>
                <a:path w="8410937" h="5746578">
                  <a:moveTo>
                    <a:pt x="8410936" y="0"/>
                  </a:moveTo>
                  <a:lnTo>
                    <a:pt x="8410937" y="5746578"/>
                  </a:lnTo>
                  <a:lnTo>
                    <a:pt x="0" y="5046446"/>
                  </a:lnTo>
                  <a:lnTo>
                    <a:pt x="0" y="0"/>
                  </a:lnTo>
                  <a:close/>
                </a:path>
              </a:pathLst>
            </a:custGeom>
            <a:solidFill>
              <a:srgbClr val="344778"/>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思源黑体 CN Regular" panose="020B0500000000000000" charset="-122"/>
              </a:endParaRPr>
            </a:p>
          </p:txBody>
        </p:sp>
        <p:sp>
          <p:nvSpPr>
            <p:cNvPr id="14" name="觅知网-不倒翁ID:189359941"/>
            <p:cNvSpPr/>
            <p:nvPr/>
          </p:nvSpPr>
          <p:spPr>
            <a:xfrm>
              <a:off x="2178400" y="1452820"/>
              <a:ext cx="8410936" cy="5388246"/>
            </a:xfrm>
            <a:custGeom>
              <a:avLst/>
              <a:gdLst>
                <a:gd name="connsiteX0" fmla="*/ 0 w 8410936"/>
                <a:gd name="connsiteY0" fmla="*/ 0 h 5388246"/>
                <a:gd name="connsiteX1" fmla="*/ 8410936 w 8410936"/>
                <a:gd name="connsiteY1" fmla="*/ 0 h 5388246"/>
                <a:gd name="connsiteX2" fmla="*/ 8410936 w 8410936"/>
                <a:gd name="connsiteY2" fmla="*/ 5388246 h 5388246"/>
                <a:gd name="connsiteX3" fmla="*/ 0 w 8410936"/>
                <a:gd name="connsiteY3" fmla="*/ 5388246 h 5388246"/>
              </a:gdLst>
              <a:ahLst/>
              <a:cxnLst>
                <a:cxn ang="0">
                  <a:pos x="connsiteX0" y="connsiteY0"/>
                </a:cxn>
                <a:cxn ang="0">
                  <a:pos x="connsiteX1" y="connsiteY1"/>
                </a:cxn>
                <a:cxn ang="0">
                  <a:pos x="connsiteX2" y="connsiteY2"/>
                </a:cxn>
                <a:cxn ang="0">
                  <a:pos x="connsiteX3" y="connsiteY3"/>
                </a:cxn>
              </a:cxnLst>
              <a:rect l="l" t="t" r="r" b="b"/>
              <a:pathLst>
                <a:path w="8410936" h="5388246">
                  <a:moveTo>
                    <a:pt x="0" y="0"/>
                  </a:moveTo>
                  <a:lnTo>
                    <a:pt x="8410936" y="0"/>
                  </a:lnTo>
                  <a:lnTo>
                    <a:pt x="8410936" y="5388246"/>
                  </a:lnTo>
                  <a:lnTo>
                    <a:pt x="0" y="5388246"/>
                  </a:lnTo>
                  <a:close/>
                </a:path>
              </a:pathLst>
            </a:custGeom>
            <a:solidFill>
              <a:schemeClr val="bg1">
                <a:alpha val="93000"/>
              </a:schemeClr>
            </a:solidFill>
            <a:ln w="28575">
              <a:solidFill>
                <a:srgbClr val="344778"/>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思源黑体 CN Regular" panose="020B0500000000000000" charset="-122"/>
              </a:endParaRPr>
            </a:p>
          </p:txBody>
        </p:sp>
      </p:grpSp>
      <p:sp>
        <p:nvSpPr>
          <p:cNvPr id="25" name="觅知网-不倒翁ID:189359941"/>
          <p:cNvSpPr/>
          <p:nvPr>
            <p:custDataLst>
              <p:tags r:id="rId2"/>
            </p:custDataLst>
          </p:nvPr>
        </p:nvSpPr>
        <p:spPr bwMode="auto">
          <a:xfrm>
            <a:off x="5171160" y="749919"/>
            <a:ext cx="774235" cy="5334620"/>
          </a:xfrm>
          <a:custGeom>
            <a:avLst/>
            <a:gdLst>
              <a:gd name="T0" fmla="*/ 0 w 1049"/>
              <a:gd name="T1" fmla="*/ 0 h 7451"/>
              <a:gd name="T2" fmla="*/ 1049 w 1049"/>
              <a:gd name="T3" fmla="*/ 3726 h 7451"/>
              <a:gd name="T4" fmla="*/ 0 w 1049"/>
              <a:gd name="T5" fmla="*/ 7451 h 7451"/>
            </a:gdLst>
            <a:ahLst/>
            <a:cxnLst>
              <a:cxn ang="0">
                <a:pos x="T0" y="T1"/>
              </a:cxn>
              <a:cxn ang="0">
                <a:pos x="T2" y="T3"/>
              </a:cxn>
              <a:cxn ang="0">
                <a:pos x="T4" y="T5"/>
              </a:cxn>
            </a:cxnLst>
            <a:rect l="0" t="0" r="r" b="b"/>
            <a:pathLst>
              <a:path w="1049" h="7451">
                <a:moveTo>
                  <a:pt x="0" y="0"/>
                </a:moveTo>
                <a:cubicBezTo>
                  <a:pt x="665" y="1085"/>
                  <a:pt x="1049" y="2360"/>
                  <a:pt x="1049" y="3726"/>
                </a:cubicBezTo>
                <a:cubicBezTo>
                  <a:pt x="1049" y="5091"/>
                  <a:pt x="665" y="6367"/>
                  <a:pt x="0" y="7451"/>
                </a:cubicBezTo>
              </a:path>
            </a:pathLst>
          </a:custGeom>
          <a:noFill/>
          <a:ln w="10" cap="flat">
            <a:solidFill>
              <a:srgbClr val="2E2C2C"/>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68553" tIns="34277" rIns="68553" bIns="34277" numCol="1" anchor="t" anchorCtr="0" compatLnSpc="1"/>
          <a:lstStyle/>
          <a:p>
            <a:endParaRPr lang="zh-CN" altLang="en-US" dirty="0">
              <a:latin typeface="微软雅黑" pitchFamily="34" charset="-122"/>
              <a:ea typeface="微软雅黑" pitchFamily="34" charset="-122"/>
              <a:cs typeface="思源黑体 CN Regular" panose="020B0500000000000000" charset="-122"/>
            </a:endParaRPr>
          </a:p>
        </p:txBody>
      </p:sp>
      <p:grpSp>
        <p:nvGrpSpPr>
          <p:cNvPr id="3" name="觅知网-不倒翁ID:189359941"/>
          <p:cNvGrpSpPr/>
          <p:nvPr/>
        </p:nvGrpSpPr>
        <p:grpSpPr>
          <a:xfrm>
            <a:off x="5727702" y="2109753"/>
            <a:ext cx="4102371" cy="537097"/>
            <a:chOff x="5562308" y="1950521"/>
            <a:chExt cx="4102371" cy="537097"/>
          </a:xfrm>
        </p:grpSpPr>
        <p:sp>
          <p:nvSpPr>
            <p:cNvPr id="26" name="觅知网-不倒翁ID:189359941"/>
            <p:cNvSpPr/>
            <p:nvPr/>
          </p:nvSpPr>
          <p:spPr bwMode="auto">
            <a:xfrm>
              <a:off x="6040835" y="1976690"/>
              <a:ext cx="3623844" cy="486004"/>
            </a:xfrm>
            <a:custGeom>
              <a:avLst/>
              <a:gdLst>
                <a:gd name="T0" fmla="*/ 10 w 7091"/>
                <a:gd name="T1" fmla="*/ 0 h 933"/>
                <a:gd name="T2" fmla="*/ 6624 w 7091"/>
                <a:gd name="T3" fmla="*/ 0 h 933"/>
                <a:gd name="T4" fmla="*/ 7091 w 7091"/>
                <a:gd name="T5" fmla="*/ 466 h 933"/>
                <a:gd name="T6" fmla="*/ 7091 w 7091"/>
                <a:gd name="T7" fmla="*/ 466 h 933"/>
                <a:gd name="T8" fmla="*/ 6624 w 7091"/>
                <a:gd name="T9" fmla="*/ 933 h 933"/>
                <a:gd name="T10" fmla="*/ 10 w 7091"/>
                <a:gd name="T11" fmla="*/ 933 h 933"/>
                <a:gd name="T12" fmla="*/ 0 w 7091"/>
                <a:gd name="T13" fmla="*/ 933 h 933"/>
                <a:gd name="T14" fmla="*/ 192 w 7091"/>
                <a:gd name="T15" fmla="*/ 466 h 933"/>
                <a:gd name="T16" fmla="*/ 0 w 7091"/>
                <a:gd name="T17" fmla="*/ 0 h 933"/>
                <a:gd name="T18" fmla="*/ 10 w 7091"/>
                <a:gd name="T19" fmla="*/ 0 h 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91" h="933">
                  <a:moveTo>
                    <a:pt x="10" y="0"/>
                  </a:moveTo>
                  <a:lnTo>
                    <a:pt x="6624" y="0"/>
                  </a:lnTo>
                  <a:cubicBezTo>
                    <a:pt x="6881" y="0"/>
                    <a:pt x="7091" y="210"/>
                    <a:pt x="7091" y="466"/>
                  </a:cubicBezTo>
                  <a:lnTo>
                    <a:pt x="7091" y="466"/>
                  </a:lnTo>
                  <a:cubicBezTo>
                    <a:pt x="7091" y="723"/>
                    <a:pt x="6881" y="933"/>
                    <a:pt x="6624" y="933"/>
                  </a:cubicBezTo>
                  <a:lnTo>
                    <a:pt x="10" y="933"/>
                  </a:lnTo>
                  <a:cubicBezTo>
                    <a:pt x="7" y="933"/>
                    <a:pt x="4" y="933"/>
                    <a:pt x="0" y="933"/>
                  </a:cubicBezTo>
                  <a:cubicBezTo>
                    <a:pt x="119" y="813"/>
                    <a:pt x="192" y="648"/>
                    <a:pt x="192" y="466"/>
                  </a:cubicBezTo>
                  <a:cubicBezTo>
                    <a:pt x="192" y="284"/>
                    <a:pt x="119" y="120"/>
                    <a:pt x="0" y="0"/>
                  </a:cubicBezTo>
                  <a:cubicBezTo>
                    <a:pt x="4" y="0"/>
                    <a:pt x="7" y="0"/>
                    <a:pt x="1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68553" tIns="34277" rIns="68553" bIns="34277" numCol="1" anchor="t" anchorCtr="0" compatLnSpc="1"/>
            <a:lstStyle/>
            <a:p>
              <a:endParaRPr lang="zh-CN" altLang="en-US" dirty="0">
                <a:latin typeface="微软雅黑" pitchFamily="34" charset="-122"/>
                <a:ea typeface="微软雅黑" pitchFamily="34" charset="-122"/>
                <a:cs typeface="思源黑体 CN Regular" panose="020B0500000000000000" charset="-122"/>
              </a:endParaRPr>
            </a:p>
          </p:txBody>
        </p:sp>
        <p:sp>
          <p:nvSpPr>
            <p:cNvPr id="27" name="觅知网-不倒翁ID:189359941"/>
            <p:cNvSpPr>
              <a:spLocks noEditPoints="1"/>
            </p:cNvSpPr>
            <p:nvPr/>
          </p:nvSpPr>
          <p:spPr bwMode="auto">
            <a:xfrm>
              <a:off x="9284599" y="2105676"/>
              <a:ext cx="209356" cy="214341"/>
            </a:xfrm>
            <a:custGeom>
              <a:avLst/>
              <a:gdLst>
                <a:gd name="T0" fmla="*/ 224 w 411"/>
                <a:gd name="T1" fmla="*/ 346 h 411"/>
                <a:gd name="T2" fmla="*/ 193 w 411"/>
                <a:gd name="T3" fmla="*/ 320 h 411"/>
                <a:gd name="T4" fmla="*/ 272 w 411"/>
                <a:gd name="T5" fmla="*/ 227 h 411"/>
                <a:gd name="T6" fmla="*/ 67 w 411"/>
                <a:gd name="T7" fmla="*/ 227 h 411"/>
                <a:gd name="T8" fmla="*/ 67 w 411"/>
                <a:gd name="T9" fmla="*/ 183 h 411"/>
                <a:gd name="T10" fmla="*/ 272 w 411"/>
                <a:gd name="T11" fmla="*/ 183 h 411"/>
                <a:gd name="T12" fmla="*/ 193 w 411"/>
                <a:gd name="T13" fmla="*/ 91 h 411"/>
                <a:gd name="T14" fmla="*/ 224 w 411"/>
                <a:gd name="T15" fmla="*/ 64 h 411"/>
                <a:gd name="T16" fmla="*/ 345 w 411"/>
                <a:gd name="T17" fmla="*/ 205 h 411"/>
                <a:gd name="T18" fmla="*/ 224 w 411"/>
                <a:gd name="T19" fmla="*/ 346 h 411"/>
                <a:gd name="T20" fmla="*/ 206 w 411"/>
                <a:gd name="T21" fmla="*/ 0 h 411"/>
                <a:gd name="T22" fmla="*/ 411 w 411"/>
                <a:gd name="T23" fmla="*/ 205 h 411"/>
                <a:gd name="T24" fmla="*/ 206 w 411"/>
                <a:gd name="T25" fmla="*/ 411 h 411"/>
                <a:gd name="T26" fmla="*/ 0 w 411"/>
                <a:gd name="T27" fmla="*/ 205 h 411"/>
                <a:gd name="T28" fmla="*/ 206 w 411"/>
                <a:gd name="T29" fmla="*/ 0 h 411"/>
                <a:gd name="T30" fmla="*/ 206 w 411"/>
                <a:gd name="T31" fmla="*/ 26 h 411"/>
                <a:gd name="T32" fmla="*/ 385 w 411"/>
                <a:gd name="T33" fmla="*/ 205 h 411"/>
                <a:gd name="T34" fmla="*/ 206 w 411"/>
                <a:gd name="T35" fmla="*/ 385 h 411"/>
                <a:gd name="T36" fmla="*/ 27 w 411"/>
                <a:gd name="T37" fmla="*/ 205 h 411"/>
                <a:gd name="T38" fmla="*/ 206 w 411"/>
                <a:gd name="T39" fmla="*/ 26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11" h="411">
                  <a:moveTo>
                    <a:pt x="224" y="346"/>
                  </a:moveTo>
                  <a:lnTo>
                    <a:pt x="193" y="320"/>
                  </a:lnTo>
                  <a:lnTo>
                    <a:pt x="272" y="227"/>
                  </a:lnTo>
                  <a:lnTo>
                    <a:pt x="67" y="227"/>
                  </a:lnTo>
                  <a:lnTo>
                    <a:pt x="67" y="183"/>
                  </a:lnTo>
                  <a:lnTo>
                    <a:pt x="272" y="183"/>
                  </a:lnTo>
                  <a:lnTo>
                    <a:pt x="193" y="91"/>
                  </a:lnTo>
                  <a:lnTo>
                    <a:pt x="224" y="64"/>
                  </a:lnTo>
                  <a:lnTo>
                    <a:pt x="345" y="205"/>
                  </a:lnTo>
                  <a:lnTo>
                    <a:pt x="224" y="346"/>
                  </a:lnTo>
                  <a:close/>
                  <a:moveTo>
                    <a:pt x="206" y="0"/>
                  </a:moveTo>
                  <a:cubicBezTo>
                    <a:pt x="319" y="0"/>
                    <a:pt x="411" y="92"/>
                    <a:pt x="411" y="205"/>
                  </a:cubicBezTo>
                  <a:cubicBezTo>
                    <a:pt x="411" y="319"/>
                    <a:pt x="319" y="411"/>
                    <a:pt x="206" y="411"/>
                  </a:cubicBezTo>
                  <a:cubicBezTo>
                    <a:pt x="92" y="411"/>
                    <a:pt x="0" y="319"/>
                    <a:pt x="0" y="205"/>
                  </a:cubicBezTo>
                  <a:cubicBezTo>
                    <a:pt x="0" y="92"/>
                    <a:pt x="92" y="0"/>
                    <a:pt x="206" y="0"/>
                  </a:cubicBezTo>
                  <a:close/>
                  <a:moveTo>
                    <a:pt x="206" y="26"/>
                  </a:moveTo>
                  <a:cubicBezTo>
                    <a:pt x="305" y="26"/>
                    <a:pt x="385" y="106"/>
                    <a:pt x="385" y="205"/>
                  </a:cubicBezTo>
                  <a:cubicBezTo>
                    <a:pt x="385" y="304"/>
                    <a:pt x="305" y="385"/>
                    <a:pt x="206" y="385"/>
                  </a:cubicBezTo>
                  <a:cubicBezTo>
                    <a:pt x="107" y="385"/>
                    <a:pt x="27" y="304"/>
                    <a:pt x="27" y="205"/>
                  </a:cubicBezTo>
                  <a:cubicBezTo>
                    <a:pt x="27" y="106"/>
                    <a:pt x="107" y="26"/>
                    <a:pt x="206" y="26"/>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53" tIns="34277" rIns="68553" bIns="34277" numCol="1" anchor="t" anchorCtr="0" compatLnSpc="1"/>
            <a:lstStyle/>
            <a:p>
              <a:endParaRPr lang="zh-CN" altLang="en-US" dirty="0">
                <a:latin typeface="微软雅黑" pitchFamily="34" charset="-122"/>
                <a:ea typeface="微软雅黑" pitchFamily="34" charset="-122"/>
                <a:cs typeface="思源黑体 CN Regular" panose="020B0500000000000000" charset="-122"/>
              </a:endParaRPr>
            </a:p>
          </p:txBody>
        </p:sp>
        <p:sp>
          <p:nvSpPr>
            <p:cNvPr id="28" name="觅知网-不倒翁ID:189359941"/>
            <p:cNvSpPr txBox="1"/>
            <p:nvPr/>
          </p:nvSpPr>
          <p:spPr>
            <a:xfrm>
              <a:off x="6262933" y="1973387"/>
              <a:ext cx="2428870" cy="461665"/>
            </a:xfrm>
            <a:prstGeom prst="rect">
              <a:avLst/>
            </a:prstGeom>
            <a:noFill/>
          </p:spPr>
          <p:txBody>
            <a:bodyPr wrap="none" rtlCol="0">
              <a:spAutoFit/>
            </a:bodyPr>
            <a:lstStyle/>
            <a:p>
              <a:r>
                <a:rPr lang="zh-CN" altLang="en-US" sz="2400" b="1" spc="100" dirty="0">
                  <a:solidFill>
                    <a:srgbClr val="F8F8F8"/>
                  </a:solidFill>
                  <a:latin typeface="+mj-ea"/>
                  <a:ea typeface="+mj-ea"/>
                  <a:cs typeface="思源黑体 CN Regular" panose="020B0500000000000000" charset="-122"/>
                </a:rPr>
                <a:t>基础理论和技术</a:t>
              </a:r>
            </a:p>
          </p:txBody>
        </p:sp>
        <p:sp>
          <p:nvSpPr>
            <p:cNvPr id="29" name="觅知网-不倒翁ID:189359941"/>
            <p:cNvSpPr>
              <a:spLocks noChangeArrowheads="1"/>
            </p:cNvSpPr>
            <p:nvPr/>
          </p:nvSpPr>
          <p:spPr bwMode="auto">
            <a:xfrm>
              <a:off x="5562308" y="1950521"/>
              <a:ext cx="528373" cy="537097"/>
            </a:xfrm>
            <a:prstGeom prst="ellipse">
              <a:avLst/>
            </a:prstGeom>
            <a:solidFill>
              <a:schemeClr val="accent1"/>
            </a:solidFill>
            <a:ln>
              <a:noFill/>
            </a:ln>
          </p:spPr>
          <p:txBody>
            <a:bodyPr vert="horz" wrap="square" lIns="68553" tIns="34277" rIns="68553" bIns="34277" numCol="1" anchor="t" anchorCtr="0" compatLnSpc="1"/>
            <a:lstStyle/>
            <a:p>
              <a:endParaRPr lang="zh-CN" altLang="en-US" dirty="0">
                <a:latin typeface="微软雅黑" pitchFamily="34" charset="-122"/>
                <a:ea typeface="微软雅黑" pitchFamily="34" charset="-122"/>
                <a:cs typeface="思源黑体 CN Regular" panose="020B0500000000000000" charset="-122"/>
              </a:endParaRPr>
            </a:p>
          </p:txBody>
        </p:sp>
        <p:sp>
          <p:nvSpPr>
            <p:cNvPr id="30" name="觅知网-不倒翁ID:189359941"/>
            <p:cNvSpPr txBox="1"/>
            <p:nvPr/>
          </p:nvSpPr>
          <p:spPr>
            <a:xfrm>
              <a:off x="5638663" y="1962769"/>
              <a:ext cx="394660" cy="507831"/>
            </a:xfrm>
            <a:prstGeom prst="rect">
              <a:avLst/>
            </a:prstGeom>
            <a:noFill/>
          </p:spPr>
          <p:txBody>
            <a:bodyPr wrap="none" rtlCol="0">
              <a:spAutoFit/>
            </a:bodyPr>
            <a:lstStyle/>
            <a:p>
              <a:r>
                <a:rPr lang="en-US" altLang="zh-CN" sz="2700" b="1" dirty="0">
                  <a:solidFill>
                    <a:srgbClr val="F8F8F8"/>
                  </a:solidFill>
                  <a:latin typeface="+mj-ea"/>
                  <a:ea typeface="+mj-ea"/>
                  <a:cs typeface="思源黑体 CN Regular" panose="020B0500000000000000" charset="-122"/>
                </a:rPr>
                <a:t>2</a:t>
              </a:r>
              <a:endParaRPr lang="zh-CN" altLang="en-US" sz="2700" b="1" dirty="0">
                <a:solidFill>
                  <a:srgbClr val="F8F8F8"/>
                </a:solidFill>
                <a:latin typeface="+mj-ea"/>
                <a:ea typeface="+mj-ea"/>
                <a:cs typeface="思源黑体 CN Regular" panose="020B0500000000000000" charset="-122"/>
              </a:endParaRPr>
            </a:p>
          </p:txBody>
        </p:sp>
      </p:grpSp>
      <p:grpSp>
        <p:nvGrpSpPr>
          <p:cNvPr id="4" name="觅知网-不倒翁ID:189359941"/>
          <p:cNvGrpSpPr/>
          <p:nvPr/>
        </p:nvGrpSpPr>
        <p:grpSpPr>
          <a:xfrm>
            <a:off x="5850659" y="2980269"/>
            <a:ext cx="4102371" cy="537097"/>
            <a:chOff x="5744781" y="2701125"/>
            <a:chExt cx="4102370" cy="537097"/>
          </a:xfrm>
        </p:grpSpPr>
        <p:sp>
          <p:nvSpPr>
            <p:cNvPr id="31" name="觅知网-不倒翁ID:189359941"/>
            <p:cNvSpPr/>
            <p:nvPr/>
          </p:nvSpPr>
          <p:spPr bwMode="auto">
            <a:xfrm>
              <a:off x="6223307" y="2727295"/>
              <a:ext cx="3623844" cy="486004"/>
            </a:xfrm>
            <a:custGeom>
              <a:avLst/>
              <a:gdLst>
                <a:gd name="T0" fmla="*/ 10 w 7091"/>
                <a:gd name="T1" fmla="*/ 0 h 933"/>
                <a:gd name="T2" fmla="*/ 6624 w 7091"/>
                <a:gd name="T3" fmla="*/ 0 h 933"/>
                <a:gd name="T4" fmla="*/ 7091 w 7091"/>
                <a:gd name="T5" fmla="*/ 466 h 933"/>
                <a:gd name="T6" fmla="*/ 7091 w 7091"/>
                <a:gd name="T7" fmla="*/ 466 h 933"/>
                <a:gd name="T8" fmla="*/ 6624 w 7091"/>
                <a:gd name="T9" fmla="*/ 933 h 933"/>
                <a:gd name="T10" fmla="*/ 10 w 7091"/>
                <a:gd name="T11" fmla="*/ 933 h 933"/>
                <a:gd name="T12" fmla="*/ 0 w 7091"/>
                <a:gd name="T13" fmla="*/ 933 h 933"/>
                <a:gd name="T14" fmla="*/ 192 w 7091"/>
                <a:gd name="T15" fmla="*/ 466 h 933"/>
                <a:gd name="T16" fmla="*/ 0 w 7091"/>
                <a:gd name="T17" fmla="*/ 0 h 933"/>
                <a:gd name="T18" fmla="*/ 10 w 7091"/>
                <a:gd name="T19" fmla="*/ 0 h 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91" h="933">
                  <a:moveTo>
                    <a:pt x="10" y="0"/>
                  </a:moveTo>
                  <a:lnTo>
                    <a:pt x="6624" y="0"/>
                  </a:lnTo>
                  <a:cubicBezTo>
                    <a:pt x="6881" y="0"/>
                    <a:pt x="7091" y="210"/>
                    <a:pt x="7091" y="466"/>
                  </a:cubicBezTo>
                  <a:lnTo>
                    <a:pt x="7091" y="466"/>
                  </a:lnTo>
                  <a:cubicBezTo>
                    <a:pt x="7091" y="723"/>
                    <a:pt x="6881" y="933"/>
                    <a:pt x="6624" y="933"/>
                  </a:cubicBezTo>
                  <a:lnTo>
                    <a:pt x="10" y="933"/>
                  </a:lnTo>
                  <a:cubicBezTo>
                    <a:pt x="7" y="933"/>
                    <a:pt x="4" y="933"/>
                    <a:pt x="0" y="933"/>
                  </a:cubicBezTo>
                  <a:cubicBezTo>
                    <a:pt x="119" y="813"/>
                    <a:pt x="192" y="648"/>
                    <a:pt x="192" y="466"/>
                  </a:cubicBezTo>
                  <a:cubicBezTo>
                    <a:pt x="192" y="284"/>
                    <a:pt x="119" y="120"/>
                    <a:pt x="0" y="0"/>
                  </a:cubicBezTo>
                  <a:cubicBezTo>
                    <a:pt x="4" y="0"/>
                    <a:pt x="7" y="0"/>
                    <a:pt x="1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68553" tIns="34277" rIns="68553" bIns="34277" numCol="1" anchor="t" anchorCtr="0" compatLnSpc="1"/>
            <a:lstStyle/>
            <a:p>
              <a:endParaRPr lang="zh-CN" altLang="en-US" dirty="0">
                <a:latin typeface="微软雅黑" pitchFamily="34" charset="-122"/>
                <a:ea typeface="微软雅黑" pitchFamily="34" charset="-122"/>
                <a:cs typeface="思源黑体 CN Regular" panose="020B0500000000000000" charset="-122"/>
              </a:endParaRPr>
            </a:p>
          </p:txBody>
        </p:sp>
        <p:sp>
          <p:nvSpPr>
            <p:cNvPr id="32" name="觅知网-不倒翁ID:189359941"/>
            <p:cNvSpPr>
              <a:spLocks noEditPoints="1"/>
            </p:cNvSpPr>
            <p:nvPr/>
          </p:nvSpPr>
          <p:spPr bwMode="auto">
            <a:xfrm>
              <a:off x="9467071" y="2856281"/>
              <a:ext cx="209356" cy="214341"/>
            </a:xfrm>
            <a:custGeom>
              <a:avLst/>
              <a:gdLst>
                <a:gd name="T0" fmla="*/ 224 w 411"/>
                <a:gd name="T1" fmla="*/ 346 h 411"/>
                <a:gd name="T2" fmla="*/ 193 w 411"/>
                <a:gd name="T3" fmla="*/ 320 h 411"/>
                <a:gd name="T4" fmla="*/ 272 w 411"/>
                <a:gd name="T5" fmla="*/ 227 h 411"/>
                <a:gd name="T6" fmla="*/ 67 w 411"/>
                <a:gd name="T7" fmla="*/ 227 h 411"/>
                <a:gd name="T8" fmla="*/ 67 w 411"/>
                <a:gd name="T9" fmla="*/ 183 h 411"/>
                <a:gd name="T10" fmla="*/ 272 w 411"/>
                <a:gd name="T11" fmla="*/ 183 h 411"/>
                <a:gd name="T12" fmla="*/ 193 w 411"/>
                <a:gd name="T13" fmla="*/ 91 h 411"/>
                <a:gd name="T14" fmla="*/ 224 w 411"/>
                <a:gd name="T15" fmla="*/ 64 h 411"/>
                <a:gd name="T16" fmla="*/ 345 w 411"/>
                <a:gd name="T17" fmla="*/ 205 h 411"/>
                <a:gd name="T18" fmla="*/ 224 w 411"/>
                <a:gd name="T19" fmla="*/ 346 h 411"/>
                <a:gd name="T20" fmla="*/ 206 w 411"/>
                <a:gd name="T21" fmla="*/ 0 h 411"/>
                <a:gd name="T22" fmla="*/ 411 w 411"/>
                <a:gd name="T23" fmla="*/ 205 h 411"/>
                <a:gd name="T24" fmla="*/ 206 w 411"/>
                <a:gd name="T25" fmla="*/ 411 h 411"/>
                <a:gd name="T26" fmla="*/ 0 w 411"/>
                <a:gd name="T27" fmla="*/ 205 h 411"/>
                <a:gd name="T28" fmla="*/ 206 w 411"/>
                <a:gd name="T29" fmla="*/ 0 h 411"/>
                <a:gd name="T30" fmla="*/ 206 w 411"/>
                <a:gd name="T31" fmla="*/ 26 h 411"/>
                <a:gd name="T32" fmla="*/ 385 w 411"/>
                <a:gd name="T33" fmla="*/ 205 h 411"/>
                <a:gd name="T34" fmla="*/ 206 w 411"/>
                <a:gd name="T35" fmla="*/ 385 h 411"/>
                <a:gd name="T36" fmla="*/ 27 w 411"/>
                <a:gd name="T37" fmla="*/ 205 h 411"/>
                <a:gd name="T38" fmla="*/ 206 w 411"/>
                <a:gd name="T39" fmla="*/ 26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11" h="411">
                  <a:moveTo>
                    <a:pt x="224" y="346"/>
                  </a:moveTo>
                  <a:lnTo>
                    <a:pt x="193" y="320"/>
                  </a:lnTo>
                  <a:lnTo>
                    <a:pt x="272" y="227"/>
                  </a:lnTo>
                  <a:lnTo>
                    <a:pt x="67" y="227"/>
                  </a:lnTo>
                  <a:lnTo>
                    <a:pt x="67" y="183"/>
                  </a:lnTo>
                  <a:lnTo>
                    <a:pt x="272" y="183"/>
                  </a:lnTo>
                  <a:lnTo>
                    <a:pt x="193" y="91"/>
                  </a:lnTo>
                  <a:lnTo>
                    <a:pt x="224" y="64"/>
                  </a:lnTo>
                  <a:lnTo>
                    <a:pt x="345" y="205"/>
                  </a:lnTo>
                  <a:lnTo>
                    <a:pt x="224" y="346"/>
                  </a:lnTo>
                  <a:close/>
                  <a:moveTo>
                    <a:pt x="206" y="0"/>
                  </a:moveTo>
                  <a:cubicBezTo>
                    <a:pt x="319" y="0"/>
                    <a:pt x="411" y="92"/>
                    <a:pt x="411" y="205"/>
                  </a:cubicBezTo>
                  <a:cubicBezTo>
                    <a:pt x="411" y="319"/>
                    <a:pt x="319" y="411"/>
                    <a:pt x="206" y="411"/>
                  </a:cubicBezTo>
                  <a:cubicBezTo>
                    <a:pt x="92" y="411"/>
                    <a:pt x="0" y="319"/>
                    <a:pt x="0" y="205"/>
                  </a:cubicBezTo>
                  <a:cubicBezTo>
                    <a:pt x="0" y="92"/>
                    <a:pt x="92" y="0"/>
                    <a:pt x="206" y="0"/>
                  </a:cubicBezTo>
                  <a:close/>
                  <a:moveTo>
                    <a:pt x="206" y="26"/>
                  </a:moveTo>
                  <a:cubicBezTo>
                    <a:pt x="305" y="26"/>
                    <a:pt x="385" y="106"/>
                    <a:pt x="385" y="205"/>
                  </a:cubicBezTo>
                  <a:cubicBezTo>
                    <a:pt x="385" y="304"/>
                    <a:pt x="305" y="385"/>
                    <a:pt x="206" y="385"/>
                  </a:cubicBezTo>
                  <a:cubicBezTo>
                    <a:pt x="107" y="385"/>
                    <a:pt x="27" y="304"/>
                    <a:pt x="27" y="205"/>
                  </a:cubicBezTo>
                  <a:cubicBezTo>
                    <a:pt x="27" y="106"/>
                    <a:pt x="107" y="26"/>
                    <a:pt x="206" y="26"/>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53" tIns="34277" rIns="68553" bIns="34277" numCol="1" anchor="t" anchorCtr="0" compatLnSpc="1"/>
            <a:lstStyle/>
            <a:p>
              <a:endParaRPr lang="zh-CN" altLang="en-US" dirty="0">
                <a:latin typeface="微软雅黑" pitchFamily="34" charset="-122"/>
                <a:ea typeface="微软雅黑" pitchFamily="34" charset="-122"/>
                <a:cs typeface="思源黑体 CN Regular" panose="020B0500000000000000" charset="-122"/>
              </a:endParaRPr>
            </a:p>
          </p:txBody>
        </p:sp>
        <p:sp>
          <p:nvSpPr>
            <p:cNvPr id="33" name="觅知网-不倒翁ID:189359941"/>
            <p:cNvSpPr txBox="1"/>
            <p:nvPr/>
          </p:nvSpPr>
          <p:spPr>
            <a:xfrm>
              <a:off x="6445405" y="2734125"/>
              <a:ext cx="2428869" cy="461665"/>
            </a:xfrm>
            <a:prstGeom prst="rect">
              <a:avLst/>
            </a:prstGeom>
            <a:noFill/>
          </p:spPr>
          <p:txBody>
            <a:bodyPr wrap="none" rtlCol="0">
              <a:spAutoFit/>
            </a:bodyPr>
            <a:lstStyle/>
            <a:p>
              <a:r>
                <a:rPr lang="zh-CN" altLang="en-US" sz="2400" b="1" spc="100" dirty="0">
                  <a:solidFill>
                    <a:srgbClr val="F8F8F8"/>
                  </a:solidFill>
                  <a:latin typeface="+mj-ea"/>
                  <a:ea typeface="+mj-ea"/>
                  <a:cs typeface="思源黑体 CN Regular" panose="020B0500000000000000" charset="-122"/>
                </a:rPr>
                <a:t>研究方法与实现</a:t>
              </a:r>
            </a:p>
          </p:txBody>
        </p:sp>
        <p:sp>
          <p:nvSpPr>
            <p:cNvPr id="34" name="觅知网-不倒翁ID:189359941"/>
            <p:cNvSpPr>
              <a:spLocks noChangeArrowheads="1"/>
            </p:cNvSpPr>
            <p:nvPr/>
          </p:nvSpPr>
          <p:spPr bwMode="auto">
            <a:xfrm>
              <a:off x="5744781" y="2701125"/>
              <a:ext cx="528373" cy="537097"/>
            </a:xfrm>
            <a:prstGeom prst="ellipse">
              <a:avLst/>
            </a:prstGeom>
            <a:solidFill>
              <a:schemeClr val="accent1"/>
            </a:solidFill>
            <a:ln>
              <a:noFill/>
            </a:ln>
          </p:spPr>
          <p:txBody>
            <a:bodyPr vert="horz" wrap="square" lIns="68553" tIns="34277" rIns="68553" bIns="34277" numCol="1" anchor="t" anchorCtr="0" compatLnSpc="1"/>
            <a:lstStyle/>
            <a:p>
              <a:endParaRPr lang="zh-CN" altLang="en-US" dirty="0">
                <a:latin typeface="微软雅黑" pitchFamily="34" charset="-122"/>
                <a:ea typeface="微软雅黑" pitchFamily="34" charset="-122"/>
                <a:cs typeface="思源黑体 CN Regular" panose="020B0500000000000000" charset="-122"/>
              </a:endParaRPr>
            </a:p>
          </p:txBody>
        </p:sp>
        <p:sp>
          <p:nvSpPr>
            <p:cNvPr id="35" name="觅知网-不倒翁ID:189359941"/>
            <p:cNvSpPr txBox="1"/>
            <p:nvPr/>
          </p:nvSpPr>
          <p:spPr>
            <a:xfrm>
              <a:off x="5813616" y="2712587"/>
              <a:ext cx="394660" cy="507831"/>
            </a:xfrm>
            <a:prstGeom prst="rect">
              <a:avLst/>
            </a:prstGeom>
            <a:noFill/>
          </p:spPr>
          <p:txBody>
            <a:bodyPr wrap="none" rtlCol="0">
              <a:spAutoFit/>
            </a:bodyPr>
            <a:lstStyle/>
            <a:p>
              <a:r>
                <a:rPr lang="en-US" altLang="zh-CN" sz="2700" b="1" dirty="0">
                  <a:solidFill>
                    <a:srgbClr val="F8F8F8"/>
                  </a:solidFill>
                  <a:latin typeface="+mj-ea"/>
                  <a:ea typeface="+mj-ea"/>
                  <a:cs typeface="思源黑体 CN Regular" panose="020B0500000000000000" charset="-122"/>
                </a:rPr>
                <a:t>3</a:t>
              </a:r>
              <a:endParaRPr lang="zh-CN" altLang="en-US" sz="2700" b="1" dirty="0">
                <a:solidFill>
                  <a:srgbClr val="F8F8F8"/>
                </a:solidFill>
                <a:latin typeface="+mj-ea"/>
                <a:ea typeface="+mj-ea"/>
                <a:cs typeface="思源黑体 CN Regular" panose="020B0500000000000000" charset="-122"/>
              </a:endParaRPr>
            </a:p>
          </p:txBody>
        </p:sp>
      </p:grpSp>
      <p:grpSp>
        <p:nvGrpSpPr>
          <p:cNvPr id="5" name="觅知网-不倒翁ID:189359941"/>
          <p:cNvGrpSpPr/>
          <p:nvPr/>
        </p:nvGrpSpPr>
        <p:grpSpPr>
          <a:xfrm>
            <a:off x="5727703" y="3789040"/>
            <a:ext cx="4102370" cy="537097"/>
            <a:chOff x="5748919" y="3492440"/>
            <a:chExt cx="4102371" cy="537097"/>
          </a:xfrm>
        </p:grpSpPr>
        <p:sp>
          <p:nvSpPr>
            <p:cNvPr id="36" name="觅知网-不倒翁ID:189359941"/>
            <p:cNvSpPr/>
            <p:nvPr/>
          </p:nvSpPr>
          <p:spPr bwMode="auto">
            <a:xfrm>
              <a:off x="6227446" y="3518609"/>
              <a:ext cx="3623844" cy="486004"/>
            </a:xfrm>
            <a:custGeom>
              <a:avLst/>
              <a:gdLst>
                <a:gd name="T0" fmla="*/ 10 w 7091"/>
                <a:gd name="T1" fmla="*/ 0 h 933"/>
                <a:gd name="T2" fmla="*/ 6624 w 7091"/>
                <a:gd name="T3" fmla="*/ 0 h 933"/>
                <a:gd name="T4" fmla="*/ 7091 w 7091"/>
                <a:gd name="T5" fmla="*/ 466 h 933"/>
                <a:gd name="T6" fmla="*/ 7091 w 7091"/>
                <a:gd name="T7" fmla="*/ 466 h 933"/>
                <a:gd name="T8" fmla="*/ 6624 w 7091"/>
                <a:gd name="T9" fmla="*/ 933 h 933"/>
                <a:gd name="T10" fmla="*/ 10 w 7091"/>
                <a:gd name="T11" fmla="*/ 933 h 933"/>
                <a:gd name="T12" fmla="*/ 0 w 7091"/>
                <a:gd name="T13" fmla="*/ 933 h 933"/>
                <a:gd name="T14" fmla="*/ 192 w 7091"/>
                <a:gd name="T15" fmla="*/ 466 h 933"/>
                <a:gd name="T16" fmla="*/ 0 w 7091"/>
                <a:gd name="T17" fmla="*/ 0 h 933"/>
                <a:gd name="T18" fmla="*/ 10 w 7091"/>
                <a:gd name="T19" fmla="*/ 0 h 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91" h="933">
                  <a:moveTo>
                    <a:pt x="10" y="0"/>
                  </a:moveTo>
                  <a:lnTo>
                    <a:pt x="6624" y="0"/>
                  </a:lnTo>
                  <a:cubicBezTo>
                    <a:pt x="6881" y="0"/>
                    <a:pt x="7091" y="210"/>
                    <a:pt x="7091" y="466"/>
                  </a:cubicBezTo>
                  <a:lnTo>
                    <a:pt x="7091" y="466"/>
                  </a:lnTo>
                  <a:cubicBezTo>
                    <a:pt x="7091" y="723"/>
                    <a:pt x="6881" y="933"/>
                    <a:pt x="6624" y="933"/>
                  </a:cubicBezTo>
                  <a:lnTo>
                    <a:pt x="10" y="933"/>
                  </a:lnTo>
                  <a:cubicBezTo>
                    <a:pt x="7" y="933"/>
                    <a:pt x="4" y="933"/>
                    <a:pt x="0" y="933"/>
                  </a:cubicBezTo>
                  <a:cubicBezTo>
                    <a:pt x="119" y="813"/>
                    <a:pt x="192" y="648"/>
                    <a:pt x="192" y="466"/>
                  </a:cubicBezTo>
                  <a:cubicBezTo>
                    <a:pt x="192" y="284"/>
                    <a:pt x="119" y="120"/>
                    <a:pt x="0" y="0"/>
                  </a:cubicBezTo>
                  <a:cubicBezTo>
                    <a:pt x="4" y="0"/>
                    <a:pt x="7" y="0"/>
                    <a:pt x="1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68553" tIns="34277" rIns="68553" bIns="34277" numCol="1" anchor="t" anchorCtr="0" compatLnSpc="1"/>
            <a:lstStyle/>
            <a:p>
              <a:endParaRPr lang="zh-CN" altLang="en-US" dirty="0">
                <a:latin typeface="微软雅黑" pitchFamily="34" charset="-122"/>
                <a:ea typeface="微软雅黑" pitchFamily="34" charset="-122"/>
                <a:cs typeface="思源黑体 CN Regular" panose="020B0500000000000000" charset="-122"/>
              </a:endParaRPr>
            </a:p>
          </p:txBody>
        </p:sp>
        <p:sp>
          <p:nvSpPr>
            <p:cNvPr id="37" name="觅知网-不倒翁ID:189359941"/>
            <p:cNvSpPr>
              <a:spLocks noEditPoints="1"/>
            </p:cNvSpPr>
            <p:nvPr/>
          </p:nvSpPr>
          <p:spPr bwMode="auto">
            <a:xfrm>
              <a:off x="9471210" y="3647595"/>
              <a:ext cx="209356" cy="214341"/>
            </a:xfrm>
            <a:custGeom>
              <a:avLst/>
              <a:gdLst>
                <a:gd name="T0" fmla="*/ 224 w 411"/>
                <a:gd name="T1" fmla="*/ 346 h 411"/>
                <a:gd name="T2" fmla="*/ 193 w 411"/>
                <a:gd name="T3" fmla="*/ 320 h 411"/>
                <a:gd name="T4" fmla="*/ 272 w 411"/>
                <a:gd name="T5" fmla="*/ 227 h 411"/>
                <a:gd name="T6" fmla="*/ 67 w 411"/>
                <a:gd name="T7" fmla="*/ 227 h 411"/>
                <a:gd name="T8" fmla="*/ 67 w 411"/>
                <a:gd name="T9" fmla="*/ 183 h 411"/>
                <a:gd name="T10" fmla="*/ 272 w 411"/>
                <a:gd name="T11" fmla="*/ 183 h 411"/>
                <a:gd name="T12" fmla="*/ 193 w 411"/>
                <a:gd name="T13" fmla="*/ 91 h 411"/>
                <a:gd name="T14" fmla="*/ 224 w 411"/>
                <a:gd name="T15" fmla="*/ 64 h 411"/>
                <a:gd name="T16" fmla="*/ 345 w 411"/>
                <a:gd name="T17" fmla="*/ 205 h 411"/>
                <a:gd name="T18" fmla="*/ 224 w 411"/>
                <a:gd name="T19" fmla="*/ 346 h 411"/>
                <a:gd name="T20" fmla="*/ 206 w 411"/>
                <a:gd name="T21" fmla="*/ 0 h 411"/>
                <a:gd name="T22" fmla="*/ 411 w 411"/>
                <a:gd name="T23" fmla="*/ 205 h 411"/>
                <a:gd name="T24" fmla="*/ 206 w 411"/>
                <a:gd name="T25" fmla="*/ 411 h 411"/>
                <a:gd name="T26" fmla="*/ 0 w 411"/>
                <a:gd name="T27" fmla="*/ 205 h 411"/>
                <a:gd name="T28" fmla="*/ 206 w 411"/>
                <a:gd name="T29" fmla="*/ 0 h 411"/>
                <a:gd name="T30" fmla="*/ 206 w 411"/>
                <a:gd name="T31" fmla="*/ 26 h 411"/>
                <a:gd name="T32" fmla="*/ 385 w 411"/>
                <a:gd name="T33" fmla="*/ 205 h 411"/>
                <a:gd name="T34" fmla="*/ 206 w 411"/>
                <a:gd name="T35" fmla="*/ 385 h 411"/>
                <a:gd name="T36" fmla="*/ 27 w 411"/>
                <a:gd name="T37" fmla="*/ 205 h 411"/>
                <a:gd name="T38" fmla="*/ 206 w 411"/>
                <a:gd name="T39" fmla="*/ 26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11" h="411">
                  <a:moveTo>
                    <a:pt x="224" y="346"/>
                  </a:moveTo>
                  <a:lnTo>
                    <a:pt x="193" y="320"/>
                  </a:lnTo>
                  <a:lnTo>
                    <a:pt x="272" y="227"/>
                  </a:lnTo>
                  <a:lnTo>
                    <a:pt x="67" y="227"/>
                  </a:lnTo>
                  <a:lnTo>
                    <a:pt x="67" y="183"/>
                  </a:lnTo>
                  <a:lnTo>
                    <a:pt x="272" y="183"/>
                  </a:lnTo>
                  <a:lnTo>
                    <a:pt x="193" y="91"/>
                  </a:lnTo>
                  <a:lnTo>
                    <a:pt x="224" y="64"/>
                  </a:lnTo>
                  <a:lnTo>
                    <a:pt x="345" y="205"/>
                  </a:lnTo>
                  <a:lnTo>
                    <a:pt x="224" y="346"/>
                  </a:lnTo>
                  <a:close/>
                  <a:moveTo>
                    <a:pt x="206" y="0"/>
                  </a:moveTo>
                  <a:cubicBezTo>
                    <a:pt x="319" y="0"/>
                    <a:pt x="411" y="92"/>
                    <a:pt x="411" y="205"/>
                  </a:cubicBezTo>
                  <a:cubicBezTo>
                    <a:pt x="411" y="319"/>
                    <a:pt x="319" y="411"/>
                    <a:pt x="206" y="411"/>
                  </a:cubicBezTo>
                  <a:cubicBezTo>
                    <a:pt x="92" y="411"/>
                    <a:pt x="0" y="319"/>
                    <a:pt x="0" y="205"/>
                  </a:cubicBezTo>
                  <a:cubicBezTo>
                    <a:pt x="0" y="92"/>
                    <a:pt x="92" y="0"/>
                    <a:pt x="206" y="0"/>
                  </a:cubicBezTo>
                  <a:close/>
                  <a:moveTo>
                    <a:pt x="206" y="26"/>
                  </a:moveTo>
                  <a:cubicBezTo>
                    <a:pt x="305" y="26"/>
                    <a:pt x="385" y="106"/>
                    <a:pt x="385" y="205"/>
                  </a:cubicBezTo>
                  <a:cubicBezTo>
                    <a:pt x="385" y="304"/>
                    <a:pt x="305" y="385"/>
                    <a:pt x="206" y="385"/>
                  </a:cubicBezTo>
                  <a:cubicBezTo>
                    <a:pt x="107" y="385"/>
                    <a:pt x="27" y="304"/>
                    <a:pt x="27" y="205"/>
                  </a:cubicBezTo>
                  <a:cubicBezTo>
                    <a:pt x="27" y="106"/>
                    <a:pt x="107" y="26"/>
                    <a:pt x="206" y="26"/>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53" tIns="34277" rIns="68553" bIns="34277" numCol="1" anchor="t" anchorCtr="0" compatLnSpc="1"/>
            <a:lstStyle/>
            <a:p>
              <a:endParaRPr lang="zh-CN" altLang="en-US" dirty="0">
                <a:latin typeface="微软雅黑" pitchFamily="34" charset="-122"/>
                <a:ea typeface="微软雅黑" pitchFamily="34" charset="-122"/>
                <a:cs typeface="思源黑体 CN Regular" panose="020B0500000000000000" charset="-122"/>
              </a:endParaRPr>
            </a:p>
          </p:txBody>
        </p:sp>
        <p:sp>
          <p:nvSpPr>
            <p:cNvPr id="38" name="觅知网-不倒翁ID:189359941"/>
            <p:cNvSpPr txBox="1"/>
            <p:nvPr/>
          </p:nvSpPr>
          <p:spPr>
            <a:xfrm>
              <a:off x="6456015" y="3530155"/>
              <a:ext cx="2428871" cy="461665"/>
            </a:xfrm>
            <a:prstGeom prst="rect">
              <a:avLst/>
            </a:prstGeom>
            <a:noFill/>
          </p:spPr>
          <p:txBody>
            <a:bodyPr wrap="none" rtlCol="0">
              <a:spAutoFit/>
            </a:bodyPr>
            <a:lstStyle/>
            <a:p>
              <a:r>
                <a:rPr lang="zh-CN" altLang="en-US" sz="2400" b="1" spc="100" dirty="0">
                  <a:solidFill>
                    <a:srgbClr val="F8F8F8"/>
                  </a:solidFill>
                  <a:latin typeface="+mj-ea"/>
                  <a:ea typeface="+mj-ea"/>
                  <a:cs typeface="思源黑体 CN Regular" panose="020B0500000000000000" charset="-122"/>
                </a:rPr>
                <a:t>仿真实验与结果</a:t>
              </a:r>
            </a:p>
          </p:txBody>
        </p:sp>
        <p:sp>
          <p:nvSpPr>
            <p:cNvPr id="39" name="觅知网-不倒翁ID:189359941"/>
            <p:cNvSpPr>
              <a:spLocks noChangeArrowheads="1"/>
            </p:cNvSpPr>
            <p:nvPr/>
          </p:nvSpPr>
          <p:spPr bwMode="auto">
            <a:xfrm>
              <a:off x="5748919" y="3492440"/>
              <a:ext cx="528373" cy="537097"/>
            </a:xfrm>
            <a:prstGeom prst="ellipse">
              <a:avLst/>
            </a:prstGeom>
            <a:solidFill>
              <a:schemeClr val="accent1"/>
            </a:solidFill>
            <a:ln>
              <a:noFill/>
            </a:ln>
          </p:spPr>
          <p:txBody>
            <a:bodyPr vert="horz" wrap="square" lIns="68553" tIns="34277" rIns="68553" bIns="34277" numCol="1" anchor="t" anchorCtr="0" compatLnSpc="1"/>
            <a:lstStyle/>
            <a:p>
              <a:endParaRPr lang="zh-CN" altLang="en-US" dirty="0">
                <a:latin typeface="微软雅黑" pitchFamily="34" charset="-122"/>
                <a:ea typeface="微软雅黑" pitchFamily="34" charset="-122"/>
                <a:cs typeface="思源黑体 CN Regular" panose="020B0500000000000000" charset="-122"/>
              </a:endParaRPr>
            </a:p>
          </p:txBody>
        </p:sp>
        <p:sp>
          <p:nvSpPr>
            <p:cNvPr id="40" name="觅知网-不倒翁ID:189359941"/>
            <p:cNvSpPr txBox="1"/>
            <p:nvPr/>
          </p:nvSpPr>
          <p:spPr>
            <a:xfrm>
              <a:off x="5820504" y="3518609"/>
              <a:ext cx="394660" cy="507831"/>
            </a:xfrm>
            <a:prstGeom prst="rect">
              <a:avLst/>
            </a:prstGeom>
            <a:noFill/>
          </p:spPr>
          <p:txBody>
            <a:bodyPr wrap="none" rtlCol="0">
              <a:spAutoFit/>
            </a:bodyPr>
            <a:lstStyle/>
            <a:p>
              <a:r>
                <a:rPr lang="en-US" altLang="zh-CN" sz="2700" b="1" dirty="0">
                  <a:solidFill>
                    <a:srgbClr val="F8F8F8"/>
                  </a:solidFill>
                  <a:latin typeface="+mj-ea"/>
                  <a:ea typeface="+mj-ea"/>
                  <a:cs typeface="思源黑体 CN Regular" panose="020B0500000000000000" charset="-122"/>
                </a:rPr>
                <a:t>4</a:t>
              </a:r>
              <a:endParaRPr lang="zh-CN" altLang="en-US" sz="2700" b="1" dirty="0">
                <a:solidFill>
                  <a:srgbClr val="F8F8F8"/>
                </a:solidFill>
                <a:latin typeface="+mj-ea"/>
                <a:ea typeface="+mj-ea"/>
                <a:cs typeface="思源黑体 CN Regular" panose="020B0500000000000000" charset="-122"/>
              </a:endParaRPr>
            </a:p>
          </p:txBody>
        </p:sp>
      </p:grpSp>
      <p:grpSp>
        <p:nvGrpSpPr>
          <p:cNvPr id="6" name="觅知网-不倒翁ID:189359941"/>
          <p:cNvGrpSpPr/>
          <p:nvPr/>
        </p:nvGrpSpPr>
        <p:grpSpPr>
          <a:xfrm>
            <a:off x="5547486" y="4737677"/>
            <a:ext cx="4102371" cy="537097"/>
            <a:chOff x="5586965" y="4269440"/>
            <a:chExt cx="4102370" cy="537097"/>
          </a:xfrm>
        </p:grpSpPr>
        <p:sp>
          <p:nvSpPr>
            <p:cNvPr id="41" name="觅知网-不倒翁ID:189359941"/>
            <p:cNvSpPr/>
            <p:nvPr/>
          </p:nvSpPr>
          <p:spPr bwMode="auto">
            <a:xfrm>
              <a:off x="6065491" y="4295610"/>
              <a:ext cx="3623844" cy="486004"/>
            </a:xfrm>
            <a:custGeom>
              <a:avLst/>
              <a:gdLst>
                <a:gd name="T0" fmla="*/ 10 w 7091"/>
                <a:gd name="T1" fmla="*/ 0 h 933"/>
                <a:gd name="T2" fmla="*/ 6624 w 7091"/>
                <a:gd name="T3" fmla="*/ 0 h 933"/>
                <a:gd name="T4" fmla="*/ 7091 w 7091"/>
                <a:gd name="T5" fmla="*/ 466 h 933"/>
                <a:gd name="T6" fmla="*/ 7091 w 7091"/>
                <a:gd name="T7" fmla="*/ 466 h 933"/>
                <a:gd name="T8" fmla="*/ 6624 w 7091"/>
                <a:gd name="T9" fmla="*/ 933 h 933"/>
                <a:gd name="T10" fmla="*/ 10 w 7091"/>
                <a:gd name="T11" fmla="*/ 933 h 933"/>
                <a:gd name="T12" fmla="*/ 0 w 7091"/>
                <a:gd name="T13" fmla="*/ 933 h 933"/>
                <a:gd name="T14" fmla="*/ 192 w 7091"/>
                <a:gd name="T15" fmla="*/ 466 h 933"/>
                <a:gd name="T16" fmla="*/ 0 w 7091"/>
                <a:gd name="T17" fmla="*/ 0 h 933"/>
                <a:gd name="T18" fmla="*/ 10 w 7091"/>
                <a:gd name="T19" fmla="*/ 0 h 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91" h="933">
                  <a:moveTo>
                    <a:pt x="10" y="0"/>
                  </a:moveTo>
                  <a:lnTo>
                    <a:pt x="6624" y="0"/>
                  </a:lnTo>
                  <a:cubicBezTo>
                    <a:pt x="6881" y="0"/>
                    <a:pt x="7091" y="210"/>
                    <a:pt x="7091" y="466"/>
                  </a:cubicBezTo>
                  <a:lnTo>
                    <a:pt x="7091" y="466"/>
                  </a:lnTo>
                  <a:cubicBezTo>
                    <a:pt x="7091" y="723"/>
                    <a:pt x="6881" y="933"/>
                    <a:pt x="6624" y="933"/>
                  </a:cubicBezTo>
                  <a:lnTo>
                    <a:pt x="10" y="933"/>
                  </a:lnTo>
                  <a:cubicBezTo>
                    <a:pt x="7" y="933"/>
                    <a:pt x="4" y="933"/>
                    <a:pt x="0" y="933"/>
                  </a:cubicBezTo>
                  <a:cubicBezTo>
                    <a:pt x="119" y="813"/>
                    <a:pt x="192" y="648"/>
                    <a:pt x="192" y="466"/>
                  </a:cubicBezTo>
                  <a:cubicBezTo>
                    <a:pt x="192" y="284"/>
                    <a:pt x="119" y="120"/>
                    <a:pt x="0" y="0"/>
                  </a:cubicBezTo>
                  <a:cubicBezTo>
                    <a:pt x="4" y="0"/>
                    <a:pt x="7" y="0"/>
                    <a:pt x="1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68553" tIns="34277" rIns="68553" bIns="34277" numCol="1" anchor="t" anchorCtr="0" compatLnSpc="1"/>
            <a:lstStyle/>
            <a:p>
              <a:endParaRPr lang="zh-CN" altLang="en-US" dirty="0">
                <a:latin typeface="微软雅黑" pitchFamily="34" charset="-122"/>
                <a:ea typeface="微软雅黑" pitchFamily="34" charset="-122"/>
                <a:cs typeface="思源黑体 CN Regular" panose="020B0500000000000000" charset="-122"/>
              </a:endParaRPr>
            </a:p>
          </p:txBody>
        </p:sp>
        <p:sp>
          <p:nvSpPr>
            <p:cNvPr id="42" name="觅知网-不倒翁ID:189359941"/>
            <p:cNvSpPr>
              <a:spLocks noEditPoints="1"/>
            </p:cNvSpPr>
            <p:nvPr/>
          </p:nvSpPr>
          <p:spPr bwMode="auto">
            <a:xfrm>
              <a:off x="9309255" y="4424596"/>
              <a:ext cx="209356" cy="214341"/>
            </a:xfrm>
            <a:custGeom>
              <a:avLst/>
              <a:gdLst>
                <a:gd name="T0" fmla="*/ 224 w 411"/>
                <a:gd name="T1" fmla="*/ 346 h 411"/>
                <a:gd name="T2" fmla="*/ 193 w 411"/>
                <a:gd name="T3" fmla="*/ 320 h 411"/>
                <a:gd name="T4" fmla="*/ 272 w 411"/>
                <a:gd name="T5" fmla="*/ 227 h 411"/>
                <a:gd name="T6" fmla="*/ 67 w 411"/>
                <a:gd name="T7" fmla="*/ 227 h 411"/>
                <a:gd name="T8" fmla="*/ 67 w 411"/>
                <a:gd name="T9" fmla="*/ 183 h 411"/>
                <a:gd name="T10" fmla="*/ 272 w 411"/>
                <a:gd name="T11" fmla="*/ 183 h 411"/>
                <a:gd name="T12" fmla="*/ 193 w 411"/>
                <a:gd name="T13" fmla="*/ 91 h 411"/>
                <a:gd name="T14" fmla="*/ 224 w 411"/>
                <a:gd name="T15" fmla="*/ 64 h 411"/>
                <a:gd name="T16" fmla="*/ 345 w 411"/>
                <a:gd name="T17" fmla="*/ 205 h 411"/>
                <a:gd name="T18" fmla="*/ 224 w 411"/>
                <a:gd name="T19" fmla="*/ 346 h 411"/>
                <a:gd name="T20" fmla="*/ 206 w 411"/>
                <a:gd name="T21" fmla="*/ 0 h 411"/>
                <a:gd name="T22" fmla="*/ 411 w 411"/>
                <a:gd name="T23" fmla="*/ 205 h 411"/>
                <a:gd name="T24" fmla="*/ 206 w 411"/>
                <a:gd name="T25" fmla="*/ 411 h 411"/>
                <a:gd name="T26" fmla="*/ 0 w 411"/>
                <a:gd name="T27" fmla="*/ 205 h 411"/>
                <a:gd name="T28" fmla="*/ 206 w 411"/>
                <a:gd name="T29" fmla="*/ 0 h 411"/>
                <a:gd name="T30" fmla="*/ 206 w 411"/>
                <a:gd name="T31" fmla="*/ 26 h 411"/>
                <a:gd name="T32" fmla="*/ 385 w 411"/>
                <a:gd name="T33" fmla="*/ 205 h 411"/>
                <a:gd name="T34" fmla="*/ 206 w 411"/>
                <a:gd name="T35" fmla="*/ 385 h 411"/>
                <a:gd name="T36" fmla="*/ 27 w 411"/>
                <a:gd name="T37" fmla="*/ 205 h 411"/>
                <a:gd name="T38" fmla="*/ 206 w 411"/>
                <a:gd name="T39" fmla="*/ 26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11" h="411">
                  <a:moveTo>
                    <a:pt x="224" y="346"/>
                  </a:moveTo>
                  <a:lnTo>
                    <a:pt x="193" y="320"/>
                  </a:lnTo>
                  <a:lnTo>
                    <a:pt x="272" y="227"/>
                  </a:lnTo>
                  <a:lnTo>
                    <a:pt x="67" y="227"/>
                  </a:lnTo>
                  <a:lnTo>
                    <a:pt x="67" y="183"/>
                  </a:lnTo>
                  <a:lnTo>
                    <a:pt x="272" y="183"/>
                  </a:lnTo>
                  <a:lnTo>
                    <a:pt x="193" y="91"/>
                  </a:lnTo>
                  <a:lnTo>
                    <a:pt x="224" y="64"/>
                  </a:lnTo>
                  <a:lnTo>
                    <a:pt x="345" y="205"/>
                  </a:lnTo>
                  <a:lnTo>
                    <a:pt x="224" y="346"/>
                  </a:lnTo>
                  <a:close/>
                  <a:moveTo>
                    <a:pt x="206" y="0"/>
                  </a:moveTo>
                  <a:cubicBezTo>
                    <a:pt x="319" y="0"/>
                    <a:pt x="411" y="92"/>
                    <a:pt x="411" y="205"/>
                  </a:cubicBezTo>
                  <a:cubicBezTo>
                    <a:pt x="411" y="319"/>
                    <a:pt x="319" y="411"/>
                    <a:pt x="206" y="411"/>
                  </a:cubicBezTo>
                  <a:cubicBezTo>
                    <a:pt x="92" y="411"/>
                    <a:pt x="0" y="319"/>
                    <a:pt x="0" y="205"/>
                  </a:cubicBezTo>
                  <a:cubicBezTo>
                    <a:pt x="0" y="92"/>
                    <a:pt x="92" y="0"/>
                    <a:pt x="206" y="0"/>
                  </a:cubicBezTo>
                  <a:close/>
                  <a:moveTo>
                    <a:pt x="206" y="26"/>
                  </a:moveTo>
                  <a:cubicBezTo>
                    <a:pt x="305" y="26"/>
                    <a:pt x="385" y="106"/>
                    <a:pt x="385" y="205"/>
                  </a:cubicBezTo>
                  <a:cubicBezTo>
                    <a:pt x="385" y="304"/>
                    <a:pt x="305" y="385"/>
                    <a:pt x="206" y="385"/>
                  </a:cubicBezTo>
                  <a:cubicBezTo>
                    <a:pt x="107" y="385"/>
                    <a:pt x="27" y="304"/>
                    <a:pt x="27" y="205"/>
                  </a:cubicBezTo>
                  <a:cubicBezTo>
                    <a:pt x="27" y="106"/>
                    <a:pt x="107" y="26"/>
                    <a:pt x="206" y="26"/>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53" tIns="34277" rIns="68553" bIns="34277" numCol="1" anchor="t" anchorCtr="0" compatLnSpc="1"/>
            <a:lstStyle/>
            <a:p>
              <a:endParaRPr lang="zh-CN" altLang="en-US" dirty="0">
                <a:latin typeface="微软雅黑" pitchFamily="34" charset="-122"/>
                <a:ea typeface="微软雅黑" pitchFamily="34" charset="-122"/>
                <a:cs typeface="思源黑体 CN Regular" panose="020B0500000000000000" charset="-122"/>
              </a:endParaRPr>
            </a:p>
          </p:txBody>
        </p:sp>
        <p:sp>
          <p:nvSpPr>
            <p:cNvPr id="43" name="觅知网-不倒翁ID:189359941"/>
            <p:cNvSpPr txBox="1"/>
            <p:nvPr/>
          </p:nvSpPr>
          <p:spPr>
            <a:xfrm>
              <a:off x="6214528" y="4303030"/>
              <a:ext cx="1787669" cy="461665"/>
            </a:xfrm>
            <a:prstGeom prst="rect">
              <a:avLst/>
            </a:prstGeom>
            <a:noFill/>
          </p:spPr>
          <p:txBody>
            <a:bodyPr wrap="none" rtlCol="0">
              <a:spAutoFit/>
            </a:bodyPr>
            <a:lstStyle/>
            <a:p>
              <a:r>
                <a:rPr lang="zh-CN" altLang="en-US" sz="2400" b="1" spc="100" dirty="0">
                  <a:solidFill>
                    <a:srgbClr val="F8F8F8"/>
                  </a:solidFill>
                  <a:latin typeface="+mj-ea"/>
                  <a:ea typeface="+mj-ea"/>
                  <a:cs typeface="思源黑体 CN Regular" panose="020B0500000000000000" charset="-122"/>
                </a:rPr>
                <a:t>总结与展望</a:t>
              </a:r>
            </a:p>
          </p:txBody>
        </p:sp>
        <p:sp>
          <p:nvSpPr>
            <p:cNvPr id="44" name="觅知网-不倒翁ID:189359941"/>
            <p:cNvSpPr>
              <a:spLocks noChangeArrowheads="1"/>
            </p:cNvSpPr>
            <p:nvPr/>
          </p:nvSpPr>
          <p:spPr bwMode="auto">
            <a:xfrm>
              <a:off x="5586965" y="4269440"/>
              <a:ext cx="528373" cy="537097"/>
            </a:xfrm>
            <a:prstGeom prst="ellipse">
              <a:avLst/>
            </a:prstGeom>
            <a:solidFill>
              <a:schemeClr val="accent1"/>
            </a:solidFill>
            <a:ln>
              <a:noFill/>
            </a:ln>
          </p:spPr>
          <p:txBody>
            <a:bodyPr vert="horz" wrap="square" lIns="68553" tIns="34277" rIns="68553" bIns="34277" numCol="1" anchor="t" anchorCtr="0" compatLnSpc="1"/>
            <a:lstStyle/>
            <a:p>
              <a:endParaRPr lang="zh-CN" altLang="en-US" dirty="0">
                <a:latin typeface="微软雅黑" pitchFamily="34" charset="-122"/>
                <a:ea typeface="微软雅黑" pitchFamily="34" charset="-122"/>
                <a:cs typeface="思源黑体 CN Regular" panose="020B0500000000000000" charset="-122"/>
              </a:endParaRPr>
            </a:p>
          </p:txBody>
        </p:sp>
        <p:sp>
          <p:nvSpPr>
            <p:cNvPr id="45" name="觅知网-不倒翁ID:189359941"/>
            <p:cNvSpPr txBox="1"/>
            <p:nvPr/>
          </p:nvSpPr>
          <p:spPr>
            <a:xfrm>
              <a:off x="5650996" y="4295590"/>
              <a:ext cx="394660" cy="507831"/>
            </a:xfrm>
            <a:prstGeom prst="rect">
              <a:avLst/>
            </a:prstGeom>
            <a:noFill/>
          </p:spPr>
          <p:txBody>
            <a:bodyPr wrap="none" rtlCol="0">
              <a:spAutoFit/>
            </a:bodyPr>
            <a:lstStyle/>
            <a:p>
              <a:r>
                <a:rPr lang="en-US" altLang="zh-CN" sz="2700" b="1" dirty="0">
                  <a:solidFill>
                    <a:srgbClr val="F8F8F8"/>
                  </a:solidFill>
                  <a:latin typeface="+mj-ea"/>
                  <a:ea typeface="+mj-ea"/>
                  <a:cs typeface="思源黑体 CN Regular" panose="020B0500000000000000" charset="-122"/>
                </a:rPr>
                <a:t>5</a:t>
              </a:r>
              <a:endParaRPr lang="zh-CN" altLang="en-US" sz="2700" b="1" dirty="0">
                <a:solidFill>
                  <a:srgbClr val="F8F8F8"/>
                </a:solidFill>
                <a:latin typeface="+mj-ea"/>
                <a:ea typeface="+mj-ea"/>
                <a:cs typeface="思源黑体 CN Regular" panose="020B0500000000000000" charset="-122"/>
              </a:endParaRPr>
            </a:p>
          </p:txBody>
        </p:sp>
      </p:grpSp>
      <p:sp>
        <p:nvSpPr>
          <p:cNvPr id="46" name="觅知网-不倒翁ID:189359941"/>
          <p:cNvSpPr>
            <a:spLocks noChangeArrowheads="1"/>
          </p:cNvSpPr>
          <p:nvPr>
            <p:custDataLst>
              <p:tags r:id="rId3"/>
            </p:custDataLst>
          </p:nvPr>
        </p:nvSpPr>
        <p:spPr bwMode="auto">
          <a:xfrm>
            <a:off x="2238970" y="1959865"/>
            <a:ext cx="2788495" cy="2796859"/>
          </a:xfrm>
          <a:prstGeom prst="ellipse">
            <a:avLst/>
          </a:prstGeom>
          <a:solidFill>
            <a:schemeClr val="accent1"/>
          </a:solidFill>
          <a:ln>
            <a:noFill/>
          </a:ln>
          <a:effectLst/>
          <a:extLst>
            <a:ext uri="{91240B29-F687-4F45-9708-019B960494DF}">
              <a14:hiddenLine xmlns:a14="http://schemas.microsoft.com/office/drawing/2010/main" w="9525">
                <a:solidFill>
                  <a:srgbClr val="000000"/>
                </a:solidFill>
                <a:round/>
              </a14:hiddenLine>
            </a:ext>
          </a:extLst>
        </p:spPr>
        <p:txBody>
          <a:bodyPr vert="horz" wrap="square" lIns="83635" tIns="41818" rIns="83635" bIns="41818" numCol="1" anchor="t" anchorCtr="0" compatLnSpc="1"/>
          <a:lstStyle/>
          <a:p>
            <a:endParaRPr lang="zh-CN" altLang="en-US" sz="2195" dirty="0">
              <a:latin typeface="微软雅黑" pitchFamily="34" charset="-122"/>
              <a:ea typeface="微软雅黑" pitchFamily="34" charset="-122"/>
              <a:cs typeface="思源黑体 CN Regular" panose="020B0500000000000000" charset="-122"/>
            </a:endParaRPr>
          </a:p>
        </p:txBody>
      </p:sp>
      <p:sp>
        <p:nvSpPr>
          <p:cNvPr id="47" name="觅知网-不倒翁ID:189359941"/>
          <p:cNvSpPr>
            <a:spLocks noChangeArrowheads="1"/>
          </p:cNvSpPr>
          <p:nvPr>
            <p:custDataLst>
              <p:tags r:id="rId4"/>
            </p:custDataLst>
          </p:nvPr>
        </p:nvSpPr>
        <p:spPr bwMode="auto">
          <a:xfrm>
            <a:off x="2361927" y="2083191"/>
            <a:ext cx="2542579" cy="2550206"/>
          </a:xfrm>
          <a:prstGeom prst="ellipse">
            <a:avLst/>
          </a:prstGeom>
          <a:noFill/>
          <a:ln w="11621">
            <a:solidFill>
              <a:srgbClr val="F8F8F8"/>
            </a:solidFill>
            <a:prstDash val="dash"/>
          </a:ln>
          <a:effectLst/>
        </p:spPr>
        <p:txBody>
          <a:bodyPr vert="horz" wrap="square" lIns="83635" tIns="41818" rIns="83635" bIns="41818" numCol="1" anchor="t" anchorCtr="0" compatLnSpc="1"/>
          <a:lstStyle/>
          <a:p>
            <a:endParaRPr lang="zh-CN" altLang="en-US" sz="2195" dirty="0">
              <a:latin typeface="微软雅黑" pitchFamily="34" charset="-122"/>
              <a:ea typeface="微软雅黑" pitchFamily="34" charset="-122"/>
              <a:cs typeface="思源黑体 CN Regular" panose="020B0500000000000000" charset="-122"/>
            </a:endParaRPr>
          </a:p>
        </p:txBody>
      </p:sp>
      <p:sp>
        <p:nvSpPr>
          <p:cNvPr id="48" name="觅知网-不倒翁ID:189359941"/>
          <p:cNvSpPr txBox="1"/>
          <p:nvPr>
            <p:custDataLst>
              <p:tags r:id="rId5"/>
            </p:custDataLst>
          </p:nvPr>
        </p:nvSpPr>
        <p:spPr>
          <a:xfrm>
            <a:off x="2764746" y="2755713"/>
            <a:ext cx="1736943" cy="863620"/>
          </a:xfrm>
          <a:prstGeom prst="rect">
            <a:avLst/>
          </a:prstGeom>
          <a:noFill/>
          <a:effectLst/>
        </p:spPr>
        <p:txBody>
          <a:bodyPr wrap="square" lIns="111557" tIns="55778" rIns="111557" bIns="55778" rtlCol="0">
            <a:spAutoFit/>
          </a:bodyPr>
          <a:lstStyle/>
          <a:p>
            <a:pPr algn="dist"/>
            <a:r>
              <a:rPr lang="zh-CN" altLang="en-US" sz="4880" b="1" dirty="0">
                <a:solidFill>
                  <a:srgbClr val="F8F8F8"/>
                </a:solidFill>
                <a:latin typeface="+mj-ea"/>
                <a:ea typeface="+mj-ea"/>
                <a:cs typeface="思源黑体 CN Regular" panose="020B0500000000000000" charset="-122"/>
              </a:rPr>
              <a:t>目录</a:t>
            </a:r>
          </a:p>
        </p:txBody>
      </p:sp>
      <p:sp>
        <p:nvSpPr>
          <p:cNvPr id="49" name="觅知网-不倒翁ID:189359941"/>
          <p:cNvSpPr txBox="1"/>
          <p:nvPr>
            <p:custDataLst>
              <p:tags r:id="rId6"/>
            </p:custDataLst>
          </p:nvPr>
        </p:nvSpPr>
        <p:spPr>
          <a:xfrm>
            <a:off x="2841508" y="3517366"/>
            <a:ext cx="1660181" cy="375794"/>
          </a:xfrm>
          <a:prstGeom prst="rect">
            <a:avLst/>
          </a:prstGeom>
          <a:noFill/>
          <a:effectLst/>
        </p:spPr>
        <p:txBody>
          <a:bodyPr wrap="square" lIns="111557" tIns="55778" rIns="111557" bIns="55778" rtlCol="0">
            <a:spAutoFit/>
          </a:bodyPr>
          <a:lstStyle/>
          <a:p>
            <a:pPr algn="dist"/>
            <a:r>
              <a:rPr lang="en-US" altLang="zh-CN" sz="1710" dirty="0">
                <a:solidFill>
                  <a:srgbClr val="F8F8F8"/>
                </a:solidFill>
                <a:latin typeface="+mj-ea"/>
                <a:ea typeface="+mj-ea"/>
                <a:cs typeface="思源黑体 CN Regular" panose="020B0500000000000000" charset="-122"/>
              </a:rPr>
              <a:t>CONTENTS</a:t>
            </a:r>
            <a:endParaRPr lang="zh-CN" altLang="en-US" sz="1710" dirty="0">
              <a:solidFill>
                <a:srgbClr val="F8F8F8"/>
              </a:solidFill>
              <a:latin typeface="+mj-ea"/>
              <a:ea typeface="+mj-ea"/>
              <a:cs typeface="思源黑体 CN Regular" panose="020B0500000000000000" charset="-122"/>
            </a:endParaRPr>
          </a:p>
        </p:txBody>
      </p:sp>
      <p:grpSp>
        <p:nvGrpSpPr>
          <p:cNvPr id="2" name="觅知网-不倒翁ID:189359941"/>
          <p:cNvGrpSpPr/>
          <p:nvPr/>
        </p:nvGrpSpPr>
        <p:grpSpPr>
          <a:xfrm>
            <a:off x="5306613" y="1230628"/>
            <a:ext cx="4102371" cy="537097"/>
            <a:chOff x="5306613" y="1230626"/>
            <a:chExt cx="4102371" cy="537097"/>
          </a:xfrm>
        </p:grpSpPr>
        <p:sp>
          <p:nvSpPr>
            <p:cNvPr id="55" name="觅知网-不倒翁ID:189359941"/>
            <p:cNvSpPr/>
            <p:nvPr/>
          </p:nvSpPr>
          <p:spPr bwMode="auto">
            <a:xfrm>
              <a:off x="5785140" y="1256795"/>
              <a:ext cx="3623844" cy="486004"/>
            </a:xfrm>
            <a:custGeom>
              <a:avLst/>
              <a:gdLst>
                <a:gd name="T0" fmla="*/ 10 w 7091"/>
                <a:gd name="T1" fmla="*/ 0 h 933"/>
                <a:gd name="T2" fmla="*/ 6624 w 7091"/>
                <a:gd name="T3" fmla="*/ 0 h 933"/>
                <a:gd name="T4" fmla="*/ 7091 w 7091"/>
                <a:gd name="T5" fmla="*/ 466 h 933"/>
                <a:gd name="T6" fmla="*/ 7091 w 7091"/>
                <a:gd name="T7" fmla="*/ 466 h 933"/>
                <a:gd name="T8" fmla="*/ 6624 w 7091"/>
                <a:gd name="T9" fmla="*/ 933 h 933"/>
                <a:gd name="T10" fmla="*/ 10 w 7091"/>
                <a:gd name="T11" fmla="*/ 933 h 933"/>
                <a:gd name="T12" fmla="*/ 0 w 7091"/>
                <a:gd name="T13" fmla="*/ 933 h 933"/>
                <a:gd name="T14" fmla="*/ 192 w 7091"/>
                <a:gd name="T15" fmla="*/ 466 h 933"/>
                <a:gd name="T16" fmla="*/ 0 w 7091"/>
                <a:gd name="T17" fmla="*/ 0 h 933"/>
                <a:gd name="T18" fmla="*/ 10 w 7091"/>
                <a:gd name="T19" fmla="*/ 0 h 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91" h="933">
                  <a:moveTo>
                    <a:pt x="10" y="0"/>
                  </a:moveTo>
                  <a:lnTo>
                    <a:pt x="6624" y="0"/>
                  </a:lnTo>
                  <a:cubicBezTo>
                    <a:pt x="6881" y="0"/>
                    <a:pt x="7091" y="210"/>
                    <a:pt x="7091" y="466"/>
                  </a:cubicBezTo>
                  <a:lnTo>
                    <a:pt x="7091" y="466"/>
                  </a:lnTo>
                  <a:cubicBezTo>
                    <a:pt x="7091" y="723"/>
                    <a:pt x="6881" y="933"/>
                    <a:pt x="6624" y="933"/>
                  </a:cubicBezTo>
                  <a:lnTo>
                    <a:pt x="10" y="933"/>
                  </a:lnTo>
                  <a:cubicBezTo>
                    <a:pt x="7" y="933"/>
                    <a:pt x="4" y="933"/>
                    <a:pt x="0" y="933"/>
                  </a:cubicBezTo>
                  <a:cubicBezTo>
                    <a:pt x="119" y="813"/>
                    <a:pt x="192" y="648"/>
                    <a:pt x="192" y="466"/>
                  </a:cubicBezTo>
                  <a:cubicBezTo>
                    <a:pt x="192" y="284"/>
                    <a:pt x="119" y="120"/>
                    <a:pt x="0" y="0"/>
                  </a:cubicBezTo>
                  <a:cubicBezTo>
                    <a:pt x="4" y="0"/>
                    <a:pt x="7" y="0"/>
                    <a:pt x="10" y="0"/>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68553" tIns="34277" rIns="68553" bIns="34277" numCol="1" anchor="t" anchorCtr="0" compatLnSpc="1"/>
            <a:lstStyle/>
            <a:p>
              <a:endParaRPr lang="zh-CN" altLang="en-US" dirty="0">
                <a:latin typeface="微软雅黑" pitchFamily="34" charset="-122"/>
                <a:ea typeface="微软雅黑" pitchFamily="34" charset="-122"/>
                <a:cs typeface="思源黑体 CN Regular" panose="020B0500000000000000" charset="-122"/>
              </a:endParaRPr>
            </a:p>
          </p:txBody>
        </p:sp>
        <p:sp>
          <p:nvSpPr>
            <p:cNvPr id="56" name="觅知网-不倒翁ID:189359941"/>
            <p:cNvSpPr>
              <a:spLocks noEditPoints="1"/>
            </p:cNvSpPr>
            <p:nvPr/>
          </p:nvSpPr>
          <p:spPr bwMode="auto">
            <a:xfrm>
              <a:off x="9028904" y="1385781"/>
              <a:ext cx="209356" cy="214341"/>
            </a:xfrm>
            <a:custGeom>
              <a:avLst/>
              <a:gdLst>
                <a:gd name="T0" fmla="*/ 224 w 411"/>
                <a:gd name="T1" fmla="*/ 346 h 411"/>
                <a:gd name="T2" fmla="*/ 193 w 411"/>
                <a:gd name="T3" fmla="*/ 320 h 411"/>
                <a:gd name="T4" fmla="*/ 272 w 411"/>
                <a:gd name="T5" fmla="*/ 227 h 411"/>
                <a:gd name="T6" fmla="*/ 67 w 411"/>
                <a:gd name="T7" fmla="*/ 227 h 411"/>
                <a:gd name="T8" fmla="*/ 67 w 411"/>
                <a:gd name="T9" fmla="*/ 183 h 411"/>
                <a:gd name="T10" fmla="*/ 272 w 411"/>
                <a:gd name="T11" fmla="*/ 183 h 411"/>
                <a:gd name="T12" fmla="*/ 193 w 411"/>
                <a:gd name="T13" fmla="*/ 91 h 411"/>
                <a:gd name="T14" fmla="*/ 224 w 411"/>
                <a:gd name="T15" fmla="*/ 64 h 411"/>
                <a:gd name="T16" fmla="*/ 345 w 411"/>
                <a:gd name="T17" fmla="*/ 205 h 411"/>
                <a:gd name="T18" fmla="*/ 224 w 411"/>
                <a:gd name="T19" fmla="*/ 346 h 411"/>
                <a:gd name="T20" fmla="*/ 206 w 411"/>
                <a:gd name="T21" fmla="*/ 0 h 411"/>
                <a:gd name="T22" fmla="*/ 411 w 411"/>
                <a:gd name="T23" fmla="*/ 205 h 411"/>
                <a:gd name="T24" fmla="*/ 206 w 411"/>
                <a:gd name="T25" fmla="*/ 411 h 411"/>
                <a:gd name="T26" fmla="*/ 0 w 411"/>
                <a:gd name="T27" fmla="*/ 205 h 411"/>
                <a:gd name="T28" fmla="*/ 206 w 411"/>
                <a:gd name="T29" fmla="*/ 0 h 411"/>
                <a:gd name="T30" fmla="*/ 206 w 411"/>
                <a:gd name="T31" fmla="*/ 26 h 411"/>
                <a:gd name="T32" fmla="*/ 385 w 411"/>
                <a:gd name="T33" fmla="*/ 205 h 411"/>
                <a:gd name="T34" fmla="*/ 206 w 411"/>
                <a:gd name="T35" fmla="*/ 385 h 411"/>
                <a:gd name="T36" fmla="*/ 27 w 411"/>
                <a:gd name="T37" fmla="*/ 205 h 411"/>
                <a:gd name="T38" fmla="*/ 206 w 411"/>
                <a:gd name="T39" fmla="*/ 26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11" h="411">
                  <a:moveTo>
                    <a:pt x="224" y="346"/>
                  </a:moveTo>
                  <a:lnTo>
                    <a:pt x="193" y="320"/>
                  </a:lnTo>
                  <a:lnTo>
                    <a:pt x="272" y="227"/>
                  </a:lnTo>
                  <a:lnTo>
                    <a:pt x="67" y="227"/>
                  </a:lnTo>
                  <a:lnTo>
                    <a:pt x="67" y="183"/>
                  </a:lnTo>
                  <a:lnTo>
                    <a:pt x="272" y="183"/>
                  </a:lnTo>
                  <a:lnTo>
                    <a:pt x="193" y="91"/>
                  </a:lnTo>
                  <a:lnTo>
                    <a:pt x="224" y="64"/>
                  </a:lnTo>
                  <a:lnTo>
                    <a:pt x="345" y="205"/>
                  </a:lnTo>
                  <a:lnTo>
                    <a:pt x="224" y="346"/>
                  </a:lnTo>
                  <a:close/>
                  <a:moveTo>
                    <a:pt x="206" y="0"/>
                  </a:moveTo>
                  <a:cubicBezTo>
                    <a:pt x="319" y="0"/>
                    <a:pt x="411" y="92"/>
                    <a:pt x="411" y="205"/>
                  </a:cubicBezTo>
                  <a:cubicBezTo>
                    <a:pt x="411" y="319"/>
                    <a:pt x="319" y="411"/>
                    <a:pt x="206" y="411"/>
                  </a:cubicBezTo>
                  <a:cubicBezTo>
                    <a:pt x="92" y="411"/>
                    <a:pt x="0" y="319"/>
                    <a:pt x="0" y="205"/>
                  </a:cubicBezTo>
                  <a:cubicBezTo>
                    <a:pt x="0" y="92"/>
                    <a:pt x="92" y="0"/>
                    <a:pt x="206" y="0"/>
                  </a:cubicBezTo>
                  <a:close/>
                  <a:moveTo>
                    <a:pt x="206" y="26"/>
                  </a:moveTo>
                  <a:cubicBezTo>
                    <a:pt x="305" y="26"/>
                    <a:pt x="385" y="106"/>
                    <a:pt x="385" y="205"/>
                  </a:cubicBezTo>
                  <a:cubicBezTo>
                    <a:pt x="385" y="304"/>
                    <a:pt x="305" y="385"/>
                    <a:pt x="206" y="385"/>
                  </a:cubicBezTo>
                  <a:cubicBezTo>
                    <a:pt x="107" y="385"/>
                    <a:pt x="27" y="304"/>
                    <a:pt x="27" y="205"/>
                  </a:cubicBezTo>
                  <a:cubicBezTo>
                    <a:pt x="27" y="106"/>
                    <a:pt x="107" y="26"/>
                    <a:pt x="206" y="26"/>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53" tIns="34277" rIns="68553" bIns="34277" numCol="1" anchor="t" anchorCtr="0" compatLnSpc="1"/>
            <a:lstStyle/>
            <a:p>
              <a:endParaRPr lang="zh-CN" altLang="en-US" dirty="0">
                <a:latin typeface="微软雅黑" pitchFamily="34" charset="-122"/>
                <a:ea typeface="微软雅黑" pitchFamily="34" charset="-122"/>
                <a:cs typeface="思源黑体 CN Regular" panose="020B0500000000000000" charset="-122"/>
              </a:endParaRPr>
            </a:p>
          </p:txBody>
        </p:sp>
        <p:sp>
          <p:nvSpPr>
            <p:cNvPr id="57" name="觅知网-不倒翁ID:189359941"/>
            <p:cNvSpPr txBox="1"/>
            <p:nvPr/>
          </p:nvSpPr>
          <p:spPr>
            <a:xfrm>
              <a:off x="6007238" y="1253492"/>
              <a:ext cx="2428870" cy="461665"/>
            </a:xfrm>
            <a:prstGeom prst="rect">
              <a:avLst/>
            </a:prstGeom>
            <a:noFill/>
          </p:spPr>
          <p:txBody>
            <a:bodyPr wrap="none" rtlCol="0">
              <a:spAutoFit/>
            </a:bodyPr>
            <a:lstStyle/>
            <a:p>
              <a:r>
                <a:rPr lang="zh-CN" altLang="en-US" sz="2400" b="1" spc="100" dirty="0">
                  <a:solidFill>
                    <a:srgbClr val="F8F8F8"/>
                  </a:solidFill>
                  <a:latin typeface="+mj-ea"/>
                  <a:ea typeface="+mj-ea"/>
                  <a:cs typeface="思源黑体 CN Regular" panose="020B0500000000000000" charset="-122"/>
                </a:rPr>
                <a:t>选题背景与意义</a:t>
              </a:r>
            </a:p>
          </p:txBody>
        </p:sp>
        <p:sp>
          <p:nvSpPr>
            <p:cNvPr id="58" name="觅知网-不倒翁ID:189359941"/>
            <p:cNvSpPr>
              <a:spLocks noChangeArrowheads="1"/>
            </p:cNvSpPr>
            <p:nvPr/>
          </p:nvSpPr>
          <p:spPr bwMode="auto">
            <a:xfrm>
              <a:off x="5306613" y="1230626"/>
              <a:ext cx="528373" cy="537097"/>
            </a:xfrm>
            <a:prstGeom prst="ellipse">
              <a:avLst/>
            </a:prstGeom>
            <a:solidFill>
              <a:schemeClr val="accent1"/>
            </a:solidFill>
            <a:ln>
              <a:noFill/>
            </a:ln>
          </p:spPr>
          <p:txBody>
            <a:bodyPr vert="horz" wrap="square" lIns="68553" tIns="34277" rIns="68553" bIns="34277" numCol="1" anchor="t" anchorCtr="0" compatLnSpc="1"/>
            <a:lstStyle/>
            <a:p>
              <a:endParaRPr lang="zh-CN" altLang="en-US" dirty="0">
                <a:latin typeface="微软雅黑" pitchFamily="34" charset="-122"/>
                <a:ea typeface="微软雅黑" pitchFamily="34" charset="-122"/>
                <a:cs typeface="思源黑体 CN Regular" panose="020B0500000000000000" charset="-122"/>
              </a:endParaRPr>
            </a:p>
          </p:txBody>
        </p:sp>
        <p:sp>
          <p:nvSpPr>
            <p:cNvPr id="59" name="觅知网-不倒翁ID:189359941"/>
            <p:cNvSpPr txBox="1"/>
            <p:nvPr/>
          </p:nvSpPr>
          <p:spPr>
            <a:xfrm>
              <a:off x="5382968" y="1242874"/>
              <a:ext cx="394660" cy="507831"/>
            </a:xfrm>
            <a:prstGeom prst="rect">
              <a:avLst/>
            </a:prstGeom>
            <a:noFill/>
          </p:spPr>
          <p:txBody>
            <a:bodyPr wrap="none" rtlCol="0">
              <a:spAutoFit/>
            </a:bodyPr>
            <a:lstStyle/>
            <a:p>
              <a:r>
                <a:rPr lang="en-US" altLang="zh-CN" sz="2700" b="1" dirty="0">
                  <a:solidFill>
                    <a:srgbClr val="F8F8F8"/>
                  </a:solidFill>
                  <a:latin typeface="+mj-ea"/>
                  <a:ea typeface="+mj-ea"/>
                  <a:cs typeface="思源黑体 CN Regular" panose="020B0500000000000000" charset="-122"/>
                </a:rPr>
                <a:t>1</a:t>
              </a:r>
              <a:endParaRPr lang="zh-CN" altLang="en-US" sz="2700" b="1" dirty="0">
                <a:solidFill>
                  <a:srgbClr val="F8F8F8"/>
                </a:solidFill>
                <a:latin typeface="+mj-ea"/>
                <a:ea typeface="+mj-ea"/>
                <a:cs typeface="思源黑体 CN Regular" panose="020B0500000000000000" charset="-122"/>
              </a:endParaRPr>
            </a:p>
          </p:txBody>
        </p:sp>
      </p:grpSp>
      <p:sp>
        <p:nvSpPr>
          <p:cNvPr id="8" name="觅知网-不倒翁ID:189359941"/>
          <p:cNvSpPr/>
          <p:nvPr/>
        </p:nvSpPr>
        <p:spPr bwMode="auto">
          <a:xfrm>
            <a:off x="323" y="5511138"/>
            <a:ext cx="12191677" cy="1346862"/>
          </a:xfrm>
          <a:custGeom>
            <a:avLst/>
            <a:gdLst>
              <a:gd name="connsiteX0" fmla="*/ 12191677 w 12191677"/>
              <a:gd name="connsiteY0" fmla="*/ 0 h 1346862"/>
              <a:gd name="connsiteX1" fmla="*/ 12191677 w 12191677"/>
              <a:gd name="connsiteY1" fmla="*/ 1346862 h 1346862"/>
              <a:gd name="connsiteX2" fmla="*/ 0 w 12191677"/>
              <a:gd name="connsiteY2" fmla="*/ 1346862 h 1346862"/>
              <a:gd name="connsiteX3" fmla="*/ 0 w 12191677"/>
              <a:gd name="connsiteY3" fmla="*/ 42381 h 1346862"/>
              <a:gd name="connsiteX4" fmla="*/ 11935898 w 12191677"/>
              <a:gd name="connsiteY4" fmla="*/ 70915 h 13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1677" h="1346862">
                <a:moveTo>
                  <a:pt x="12191677" y="0"/>
                </a:moveTo>
                <a:lnTo>
                  <a:pt x="12191677" y="1346862"/>
                </a:lnTo>
                <a:lnTo>
                  <a:pt x="0" y="1346862"/>
                </a:lnTo>
                <a:lnTo>
                  <a:pt x="0" y="42381"/>
                </a:lnTo>
                <a:cubicBezTo>
                  <a:pt x="3090122" y="758737"/>
                  <a:pt x="8949245" y="844902"/>
                  <a:pt x="11935898" y="70915"/>
                </a:cubicBezTo>
                <a:close/>
              </a:path>
            </a:pathLst>
          </a:custGeom>
          <a:solidFill>
            <a:srgbClr val="344778"/>
          </a:solidFill>
          <a:ln w="25400" cap="flat" cmpd="sng" algn="ctr">
            <a:noFill/>
            <a:prstDash val="solid"/>
          </a:ln>
          <a:effectLst/>
        </p:spPr>
        <p:txBody>
          <a:bodyPr wrap="square" rtlCol="0" anchor="ctr">
            <a:noAutofit/>
          </a:bodyPr>
          <a:lstStyle/>
          <a:p>
            <a:pPr marL="0" marR="0" lvl="0" indent="0" algn="ctr" defTabSz="866775" rtl="0" eaLnBrk="1" fontAlgn="base" latinLnBrk="0" hangingPunct="1">
              <a:lnSpc>
                <a:spcPct val="100000"/>
              </a:lnSpc>
              <a:spcBef>
                <a:spcPct val="0"/>
              </a:spcBef>
              <a:spcAft>
                <a:spcPct val="0"/>
              </a:spcAft>
              <a:buClrTx/>
              <a:buSzTx/>
              <a:buFontTx/>
              <a:buNone/>
              <a:defRPr/>
            </a:pPr>
            <a:endParaRPr kumimoji="0" lang="zh-CN" altLang="en-US" sz="1705"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cs typeface="+mn-ea"/>
              <a:sym typeface="+mn-lt"/>
            </a:endParaRPr>
          </a:p>
        </p:txBody>
      </p:sp>
      <p:sp>
        <p:nvSpPr>
          <p:cNvPr id="104" name="TextBox 9">
            <a:extLst>
              <a:ext uri="{FF2B5EF4-FFF2-40B4-BE49-F238E27FC236}">
                <a16:creationId xmlns:a16="http://schemas.microsoft.com/office/drawing/2014/main" id="{FF11A90E-4E60-197F-DCE6-A43776017FDA}"/>
              </a:ext>
            </a:extLst>
          </p:cNvPr>
          <p:cNvSpPr txBox="1"/>
          <p:nvPr/>
        </p:nvSpPr>
        <p:spPr>
          <a:xfrm>
            <a:off x="20683" y="52778"/>
            <a:ext cx="453651" cy="118430"/>
          </a:xfrm>
          <a:prstGeom prst="rect">
            <a:avLst/>
          </a:prstGeom>
          <a:noFill/>
        </p:spPr>
        <p:txBody>
          <a:bodyPr wrap="square" rtlCol="0">
            <a:spAutoFit/>
          </a:bodyPr>
          <a:lstStyle/>
          <a:p>
            <a:pPr>
              <a:lnSpc>
                <a:spcPct val="200000"/>
              </a:lnSpc>
            </a:pP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下载 </a:t>
            </a:r>
            <a:r>
              <a:rPr lang="en-US" altLang="zh-CN" sz="100" dirty="0">
                <a:noFill/>
                <a:latin typeface="微软雅黑" panose="020B0503020204020204" pitchFamily="34" charset="-122"/>
                <a:ea typeface="微软雅黑" panose="020B0503020204020204" pitchFamily="34" charset="-122"/>
              </a:rPr>
              <a:t>http://www.1ppt.com/xiazai/</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nodeType="withEffect">
                                  <p:stCondLst>
                                    <p:cond delay="0"/>
                                  </p:stCondLst>
                                  <p:childTnLst>
                                    <p:set>
                                      <p:cBhvr>
                                        <p:cTn id="6" dur="1" fill="hold">
                                          <p:stCondLst>
                                            <p:cond delay="0"/>
                                          </p:stCondLst>
                                        </p:cTn>
                                        <p:tgtEl>
                                          <p:spTgt spid="15"/>
                                        </p:tgtEl>
                                        <p:attrNameLst>
                                          <p:attrName>style.visibility</p:attrName>
                                        </p:attrNameLst>
                                      </p:cBhvr>
                                      <p:to>
                                        <p:strVal val="visible"/>
                                      </p:to>
                                    </p:set>
                                    <p:anim from="0" to="1" calcmode="lin" valueType="num">
                                      <p:cBhvr>
                                        <p:cTn id="7" dur="500" fill="hold">
                                          <p:stCondLst>
                                            <p:cond delay="0"/>
                                          </p:stCondLst>
                                        </p:cTn>
                                        <p:tgtEl>
                                          <p:spTgt spid="15"/>
                                        </p:tgtEl>
                                        <p:attrNameLst>
                                          <p:attrName>style.opacity</p:attrName>
                                        </p:attrNameLst>
                                      </p:cBhvr>
                                    </p:anim>
                                    <p:anim to="" calcmode="lin" valueType="num">
                                      <p:cBhvr>
                                        <p:cTn id="8" dur="500" fill="hold">
                                          <p:stCondLst>
                                            <p:cond delay="0"/>
                                          </p:stCondLst>
                                        </p:cTn>
                                        <p:tgtEl>
                                          <p:spTgt spid="15"/>
                                        </p:tgtEl>
                                        <p:attrNameLst>
                                          <p:attrName>ppt_y</p:attrName>
                                        </p:attrNameLst>
                                      </p:cBhvr>
                                      <p:tavLst>
                                        <p:tav tm="0" fmla="$">
                                          <p:val>
                                            <p:strVal val="#ppt_y+.05"/>
                                          </p:val>
                                        </p:tav>
                                        <p:tav tm="100000" fmla="$">
                                          <p:val>
                                            <p:strVal val="#ppt_y"/>
                                          </p:val>
                                        </p:tav>
                                      </p:tavLst>
                                    </p:anim>
                                  </p:childTnLst>
                                </p:cTn>
                              </p:par>
                              <p:par>
                                <p:cTn id="9" presetID="10" presetClass="entr" presetSubtype="0" fill="hold" grpId="0" nodeType="withEffect">
                                  <p:stCondLst>
                                    <p:cond delay="250"/>
                                  </p:stCondLst>
                                  <p:iterate type="lt">
                                    <p:tmPct val="10000"/>
                                  </p:iterate>
                                  <p:childTnLst>
                                    <p:set>
                                      <p:cBhvr>
                                        <p:cTn id="10" dur="1" fill="hold">
                                          <p:stCondLst>
                                            <p:cond delay="0"/>
                                          </p:stCondLst>
                                        </p:cTn>
                                        <p:tgtEl>
                                          <p:spTgt spid="46"/>
                                        </p:tgtEl>
                                        <p:attrNameLst>
                                          <p:attrName>style.visibility</p:attrName>
                                        </p:attrNameLst>
                                      </p:cBhvr>
                                      <p:to>
                                        <p:strVal val="visible"/>
                                      </p:to>
                                    </p:set>
                                    <p:anim to="" calcmode="lin" valueType="num">
                                      <p:cBhvr>
                                        <p:cTn id="11" dur="750" fill="hold">
                                          <p:stCondLst>
                                            <p:cond delay="0"/>
                                          </p:stCondLst>
                                        </p:cTn>
                                        <p:tgtEl>
                                          <p:spTgt spid="46"/>
                                        </p:tgtEl>
                                        <p:attrNameLst>
                                          <p:attrName>ppt_h</p:attrName>
                                        </p:attrNameLst>
                                      </p:cBhvr>
                                      <p:tavLst>
                                        <p:tav tm="0" fmla="(1+min((1.5/#ppt_h),(1.5/#ppt_w))*((1-$)^7))*#ppt_h">
                                          <p:val>
                                            <p:fltVal val="0"/>
                                          </p:val>
                                        </p:tav>
                                        <p:tav tm="100000" fmla="$">
                                          <p:val>
                                            <p:fltVal val="1"/>
                                          </p:val>
                                        </p:tav>
                                      </p:tavLst>
                                    </p:anim>
                                    <p:anim to="" calcmode="lin" valueType="num">
                                      <p:cBhvr>
                                        <p:cTn id="12" dur="750" fill="hold">
                                          <p:stCondLst>
                                            <p:cond delay="0"/>
                                          </p:stCondLst>
                                        </p:cTn>
                                        <p:tgtEl>
                                          <p:spTgt spid="46"/>
                                        </p:tgtEl>
                                        <p:attrNameLst>
                                          <p:attrName>ppt_w</p:attrName>
                                        </p:attrNameLst>
                                      </p:cBhvr>
                                      <p:tavLst>
                                        <p:tav tm="0" fmla="(1+min((1.5/#ppt_h),(1.5/#ppt_w))*((1-$)^7))*#ppt_w">
                                          <p:val>
                                            <p:fltVal val="0"/>
                                          </p:val>
                                        </p:tav>
                                        <p:tav tm="100000" fmla="(1+min((2/#ppt_h),(2/#ppt_w))*((1-$)^7))*#ppt_w">
                                          <p:val>
                                            <p:fltVal val="1"/>
                                          </p:val>
                                        </p:tav>
                                      </p:tavLst>
                                    </p:anim>
                                    <p:anim to="" calcmode="lin" valueType="num">
                                      <p:cBhvr>
                                        <p:cTn id="13" dur="400" fill="hold">
                                          <p:stCondLst>
                                            <p:cond delay="0"/>
                                          </p:stCondLst>
                                        </p:cTn>
                                        <p:tgtEl>
                                          <p:spTgt spid="46"/>
                                        </p:tgtEl>
                                        <p:attrNameLst>
                                          <p:attrName>style.opacity</p:attrName>
                                        </p:attrNameLst>
                                      </p:cBhvr>
                                      <p:tavLst>
                                        <p:tav tm="0" fmla="1-(1-$)">
                                          <p:val>
                                            <p:fltVal val="0"/>
                                          </p:val>
                                        </p:tav>
                                        <p:tav tm="100000" fmla="1-(1-$)">
                                          <p:val>
                                            <p:fltVal val="1"/>
                                          </p:val>
                                        </p:tav>
                                      </p:tavLst>
                                    </p:anim>
                                  </p:childTnLst>
                                </p:cTn>
                              </p:par>
                              <p:par>
                                <p:cTn id="14" presetID="10" presetClass="entr" presetSubtype="0" fill="hold" grpId="0" nodeType="withEffect">
                                  <p:stCondLst>
                                    <p:cond delay="250"/>
                                  </p:stCondLst>
                                  <p:iterate type="lt">
                                    <p:tmPct val="10000"/>
                                  </p:iterate>
                                  <p:childTnLst>
                                    <p:set>
                                      <p:cBhvr>
                                        <p:cTn id="15" dur="1" fill="hold">
                                          <p:stCondLst>
                                            <p:cond delay="0"/>
                                          </p:stCondLst>
                                        </p:cTn>
                                        <p:tgtEl>
                                          <p:spTgt spid="47"/>
                                        </p:tgtEl>
                                        <p:attrNameLst>
                                          <p:attrName>style.visibility</p:attrName>
                                        </p:attrNameLst>
                                      </p:cBhvr>
                                      <p:to>
                                        <p:strVal val="visible"/>
                                      </p:to>
                                    </p:set>
                                    <p:anim to="" calcmode="lin" valueType="num">
                                      <p:cBhvr>
                                        <p:cTn id="16" dur="750" fill="hold">
                                          <p:stCondLst>
                                            <p:cond delay="0"/>
                                          </p:stCondLst>
                                        </p:cTn>
                                        <p:tgtEl>
                                          <p:spTgt spid="47"/>
                                        </p:tgtEl>
                                        <p:attrNameLst>
                                          <p:attrName>ppt_h</p:attrName>
                                        </p:attrNameLst>
                                      </p:cBhvr>
                                      <p:tavLst>
                                        <p:tav tm="0" fmla="(1+min((1.5/#ppt_h),(1.5/#ppt_w))*((1-$)^7))*#ppt_h">
                                          <p:val>
                                            <p:fltVal val="0"/>
                                          </p:val>
                                        </p:tav>
                                        <p:tav tm="100000" fmla="$">
                                          <p:val>
                                            <p:fltVal val="1"/>
                                          </p:val>
                                        </p:tav>
                                      </p:tavLst>
                                    </p:anim>
                                    <p:anim to="" calcmode="lin" valueType="num">
                                      <p:cBhvr>
                                        <p:cTn id="17" dur="750" fill="hold">
                                          <p:stCondLst>
                                            <p:cond delay="0"/>
                                          </p:stCondLst>
                                        </p:cTn>
                                        <p:tgtEl>
                                          <p:spTgt spid="47"/>
                                        </p:tgtEl>
                                        <p:attrNameLst>
                                          <p:attrName>ppt_w</p:attrName>
                                        </p:attrNameLst>
                                      </p:cBhvr>
                                      <p:tavLst>
                                        <p:tav tm="0" fmla="(1+min((1.5/#ppt_h),(1.5/#ppt_w))*((1-$)^7))*#ppt_w">
                                          <p:val>
                                            <p:fltVal val="0"/>
                                          </p:val>
                                        </p:tav>
                                        <p:tav tm="100000" fmla="(1+min((2/#ppt_h),(2/#ppt_w))*((1-$)^7))*#ppt_w">
                                          <p:val>
                                            <p:fltVal val="1"/>
                                          </p:val>
                                        </p:tav>
                                      </p:tavLst>
                                    </p:anim>
                                    <p:anim to="" calcmode="lin" valueType="num">
                                      <p:cBhvr>
                                        <p:cTn id="18" dur="400" fill="hold">
                                          <p:stCondLst>
                                            <p:cond delay="0"/>
                                          </p:stCondLst>
                                        </p:cTn>
                                        <p:tgtEl>
                                          <p:spTgt spid="47"/>
                                        </p:tgtEl>
                                        <p:attrNameLst>
                                          <p:attrName>style.opacity</p:attrName>
                                        </p:attrNameLst>
                                      </p:cBhvr>
                                      <p:tavLst>
                                        <p:tav tm="0" fmla="1-(1-$)">
                                          <p:val>
                                            <p:fltVal val="0"/>
                                          </p:val>
                                        </p:tav>
                                        <p:tav tm="100000" fmla="1-(1-$)">
                                          <p:val>
                                            <p:fltVal val="1"/>
                                          </p:val>
                                        </p:tav>
                                      </p:tavLst>
                                    </p:anim>
                                  </p:childTnLst>
                                </p:cTn>
                              </p:par>
                              <p:par>
                                <p:cTn id="19" presetID="10" presetClass="entr" presetSubtype="0" fill="hold" grpId="0" nodeType="withEffect">
                                  <p:stCondLst>
                                    <p:cond delay="250"/>
                                  </p:stCondLst>
                                  <p:iterate type="lt">
                                    <p:tmPct val="10000"/>
                                  </p:iterate>
                                  <p:childTnLst>
                                    <p:set>
                                      <p:cBhvr>
                                        <p:cTn id="20" dur="1" fill="hold">
                                          <p:stCondLst>
                                            <p:cond delay="0"/>
                                          </p:stCondLst>
                                        </p:cTn>
                                        <p:tgtEl>
                                          <p:spTgt spid="48"/>
                                        </p:tgtEl>
                                        <p:attrNameLst>
                                          <p:attrName>style.visibility</p:attrName>
                                        </p:attrNameLst>
                                      </p:cBhvr>
                                      <p:to>
                                        <p:strVal val="visible"/>
                                      </p:to>
                                    </p:set>
                                    <p:anim to="" calcmode="lin" valueType="num">
                                      <p:cBhvr>
                                        <p:cTn id="21" dur="750" fill="hold">
                                          <p:stCondLst>
                                            <p:cond delay="0"/>
                                          </p:stCondLst>
                                        </p:cTn>
                                        <p:tgtEl>
                                          <p:spTgt spid="48"/>
                                        </p:tgtEl>
                                        <p:attrNameLst>
                                          <p:attrName>ppt_h</p:attrName>
                                        </p:attrNameLst>
                                      </p:cBhvr>
                                      <p:tavLst>
                                        <p:tav tm="0" fmla="(1+min((1.5/#ppt_h),(1.5/#ppt_w))*((1-$)^7))*#ppt_h">
                                          <p:val>
                                            <p:fltVal val="0"/>
                                          </p:val>
                                        </p:tav>
                                        <p:tav tm="100000" fmla="$">
                                          <p:val>
                                            <p:fltVal val="1"/>
                                          </p:val>
                                        </p:tav>
                                      </p:tavLst>
                                    </p:anim>
                                    <p:anim to="" calcmode="lin" valueType="num">
                                      <p:cBhvr>
                                        <p:cTn id="22" dur="750" fill="hold">
                                          <p:stCondLst>
                                            <p:cond delay="0"/>
                                          </p:stCondLst>
                                        </p:cTn>
                                        <p:tgtEl>
                                          <p:spTgt spid="48"/>
                                        </p:tgtEl>
                                        <p:attrNameLst>
                                          <p:attrName>ppt_w</p:attrName>
                                        </p:attrNameLst>
                                      </p:cBhvr>
                                      <p:tavLst>
                                        <p:tav tm="0" fmla="(1+min((1.5/#ppt_h),(1.5/#ppt_w))*((1-$)^7))*#ppt_w">
                                          <p:val>
                                            <p:fltVal val="0"/>
                                          </p:val>
                                        </p:tav>
                                        <p:tav tm="100000" fmla="(1+min((2/#ppt_h),(2/#ppt_w))*((1-$)^7))*#ppt_w">
                                          <p:val>
                                            <p:fltVal val="1"/>
                                          </p:val>
                                        </p:tav>
                                      </p:tavLst>
                                    </p:anim>
                                    <p:anim to="" calcmode="lin" valueType="num">
                                      <p:cBhvr>
                                        <p:cTn id="23" dur="400" fill="hold">
                                          <p:stCondLst>
                                            <p:cond delay="0"/>
                                          </p:stCondLst>
                                        </p:cTn>
                                        <p:tgtEl>
                                          <p:spTgt spid="48"/>
                                        </p:tgtEl>
                                        <p:attrNameLst>
                                          <p:attrName>style.opacity</p:attrName>
                                        </p:attrNameLst>
                                      </p:cBhvr>
                                      <p:tavLst>
                                        <p:tav tm="0" fmla="1-(1-$)">
                                          <p:val>
                                            <p:fltVal val="0"/>
                                          </p:val>
                                        </p:tav>
                                        <p:tav tm="100000" fmla="1-(1-$)">
                                          <p:val>
                                            <p:fltVal val="1"/>
                                          </p:val>
                                        </p:tav>
                                      </p:tavLst>
                                    </p:anim>
                                  </p:childTnLst>
                                </p:cTn>
                              </p:par>
                              <p:par>
                                <p:cTn id="24" presetID="10" presetClass="entr" presetSubtype="0" fill="hold" grpId="0" nodeType="withEffect">
                                  <p:stCondLst>
                                    <p:cond delay="250"/>
                                  </p:stCondLst>
                                  <p:iterate type="lt">
                                    <p:tmPct val="10000"/>
                                  </p:iterate>
                                  <p:childTnLst>
                                    <p:set>
                                      <p:cBhvr>
                                        <p:cTn id="25" dur="1" fill="hold">
                                          <p:stCondLst>
                                            <p:cond delay="0"/>
                                          </p:stCondLst>
                                        </p:cTn>
                                        <p:tgtEl>
                                          <p:spTgt spid="49"/>
                                        </p:tgtEl>
                                        <p:attrNameLst>
                                          <p:attrName>style.visibility</p:attrName>
                                        </p:attrNameLst>
                                      </p:cBhvr>
                                      <p:to>
                                        <p:strVal val="visible"/>
                                      </p:to>
                                    </p:set>
                                    <p:anim to="" calcmode="lin" valueType="num">
                                      <p:cBhvr>
                                        <p:cTn id="26" dur="750" fill="hold">
                                          <p:stCondLst>
                                            <p:cond delay="0"/>
                                          </p:stCondLst>
                                        </p:cTn>
                                        <p:tgtEl>
                                          <p:spTgt spid="49"/>
                                        </p:tgtEl>
                                        <p:attrNameLst>
                                          <p:attrName>ppt_h</p:attrName>
                                        </p:attrNameLst>
                                      </p:cBhvr>
                                      <p:tavLst>
                                        <p:tav tm="0" fmla="(1+min((1.5/#ppt_h),(1.5/#ppt_w))*((1-$)^7))*#ppt_h">
                                          <p:val>
                                            <p:fltVal val="0"/>
                                          </p:val>
                                        </p:tav>
                                        <p:tav tm="100000" fmla="$">
                                          <p:val>
                                            <p:fltVal val="1"/>
                                          </p:val>
                                        </p:tav>
                                      </p:tavLst>
                                    </p:anim>
                                    <p:anim to="" calcmode="lin" valueType="num">
                                      <p:cBhvr>
                                        <p:cTn id="27" dur="750" fill="hold">
                                          <p:stCondLst>
                                            <p:cond delay="0"/>
                                          </p:stCondLst>
                                        </p:cTn>
                                        <p:tgtEl>
                                          <p:spTgt spid="49"/>
                                        </p:tgtEl>
                                        <p:attrNameLst>
                                          <p:attrName>ppt_w</p:attrName>
                                        </p:attrNameLst>
                                      </p:cBhvr>
                                      <p:tavLst>
                                        <p:tav tm="0" fmla="(1+min((1.5/#ppt_h),(1.5/#ppt_w))*((1-$)^7))*#ppt_w">
                                          <p:val>
                                            <p:fltVal val="0"/>
                                          </p:val>
                                        </p:tav>
                                        <p:tav tm="100000" fmla="(1+min((2/#ppt_h),(2/#ppt_w))*((1-$)^7))*#ppt_w">
                                          <p:val>
                                            <p:fltVal val="1"/>
                                          </p:val>
                                        </p:tav>
                                      </p:tavLst>
                                    </p:anim>
                                    <p:anim to="" calcmode="lin" valueType="num">
                                      <p:cBhvr>
                                        <p:cTn id="28" dur="400" fill="hold">
                                          <p:stCondLst>
                                            <p:cond delay="0"/>
                                          </p:stCondLst>
                                        </p:cTn>
                                        <p:tgtEl>
                                          <p:spTgt spid="49"/>
                                        </p:tgtEl>
                                        <p:attrNameLst>
                                          <p:attrName>style.opacity</p:attrName>
                                        </p:attrNameLst>
                                      </p:cBhvr>
                                      <p:tavLst>
                                        <p:tav tm="0" fmla="1-(1-$)">
                                          <p:val>
                                            <p:fltVal val="0"/>
                                          </p:val>
                                        </p:tav>
                                        <p:tav tm="100000" fmla="1-(1-$)">
                                          <p:val>
                                            <p:fltVal val="1"/>
                                          </p:val>
                                        </p:tav>
                                      </p:tavLst>
                                    </p:anim>
                                  </p:childTnLst>
                                </p:cTn>
                              </p:par>
                              <p:par>
                                <p:cTn id="29" presetID="10" presetClass="entr" presetSubtype="0" decel="100000" fill="hold" grpId="0" nodeType="withEffect">
                                  <p:stCondLst>
                                    <p:cond delay="500"/>
                                  </p:stCondLst>
                                  <p:childTnLst>
                                    <p:set>
                                      <p:cBhvr>
                                        <p:cTn id="30" dur="1" fill="hold">
                                          <p:stCondLst>
                                            <p:cond delay="0"/>
                                          </p:stCondLst>
                                        </p:cTn>
                                        <p:tgtEl>
                                          <p:spTgt spid="25"/>
                                        </p:tgtEl>
                                        <p:attrNameLst>
                                          <p:attrName>style.visibility</p:attrName>
                                        </p:attrNameLst>
                                      </p:cBhvr>
                                      <p:to>
                                        <p:strVal val="visible"/>
                                      </p:to>
                                    </p:set>
                                    <p:anim to="" calcmode="lin" valueType="num">
                                      <p:cBhvr>
                                        <p:cTn id="31" dur="500" fill="hold">
                                          <p:stCondLst>
                                            <p:cond delay="0"/>
                                          </p:stCondLst>
                                        </p:cTn>
                                        <p:tgtEl>
                                          <p:spTgt spid="25"/>
                                        </p:tgtEl>
                                        <p:attrNameLst>
                                          <p:attrName>ppt_w</p:attrName>
                                        </p:attrNameLst>
                                      </p:cBhvr>
                                      <p:tavLst>
                                        <p:tav tm="0" fmla="$">
                                          <p:val>
                                            <p:fltVal val="0"/>
                                          </p:val>
                                        </p:tav>
                                        <p:tav tm="100000" fmla="$">
                                          <p:val>
                                            <p:strVal val="#ppt_w"/>
                                          </p:val>
                                        </p:tav>
                                      </p:tavLst>
                                    </p:anim>
                                    <p:anim to="" calcmode="lin" valueType="num">
                                      <p:cBhvr>
                                        <p:cTn id="32" dur="500" fill="hold">
                                          <p:stCondLst>
                                            <p:cond delay="0"/>
                                          </p:stCondLst>
                                        </p:cTn>
                                        <p:tgtEl>
                                          <p:spTgt spid="25"/>
                                        </p:tgtEl>
                                        <p:attrNameLst>
                                          <p:attrName>ppt_h</p:attrName>
                                        </p:attrNameLst>
                                      </p:cBhvr>
                                      <p:tavLst>
                                        <p:tav tm="0" fmla="$">
                                          <p:val>
                                            <p:fltVal val="0"/>
                                          </p:val>
                                        </p:tav>
                                        <p:tav tm="100000" fmla="$">
                                          <p:val>
                                            <p:strVal val="#ppt_h"/>
                                          </p:val>
                                        </p:tav>
                                      </p:tavLst>
                                    </p:anim>
                                    <p:anim from="0" to="1" calcmode="lin" valueType="num">
                                      <p:cBhvr>
                                        <p:cTn id="33" dur="500" fill="hold">
                                          <p:stCondLst>
                                            <p:cond delay="0"/>
                                          </p:stCondLst>
                                        </p:cTn>
                                        <p:tgtEl>
                                          <p:spTgt spid="25"/>
                                        </p:tgtEl>
                                        <p:attrNameLst>
                                          <p:attrName>style.opacity</p:attrName>
                                        </p:attrNameLst>
                                      </p:cBhvr>
                                    </p:anim>
                                  </p:childTnLst>
                                </p:cTn>
                              </p:par>
                              <p:par>
                                <p:cTn id="34" presetID="0" presetClass="entr" presetSubtype="0" decel="100000" fill="hold" nodeType="withEffect">
                                  <p:stCondLst>
                                    <p:cond delay="1000"/>
                                  </p:stCondLst>
                                  <p:childTnLst>
                                    <p:set>
                                      <p:cBhvr>
                                        <p:cTn id="35" dur="1" fill="hold">
                                          <p:stCondLst>
                                            <p:cond delay="0"/>
                                          </p:stCondLst>
                                        </p:cTn>
                                        <p:tgtEl>
                                          <p:spTgt spid="3"/>
                                        </p:tgtEl>
                                        <p:attrNameLst>
                                          <p:attrName>style.visibility</p:attrName>
                                        </p:attrNameLst>
                                      </p:cBhvr>
                                      <p:to>
                                        <p:strVal val="visible"/>
                                      </p:to>
                                    </p:set>
                                    <p:anim from="0" to="1" calcmode="lin" valueType="num">
                                      <p:cBhvr>
                                        <p:cTn id="36" dur="500" fill="hold">
                                          <p:stCondLst>
                                            <p:cond delay="0"/>
                                          </p:stCondLst>
                                        </p:cTn>
                                        <p:tgtEl>
                                          <p:spTgt spid="3"/>
                                        </p:tgtEl>
                                        <p:attrNameLst>
                                          <p:attrName>style.opacity</p:attrName>
                                        </p:attrNameLst>
                                      </p:cBhvr>
                                    </p:anim>
                                    <p:anim to="" calcmode="lin" valueType="num">
                                      <p:cBhvr>
                                        <p:cTn id="37" dur="500" fill="hold">
                                          <p:stCondLst>
                                            <p:cond delay="0"/>
                                          </p:stCondLst>
                                        </p:cTn>
                                        <p:tgtEl>
                                          <p:spTgt spid="3"/>
                                        </p:tgtEl>
                                        <p:attrNameLst>
                                          <p:attrName>ppt_x</p:attrName>
                                        </p:attrNameLst>
                                      </p:cBhvr>
                                      <p:tavLst>
                                        <p:tav tm="0" fmla="$">
                                          <p:val>
                                            <p:strVal val="#ppt_x+.05"/>
                                          </p:val>
                                        </p:tav>
                                        <p:tav tm="100000" fmla="$">
                                          <p:val>
                                            <p:strVal val="#ppt_x"/>
                                          </p:val>
                                        </p:tav>
                                      </p:tavLst>
                                    </p:anim>
                                  </p:childTnLst>
                                </p:cTn>
                              </p:par>
                              <p:par>
                                <p:cTn id="38" presetID="0" presetClass="entr" presetSubtype="0" decel="100000" fill="hold" nodeType="withEffect">
                                  <p:stCondLst>
                                    <p:cond delay="1250"/>
                                  </p:stCondLst>
                                  <p:childTnLst>
                                    <p:set>
                                      <p:cBhvr>
                                        <p:cTn id="39" dur="1" fill="hold">
                                          <p:stCondLst>
                                            <p:cond delay="0"/>
                                          </p:stCondLst>
                                        </p:cTn>
                                        <p:tgtEl>
                                          <p:spTgt spid="4"/>
                                        </p:tgtEl>
                                        <p:attrNameLst>
                                          <p:attrName>style.visibility</p:attrName>
                                        </p:attrNameLst>
                                      </p:cBhvr>
                                      <p:to>
                                        <p:strVal val="visible"/>
                                      </p:to>
                                    </p:set>
                                    <p:anim from="0" to="1" calcmode="lin" valueType="num">
                                      <p:cBhvr>
                                        <p:cTn id="40" dur="500" fill="hold">
                                          <p:stCondLst>
                                            <p:cond delay="0"/>
                                          </p:stCondLst>
                                        </p:cTn>
                                        <p:tgtEl>
                                          <p:spTgt spid="4"/>
                                        </p:tgtEl>
                                        <p:attrNameLst>
                                          <p:attrName>style.opacity</p:attrName>
                                        </p:attrNameLst>
                                      </p:cBhvr>
                                    </p:anim>
                                    <p:anim to="" calcmode="lin" valueType="num">
                                      <p:cBhvr>
                                        <p:cTn id="41" dur="500" fill="hold">
                                          <p:stCondLst>
                                            <p:cond delay="0"/>
                                          </p:stCondLst>
                                        </p:cTn>
                                        <p:tgtEl>
                                          <p:spTgt spid="4"/>
                                        </p:tgtEl>
                                        <p:attrNameLst>
                                          <p:attrName>ppt_x</p:attrName>
                                        </p:attrNameLst>
                                      </p:cBhvr>
                                      <p:tavLst>
                                        <p:tav tm="0" fmla="$">
                                          <p:val>
                                            <p:strVal val="#ppt_x+.05"/>
                                          </p:val>
                                        </p:tav>
                                        <p:tav tm="100000" fmla="$">
                                          <p:val>
                                            <p:strVal val="#ppt_x"/>
                                          </p:val>
                                        </p:tav>
                                      </p:tavLst>
                                    </p:anim>
                                  </p:childTnLst>
                                </p:cTn>
                              </p:par>
                              <p:par>
                                <p:cTn id="42" presetID="0" presetClass="entr" presetSubtype="0" decel="100000" fill="hold" nodeType="withEffect">
                                  <p:stCondLst>
                                    <p:cond delay="1500"/>
                                  </p:stCondLst>
                                  <p:childTnLst>
                                    <p:set>
                                      <p:cBhvr>
                                        <p:cTn id="43" dur="1" fill="hold">
                                          <p:stCondLst>
                                            <p:cond delay="0"/>
                                          </p:stCondLst>
                                        </p:cTn>
                                        <p:tgtEl>
                                          <p:spTgt spid="5"/>
                                        </p:tgtEl>
                                        <p:attrNameLst>
                                          <p:attrName>style.visibility</p:attrName>
                                        </p:attrNameLst>
                                      </p:cBhvr>
                                      <p:to>
                                        <p:strVal val="visible"/>
                                      </p:to>
                                    </p:set>
                                    <p:anim from="0" to="1" calcmode="lin" valueType="num">
                                      <p:cBhvr>
                                        <p:cTn id="44" dur="500" fill="hold">
                                          <p:stCondLst>
                                            <p:cond delay="0"/>
                                          </p:stCondLst>
                                        </p:cTn>
                                        <p:tgtEl>
                                          <p:spTgt spid="5"/>
                                        </p:tgtEl>
                                        <p:attrNameLst>
                                          <p:attrName>style.opacity</p:attrName>
                                        </p:attrNameLst>
                                      </p:cBhvr>
                                    </p:anim>
                                    <p:anim to="" calcmode="lin" valueType="num">
                                      <p:cBhvr>
                                        <p:cTn id="45" dur="500" fill="hold">
                                          <p:stCondLst>
                                            <p:cond delay="0"/>
                                          </p:stCondLst>
                                        </p:cTn>
                                        <p:tgtEl>
                                          <p:spTgt spid="5"/>
                                        </p:tgtEl>
                                        <p:attrNameLst>
                                          <p:attrName>ppt_x</p:attrName>
                                        </p:attrNameLst>
                                      </p:cBhvr>
                                      <p:tavLst>
                                        <p:tav tm="0" fmla="$">
                                          <p:val>
                                            <p:strVal val="#ppt_x+.05"/>
                                          </p:val>
                                        </p:tav>
                                        <p:tav tm="100000" fmla="$">
                                          <p:val>
                                            <p:strVal val="#ppt_x"/>
                                          </p:val>
                                        </p:tav>
                                      </p:tavLst>
                                    </p:anim>
                                  </p:childTnLst>
                                </p:cTn>
                              </p:par>
                              <p:par>
                                <p:cTn id="46" presetID="0" presetClass="entr" presetSubtype="0" decel="100000" fill="hold" nodeType="withEffect">
                                  <p:stCondLst>
                                    <p:cond delay="1750"/>
                                  </p:stCondLst>
                                  <p:childTnLst>
                                    <p:set>
                                      <p:cBhvr>
                                        <p:cTn id="47" dur="1" fill="hold">
                                          <p:stCondLst>
                                            <p:cond delay="0"/>
                                          </p:stCondLst>
                                        </p:cTn>
                                        <p:tgtEl>
                                          <p:spTgt spid="6"/>
                                        </p:tgtEl>
                                        <p:attrNameLst>
                                          <p:attrName>style.visibility</p:attrName>
                                        </p:attrNameLst>
                                      </p:cBhvr>
                                      <p:to>
                                        <p:strVal val="visible"/>
                                      </p:to>
                                    </p:set>
                                    <p:anim from="0" to="1" calcmode="lin" valueType="num">
                                      <p:cBhvr>
                                        <p:cTn id="48" dur="500" fill="hold">
                                          <p:stCondLst>
                                            <p:cond delay="0"/>
                                          </p:stCondLst>
                                        </p:cTn>
                                        <p:tgtEl>
                                          <p:spTgt spid="6"/>
                                        </p:tgtEl>
                                        <p:attrNameLst>
                                          <p:attrName>style.opacity</p:attrName>
                                        </p:attrNameLst>
                                      </p:cBhvr>
                                    </p:anim>
                                    <p:anim to="" calcmode="lin" valueType="num">
                                      <p:cBhvr>
                                        <p:cTn id="49" dur="500" fill="hold">
                                          <p:stCondLst>
                                            <p:cond delay="0"/>
                                          </p:stCondLst>
                                        </p:cTn>
                                        <p:tgtEl>
                                          <p:spTgt spid="6"/>
                                        </p:tgtEl>
                                        <p:attrNameLst>
                                          <p:attrName>ppt_x</p:attrName>
                                        </p:attrNameLst>
                                      </p:cBhvr>
                                      <p:tavLst>
                                        <p:tav tm="0" fmla="$">
                                          <p:val>
                                            <p:strVal val="#ppt_x+.05"/>
                                          </p:val>
                                        </p:tav>
                                        <p:tav tm="100000" fmla="$">
                                          <p:val>
                                            <p:strVal val="#ppt_x"/>
                                          </p:val>
                                        </p:tav>
                                      </p:tavLst>
                                    </p:anim>
                                  </p:childTnLst>
                                </p:cTn>
                              </p:par>
                              <p:par>
                                <p:cTn id="50" presetID="0" presetClass="entr" presetSubtype="0" decel="100000" fill="hold" nodeType="withEffect">
                                  <p:stCondLst>
                                    <p:cond delay="750"/>
                                  </p:stCondLst>
                                  <p:childTnLst>
                                    <p:set>
                                      <p:cBhvr>
                                        <p:cTn id="51" dur="1" fill="hold">
                                          <p:stCondLst>
                                            <p:cond delay="0"/>
                                          </p:stCondLst>
                                        </p:cTn>
                                        <p:tgtEl>
                                          <p:spTgt spid="2"/>
                                        </p:tgtEl>
                                        <p:attrNameLst>
                                          <p:attrName>style.visibility</p:attrName>
                                        </p:attrNameLst>
                                      </p:cBhvr>
                                      <p:to>
                                        <p:strVal val="visible"/>
                                      </p:to>
                                    </p:set>
                                    <p:anim from="0" to="1" calcmode="lin" valueType="num">
                                      <p:cBhvr>
                                        <p:cTn id="52" dur="500" fill="hold">
                                          <p:stCondLst>
                                            <p:cond delay="0"/>
                                          </p:stCondLst>
                                        </p:cTn>
                                        <p:tgtEl>
                                          <p:spTgt spid="2"/>
                                        </p:tgtEl>
                                        <p:attrNameLst>
                                          <p:attrName>style.opacity</p:attrName>
                                        </p:attrNameLst>
                                      </p:cBhvr>
                                    </p:anim>
                                    <p:anim to="" calcmode="lin" valueType="num">
                                      <p:cBhvr>
                                        <p:cTn id="53" dur="500" fill="hold">
                                          <p:stCondLst>
                                            <p:cond delay="0"/>
                                          </p:stCondLst>
                                        </p:cTn>
                                        <p:tgtEl>
                                          <p:spTgt spid="2"/>
                                        </p:tgtEl>
                                        <p:attrNameLst>
                                          <p:attrName>ppt_x</p:attrName>
                                        </p:attrNameLst>
                                      </p:cBhvr>
                                      <p:tavLst>
                                        <p:tav tm="0" fmla="$">
                                          <p:val>
                                            <p:strVal val="#ppt_x+.05"/>
                                          </p:val>
                                        </p:tav>
                                        <p:tav tm="100000" fmla="$">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46" grpId="0" animBg="1"/>
      <p:bldP spid="47" grpId="0" animBg="1"/>
      <p:bldP spid="48" grpId="0"/>
      <p:bldP spid="4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 name="觅知网-不倒翁ID:189359941"/>
          <p:cNvGrpSpPr/>
          <p:nvPr/>
        </p:nvGrpSpPr>
        <p:grpSpPr>
          <a:xfrm>
            <a:off x="-178347" y="-186482"/>
            <a:ext cx="3810736" cy="6483102"/>
            <a:chOff x="695400" y="8111548"/>
            <a:chExt cx="3810736" cy="6483102"/>
          </a:xfrm>
          <a:solidFill>
            <a:srgbClr val="344778">
              <a:alpha val="5000"/>
            </a:srgbClr>
          </a:solidFill>
        </p:grpSpPr>
        <p:sp>
          <p:nvSpPr>
            <p:cNvPr id="113" name="觅知网-不倒翁ID:189359941"/>
            <p:cNvSpPr/>
            <p:nvPr/>
          </p:nvSpPr>
          <p:spPr bwMode="auto">
            <a:xfrm>
              <a:off x="3812011" y="13747819"/>
              <a:ext cx="694125" cy="465063"/>
            </a:xfrm>
            <a:custGeom>
              <a:avLst/>
              <a:gdLst>
                <a:gd name="T0" fmla="*/ 0 w 93"/>
                <a:gd name="T1" fmla="*/ 6 h 62"/>
                <a:gd name="T2" fmla="*/ 93 w 93"/>
                <a:gd name="T3" fmla="*/ 62 h 62"/>
                <a:gd name="T4" fmla="*/ 0 w 93"/>
                <a:gd name="T5" fmla="*/ 6 h 62"/>
              </a:gdLst>
              <a:ahLst/>
              <a:cxnLst>
                <a:cxn ang="0">
                  <a:pos x="T0" y="T1"/>
                </a:cxn>
                <a:cxn ang="0">
                  <a:pos x="T2" y="T3"/>
                </a:cxn>
                <a:cxn ang="0">
                  <a:pos x="T4" y="T5"/>
                </a:cxn>
              </a:cxnLst>
              <a:rect l="0" t="0" r="r" b="b"/>
              <a:pathLst>
                <a:path w="93" h="62">
                  <a:moveTo>
                    <a:pt x="0" y="6"/>
                  </a:moveTo>
                  <a:cubicBezTo>
                    <a:pt x="54" y="0"/>
                    <a:pt x="75" y="57"/>
                    <a:pt x="93" y="62"/>
                  </a:cubicBezTo>
                  <a:cubicBezTo>
                    <a:pt x="35" y="57"/>
                    <a:pt x="7" y="30"/>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4" name="觅知网-不倒翁ID:189359941"/>
            <p:cNvSpPr/>
            <p:nvPr/>
          </p:nvSpPr>
          <p:spPr bwMode="auto">
            <a:xfrm>
              <a:off x="3360830" y="13685350"/>
              <a:ext cx="631656" cy="492830"/>
            </a:xfrm>
            <a:custGeom>
              <a:avLst/>
              <a:gdLst>
                <a:gd name="T0" fmla="*/ 0 w 85"/>
                <a:gd name="T1" fmla="*/ 2 h 66"/>
                <a:gd name="T2" fmla="*/ 85 w 85"/>
                <a:gd name="T3" fmla="*/ 66 h 66"/>
                <a:gd name="T4" fmla="*/ 0 w 85"/>
                <a:gd name="T5" fmla="*/ 2 h 66"/>
              </a:gdLst>
              <a:ahLst/>
              <a:cxnLst>
                <a:cxn ang="0">
                  <a:pos x="T0" y="T1"/>
                </a:cxn>
                <a:cxn ang="0">
                  <a:pos x="T2" y="T3"/>
                </a:cxn>
                <a:cxn ang="0">
                  <a:pos x="T4" y="T5"/>
                </a:cxn>
              </a:cxnLst>
              <a:rect l="0" t="0" r="r" b="b"/>
              <a:pathLst>
                <a:path w="85" h="66">
                  <a:moveTo>
                    <a:pt x="0" y="2"/>
                  </a:moveTo>
                  <a:cubicBezTo>
                    <a:pt x="50" y="0"/>
                    <a:pt x="69" y="60"/>
                    <a:pt x="85" y="66"/>
                  </a:cubicBezTo>
                  <a:cubicBezTo>
                    <a:pt x="26" y="57"/>
                    <a:pt x="4" y="24"/>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5" name="觅知网-不倒翁ID:189359941"/>
            <p:cNvSpPr/>
            <p:nvPr/>
          </p:nvSpPr>
          <p:spPr bwMode="auto">
            <a:xfrm>
              <a:off x="2930473" y="13532643"/>
              <a:ext cx="562243" cy="555300"/>
            </a:xfrm>
            <a:custGeom>
              <a:avLst/>
              <a:gdLst>
                <a:gd name="T0" fmla="*/ 0 w 75"/>
                <a:gd name="T1" fmla="*/ 0 h 74"/>
                <a:gd name="T2" fmla="*/ 75 w 75"/>
                <a:gd name="T3" fmla="*/ 74 h 74"/>
                <a:gd name="T4" fmla="*/ 0 w 75"/>
                <a:gd name="T5" fmla="*/ 0 h 74"/>
              </a:gdLst>
              <a:ahLst/>
              <a:cxnLst>
                <a:cxn ang="0">
                  <a:pos x="T0" y="T1"/>
                </a:cxn>
                <a:cxn ang="0">
                  <a:pos x="T2" y="T3"/>
                </a:cxn>
                <a:cxn ang="0">
                  <a:pos x="T4" y="T5"/>
                </a:cxn>
              </a:cxnLst>
              <a:rect l="0" t="0" r="r" b="b"/>
              <a:pathLst>
                <a:path w="75" h="74">
                  <a:moveTo>
                    <a:pt x="0" y="0"/>
                  </a:moveTo>
                  <a:cubicBezTo>
                    <a:pt x="49" y="8"/>
                    <a:pt x="60" y="66"/>
                    <a:pt x="75" y="74"/>
                  </a:cubicBezTo>
                  <a:cubicBezTo>
                    <a:pt x="25" y="62"/>
                    <a:pt x="0" y="28"/>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6" name="觅知网-不倒翁ID:189359941"/>
            <p:cNvSpPr/>
            <p:nvPr/>
          </p:nvSpPr>
          <p:spPr bwMode="auto">
            <a:xfrm>
              <a:off x="2513998" y="13310524"/>
              <a:ext cx="492831" cy="624708"/>
            </a:xfrm>
            <a:custGeom>
              <a:avLst/>
              <a:gdLst>
                <a:gd name="T0" fmla="*/ 4 w 66"/>
                <a:gd name="T1" fmla="*/ 0 h 84"/>
                <a:gd name="T2" fmla="*/ 66 w 66"/>
                <a:gd name="T3" fmla="*/ 84 h 84"/>
                <a:gd name="T4" fmla="*/ 4 w 66"/>
                <a:gd name="T5" fmla="*/ 0 h 84"/>
              </a:gdLst>
              <a:ahLst/>
              <a:cxnLst>
                <a:cxn ang="0">
                  <a:pos x="T0" y="T1"/>
                </a:cxn>
                <a:cxn ang="0">
                  <a:pos x="T2" y="T3"/>
                </a:cxn>
                <a:cxn ang="0">
                  <a:pos x="T4" y="T5"/>
                </a:cxn>
              </a:cxnLst>
              <a:rect l="0" t="0" r="r" b="b"/>
              <a:pathLst>
                <a:path w="66" h="84">
                  <a:moveTo>
                    <a:pt x="4" y="0"/>
                  </a:moveTo>
                  <a:cubicBezTo>
                    <a:pt x="48" y="15"/>
                    <a:pt x="53" y="74"/>
                    <a:pt x="66" y="84"/>
                  </a:cubicBezTo>
                  <a:cubicBezTo>
                    <a:pt x="16" y="64"/>
                    <a:pt x="0" y="26"/>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7" name="觅知网-不倒翁ID:189359941"/>
            <p:cNvSpPr/>
            <p:nvPr/>
          </p:nvSpPr>
          <p:spPr bwMode="auto">
            <a:xfrm>
              <a:off x="2118352" y="13018993"/>
              <a:ext cx="437300" cy="694121"/>
            </a:xfrm>
            <a:custGeom>
              <a:avLst/>
              <a:gdLst>
                <a:gd name="T0" fmla="*/ 11 w 58"/>
                <a:gd name="T1" fmla="*/ 0 h 93"/>
                <a:gd name="T2" fmla="*/ 58 w 58"/>
                <a:gd name="T3" fmla="*/ 93 h 93"/>
                <a:gd name="T4" fmla="*/ 11 w 58"/>
                <a:gd name="T5" fmla="*/ 0 h 93"/>
              </a:gdLst>
              <a:ahLst/>
              <a:cxnLst>
                <a:cxn ang="0">
                  <a:pos x="T0" y="T1"/>
                </a:cxn>
                <a:cxn ang="0">
                  <a:pos x="T2" y="T3"/>
                </a:cxn>
                <a:cxn ang="0">
                  <a:pos x="T4" y="T5"/>
                </a:cxn>
              </a:cxnLst>
              <a:rect l="0" t="0" r="r" b="b"/>
              <a:pathLst>
                <a:path w="58" h="93">
                  <a:moveTo>
                    <a:pt x="11" y="0"/>
                  </a:moveTo>
                  <a:cubicBezTo>
                    <a:pt x="46" y="20"/>
                    <a:pt x="52" y="88"/>
                    <a:pt x="58" y="93"/>
                  </a:cubicBezTo>
                  <a:cubicBezTo>
                    <a:pt x="24" y="77"/>
                    <a:pt x="0" y="37"/>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8" name="觅知网-不倒翁ID:189359941"/>
            <p:cNvSpPr/>
            <p:nvPr/>
          </p:nvSpPr>
          <p:spPr bwMode="auto">
            <a:xfrm>
              <a:off x="1833759" y="12678873"/>
              <a:ext cx="347063" cy="735770"/>
            </a:xfrm>
            <a:custGeom>
              <a:avLst/>
              <a:gdLst>
                <a:gd name="T0" fmla="*/ 11 w 46"/>
                <a:gd name="T1" fmla="*/ 0 h 99"/>
                <a:gd name="T2" fmla="*/ 41 w 46"/>
                <a:gd name="T3" fmla="*/ 99 h 99"/>
                <a:gd name="T4" fmla="*/ 11 w 46"/>
                <a:gd name="T5" fmla="*/ 0 h 99"/>
              </a:gdLst>
              <a:ahLst/>
              <a:cxnLst>
                <a:cxn ang="0">
                  <a:pos x="T0" y="T1"/>
                </a:cxn>
                <a:cxn ang="0">
                  <a:pos x="T2" y="T3"/>
                </a:cxn>
                <a:cxn ang="0">
                  <a:pos x="T4" y="T5"/>
                </a:cxn>
              </a:cxnLst>
              <a:rect l="0" t="0" r="r" b="b"/>
              <a:pathLst>
                <a:path w="46" h="99">
                  <a:moveTo>
                    <a:pt x="11" y="0"/>
                  </a:moveTo>
                  <a:cubicBezTo>
                    <a:pt x="46" y="29"/>
                    <a:pt x="32" y="86"/>
                    <a:pt x="41" y="99"/>
                  </a:cubicBezTo>
                  <a:cubicBezTo>
                    <a:pt x="1" y="71"/>
                    <a:pt x="0" y="24"/>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9" name="觅知网-不倒翁ID:189359941"/>
            <p:cNvSpPr/>
            <p:nvPr/>
          </p:nvSpPr>
          <p:spPr bwMode="auto">
            <a:xfrm>
              <a:off x="1569991" y="12283223"/>
              <a:ext cx="347063" cy="770476"/>
            </a:xfrm>
            <a:custGeom>
              <a:avLst/>
              <a:gdLst>
                <a:gd name="T0" fmla="*/ 19 w 47"/>
                <a:gd name="T1" fmla="*/ 0 h 103"/>
                <a:gd name="T2" fmla="*/ 31 w 47"/>
                <a:gd name="T3" fmla="*/ 103 h 103"/>
                <a:gd name="T4" fmla="*/ 19 w 47"/>
                <a:gd name="T5" fmla="*/ 0 h 103"/>
              </a:gdLst>
              <a:ahLst/>
              <a:cxnLst>
                <a:cxn ang="0">
                  <a:pos x="T0" y="T1"/>
                </a:cxn>
                <a:cxn ang="0">
                  <a:pos x="T2" y="T3"/>
                </a:cxn>
                <a:cxn ang="0">
                  <a:pos x="T4" y="T5"/>
                </a:cxn>
              </a:cxnLst>
              <a:rect l="0" t="0" r="r" b="b"/>
              <a:pathLst>
                <a:path w="47" h="103">
                  <a:moveTo>
                    <a:pt x="19" y="0"/>
                  </a:moveTo>
                  <a:cubicBezTo>
                    <a:pt x="47" y="36"/>
                    <a:pt x="25" y="89"/>
                    <a:pt x="31" y="103"/>
                  </a:cubicBezTo>
                  <a:cubicBezTo>
                    <a:pt x="1" y="71"/>
                    <a:pt x="0" y="29"/>
                    <a:pt x="1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0" name="觅知网-不倒翁ID:189359941"/>
            <p:cNvSpPr/>
            <p:nvPr/>
          </p:nvSpPr>
          <p:spPr bwMode="auto">
            <a:xfrm>
              <a:off x="1361753" y="11852871"/>
              <a:ext cx="360944" cy="770476"/>
            </a:xfrm>
            <a:custGeom>
              <a:avLst/>
              <a:gdLst>
                <a:gd name="T0" fmla="*/ 26 w 49"/>
                <a:gd name="T1" fmla="*/ 0 h 104"/>
                <a:gd name="T2" fmla="*/ 22 w 49"/>
                <a:gd name="T3" fmla="*/ 104 h 104"/>
                <a:gd name="T4" fmla="*/ 26 w 49"/>
                <a:gd name="T5" fmla="*/ 0 h 104"/>
              </a:gdLst>
              <a:ahLst/>
              <a:cxnLst>
                <a:cxn ang="0">
                  <a:pos x="T0" y="T1"/>
                </a:cxn>
                <a:cxn ang="0">
                  <a:pos x="T2" y="T3"/>
                </a:cxn>
                <a:cxn ang="0">
                  <a:pos x="T4" y="T5"/>
                </a:cxn>
              </a:cxnLst>
              <a:rect l="0" t="0" r="r" b="b"/>
              <a:pathLst>
                <a:path w="49" h="104">
                  <a:moveTo>
                    <a:pt x="26" y="0"/>
                  </a:moveTo>
                  <a:cubicBezTo>
                    <a:pt x="49" y="46"/>
                    <a:pt x="18" y="90"/>
                    <a:pt x="22" y="104"/>
                  </a:cubicBezTo>
                  <a:cubicBezTo>
                    <a:pt x="0" y="72"/>
                    <a:pt x="0" y="32"/>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1" name="觅知网-不倒翁ID:189359941"/>
            <p:cNvSpPr/>
            <p:nvPr/>
          </p:nvSpPr>
          <p:spPr bwMode="auto">
            <a:xfrm>
              <a:off x="1181283" y="11401685"/>
              <a:ext cx="402593" cy="770476"/>
            </a:xfrm>
            <a:custGeom>
              <a:avLst/>
              <a:gdLst>
                <a:gd name="T0" fmla="*/ 38 w 54"/>
                <a:gd name="T1" fmla="*/ 0 h 103"/>
                <a:gd name="T2" fmla="*/ 20 w 54"/>
                <a:gd name="T3" fmla="*/ 103 h 103"/>
                <a:gd name="T4" fmla="*/ 38 w 54"/>
                <a:gd name="T5" fmla="*/ 0 h 103"/>
              </a:gdLst>
              <a:ahLst/>
              <a:cxnLst>
                <a:cxn ang="0">
                  <a:pos x="T0" y="T1"/>
                </a:cxn>
                <a:cxn ang="0">
                  <a:pos x="T2" y="T3"/>
                </a:cxn>
                <a:cxn ang="0">
                  <a:pos x="T4" y="T5"/>
                </a:cxn>
              </a:cxnLst>
              <a:rect l="0" t="0" r="r" b="b"/>
              <a:pathLst>
                <a:path w="54" h="103">
                  <a:moveTo>
                    <a:pt x="38" y="0"/>
                  </a:moveTo>
                  <a:cubicBezTo>
                    <a:pt x="54" y="46"/>
                    <a:pt x="19" y="89"/>
                    <a:pt x="20" y="103"/>
                  </a:cubicBezTo>
                  <a:cubicBezTo>
                    <a:pt x="0" y="66"/>
                    <a:pt x="11" y="27"/>
                    <a:pt x="3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2" name="觅知网-不倒翁ID:189359941"/>
            <p:cNvSpPr/>
            <p:nvPr/>
          </p:nvSpPr>
          <p:spPr bwMode="auto">
            <a:xfrm>
              <a:off x="1118814" y="10950508"/>
              <a:ext cx="381769" cy="735770"/>
            </a:xfrm>
            <a:custGeom>
              <a:avLst/>
              <a:gdLst>
                <a:gd name="T0" fmla="*/ 42 w 51"/>
                <a:gd name="T1" fmla="*/ 0 h 99"/>
                <a:gd name="T2" fmla="*/ 11 w 51"/>
                <a:gd name="T3" fmla="*/ 99 h 99"/>
                <a:gd name="T4" fmla="*/ 42 w 51"/>
                <a:gd name="T5" fmla="*/ 0 h 99"/>
              </a:gdLst>
              <a:ahLst/>
              <a:cxnLst>
                <a:cxn ang="0">
                  <a:pos x="T0" y="T1"/>
                </a:cxn>
                <a:cxn ang="0">
                  <a:pos x="T2" y="T3"/>
                </a:cxn>
                <a:cxn ang="0">
                  <a:pos x="T4" y="T5"/>
                </a:cxn>
              </a:cxnLst>
              <a:rect l="0" t="0" r="r" b="b"/>
              <a:pathLst>
                <a:path w="51" h="99">
                  <a:moveTo>
                    <a:pt x="42" y="0"/>
                  </a:moveTo>
                  <a:cubicBezTo>
                    <a:pt x="51" y="36"/>
                    <a:pt x="12" y="95"/>
                    <a:pt x="11" y="99"/>
                  </a:cubicBezTo>
                  <a:cubicBezTo>
                    <a:pt x="0" y="67"/>
                    <a:pt x="4" y="33"/>
                    <a:pt x="4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3" name="觅知网-不倒翁ID:189359941"/>
            <p:cNvSpPr/>
            <p:nvPr/>
          </p:nvSpPr>
          <p:spPr bwMode="auto">
            <a:xfrm>
              <a:off x="1084103" y="10492388"/>
              <a:ext cx="402593" cy="701064"/>
            </a:xfrm>
            <a:custGeom>
              <a:avLst/>
              <a:gdLst>
                <a:gd name="T0" fmla="*/ 52 w 54"/>
                <a:gd name="T1" fmla="*/ 0 h 94"/>
                <a:gd name="T2" fmla="*/ 9 w 54"/>
                <a:gd name="T3" fmla="*/ 94 h 94"/>
                <a:gd name="T4" fmla="*/ 52 w 54"/>
                <a:gd name="T5" fmla="*/ 0 h 94"/>
              </a:gdLst>
              <a:ahLst/>
              <a:cxnLst>
                <a:cxn ang="0">
                  <a:pos x="T0" y="T1"/>
                </a:cxn>
                <a:cxn ang="0">
                  <a:pos x="T2" y="T3"/>
                </a:cxn>
                <a:cxn ang="0">
                  <a:pos x="T4" y="T5"/>
                </a:cxn>
              </a:cxnLst>
              <a:rect l="0" t="0" r="r" b="b"/>
              <a:pathLst>
                <a:path w="54" h="94">
                  <a:moveTo>
                    <a:pt x="52" y="0"/>
                  </a:moveTo>
                  <a:cubicBezTo>
                    <a:pt x="54" y="48"/>
                    <a:pt x="11" y="81"/>
                    <a:pt x="9" y="94"/>
                  </a:cubicBezTo>
                  <a:cubicBezTo>
                    <a:pt x="0" y="61"/>
                    <a:pt x="9" y="29"/>
                    <a:pt x="5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4" name="觅知网-不倒翁ID:189359941"/>
            <p:cNvSpPr/>
            <p:nvPr/>
          </p:nvSpPr>
          <p:spPr bwMode="auto">
            <a:xfrm>
              <a:off x="1097989" y="10055089"/>
              <a:ext cx="472006" cy="645537"/>
            </a:xfrm>
            <a:custGeom>
              <a:avLst/>
              <a:gdLst>
                <a:gd name="T0" fmla="*/ 63 w 63"/>
                <a:gd name="T1" fmla="*/ 0 h 87"/>
                <a:gd name="T2" fmla="*/ 8 w 63"/>
                <a:gd name="T3" fmla="*/ 87 h 87"/>
                <a:gd name="T4" fmla="*/ 63 w 63"/>
                <a:gd name="T5" fmla="*/ 0 h 87"/>
              </a:gdLst>
              <a:ahLst/>
              <a:cxnLst>
                <a:cxn ang="0">
                  <a:pos x="T0" y="T1"/>
                </a:cxn>
                <a:cxn ang="0">
                  <a:pos x="T2" y="T3"/>
                </a:cxn>
                <a:cxn ang="0">
                  <a:pos x="T4" y="T5"/>
                </a:cxn>
              </a:cxnLst>
              <a:rect l="0" t="0" r="r" b="b"/>
              <a:pathLst>
                <a:path w="63" h="87">
                  <a:moveTo>
                    <a:pt x="63" y="0"/>
                  </a:moveTo>
                  <a:cubicBezTo>
                    <a:pt x="59" y="44"/>
                    <a:pt x="11" y="75"/>
                    <a:pt x="8" y="87"/>
                  </a:cubicBezTo>
                  <a:cubicBezTo>
                    <a:pt x="0" y="39"/>
                    <a:pt x="32" y="19"/>
                    <a:pt x="6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5" name="觅知网-不倒翁ID:189359941"/>
            <p:cNvSpPr/>
            <p:nvPr/>
          </p:nvSpPr>
          <p:spPr bwMode="auto">
            <a:xfrm>
              <a:off x="3464953" y="14115706"/>
              <a:ext cx="1013420" cy="478944"/>
            </a:xfrm>
            <a:custGeom>
              <a:avLst/>
              <a:gdLst>
                <a:gd name="T0" fmla="*/ 0 w 136"/>
                <a:gd name="T1" fmla="*/ 37 h 64"/>
                <a:gd name="T2" fmla="*/ 136 w 136"/>
                <a:gd name="T3" fmla="*/ 19 h 64"/>
                <a:gd name="T4" fmla="*/ 0 w 136"/>
                <a:gd name="T5" fmla="*/ 37 h 64"/>
              </a:gdLst>
              <a:ahLst/>
              <a:cxnLst>
                <a:cxn ang="0">
                  <a:pos x="T0" y="T1"/>
                </a:cxn>
                <a:cxn ang="0">
                  <a:pos x="T2" y="T3"/>
                </a:cxn>
                <a:cxn ang="0">
                  <a:pos x="T4" y="T5"/>
                </a:cxn>
              </a:cxnLst>
              <a:rect l="0" t="0" r="r" b="b"/>
              <a:pathLst>
                <a:path w="136" h="64">
                  <a:moveTo>
                    <a:pt x="0" y="37"/>
                  </a:moveTo>
                  <a:cubicBezTo>
                    <a:pt x="68" y="64"/>
                    <a:pt x="104" y="27"/>
                    <a:pt x="136" y="19"/>
                  </a:cubicBezTo>
                  <a:cubicBezTo>
                    <a:pt x="70" y="0"/>
                    <a:pt x="50" y="35"/>
                    <a:pt x="0"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6" name="觅知网-不倒翁ID:189359941"/>
            <p:cNvSpPr/>
            <p:nvPr/>
          </p:nvSpPr>
          <p:spPr bwMode="auto">
            <a:xfrm>
              <a:off x="2965184" y="14039351"/>
              <a:ext cx="1013420" cy="472001"/>
            </a:xfrm>
            <a:custGeom>
              <a:avLst/>
              <a:gdLst>
                <a:gd name="T0" fmla="*/ 0 w 136"/>
                <a:gd name="T1" fmla="*/ 28 h 63"/>
                <a:gd name="T2" fmla="*/ 136 w 136"/>
                <a:gd name="T3" fmla="*/ 24 h 63"/>
                <a:gd name="T4" fmla="*/ 0 w 136"/>
                <a:gd name="T5" fmla="*/ 28 h 63"/>
              </a:gdLst>
              <a:ahLst/>
              <a:cxnLst>
                <a:cxn ang="0">
                  <a:pos x="T0" y="T1"/>
                </a:cxn>
                <a:cxn ang="0">
                  <a:pos x="T2" y="T3"/>
                </a:cxn>
                <a:cxn ang="0">
                  <a:pos x="T4" y="T5"/>
                </a:cxn>
              </a:cxnLst>
              <a:rect l="0" t="0" r="r" b="b"/>
              <a:pathLst>
                <a:path w="136" h="63">
                  <a:moveTo>
                    <a:pt x="0" y="28"/>
                  </a:moveTo>
                  <a:cubicBezTo>
                    <a:pt x="67" y="63"/>
                    <a:pt x="106" y="28"/>
                    <a:pt x="136" y="24"/>
                  </a:cubicBezTo>
                  <a:cubicBezTo>
                    <a:pt x="72" y="0"/>
                    <a:pt x="49" y="31"/>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7" name="觅知网-不倒翁ID:189359941"/>
            <p:cNvSpPr/>
            <p:nvPr/>
          </p:nvSpPr>
          <p:spPr bwMode="auto">
            <a:xfrm>
              <a:off x="2479296" y="13893587"/>
              <a:ext cx="999538" cy="478944"/>
            </a:xfrm>
            <a:custGeom>
              <a:avLst/>
              <a:gdLst>
                <a:gd name="T0" fmla="*/ 0 w 134"/>
                <a:gd name="T1" fmla="*/ 19 h 64"/>
                <a:gd name="T2" fmla="*/ 134 w 134"/>
                <a:gd name="T3" fmla="*/ 32 h 64"/>
                <a:gd name="T4" fmla="*/ 0 w 134"/>
                <a:gd name="T5" fmla="*/ 19 h 64"/>
              </a:gdLst>
              <a:ahLst/>
              <a:cxnLst>
                <a:cxn ang="0">
                  <a:pos x="T0" y="T1"/>
                </a:cxn>
                <a:cxn ang="0">
                  <a:pos x="T2" y="T3"/>
                </a:cxn>
                <a:cxn ang="0">
                  <a:pos x="T4" y="T5"/>
                </a:cxn>
              </a:cxnLst>
              <a:rect l="0" t="0" r="r" b="b"/>
              <a:pathLst>
                <a:path w="134" h="64">
                  <a:moveTo>
                    <a:pt x="0" y="19"/>
                  </a:moveTo>
                  <a:cubicBezTo>
                    <a:pt x="60" y="64"/>
                    <a:pt x="106" y="33"/>
                    <a:pt x="134" y="32"/>
                  </a:cubicBezTo>
                  <a:cubicBezTo>
                    <a:pt x="69" y="0"/>
                    <a:pt x="48" y="30"/>
                    <a:pt x="0"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8" name="觅知网-不倒翁ID:189359941"/>
            <p:cNvSpPr/>
            <p:nvPr/>
          </p:nvSpPr>
          <p:spPr bwMode="auto">
            <a:xfrm>
              <a:off x="2028115" y="13692288"/>
              <a:ext cx="964832" cy="444238"/>
            </a:xfrm>
            <a:custGeom>
              <a:avLst/>
              <a:gdLst>
                <a:gd name="T0" fmla="*/ 0 w 129"/>
                <a:gd name="T1" fmla="*/ 7 h 60"/>
                <a:gd name="T2" fmla="*/ 129 w 129"/>
                <a:gd name="T3" fmla="*/ 39 h 60"/>
                <a:gd name="T4" fmla="*/ 0 w 129"/>
                <a:gd name="T5" fmla="*/ 7 h 60"/>
              </a:gdLst>
              <a:ahLst/>
              <a:cxnLst>
                <a:cxn ang="0">
                  <a:pos x="T0" y="T1"/>
                </a:cxn>
                <a:cxn ang="0">
                  <a:pos x="T2" y="T3"/>
                </a:cxn>
                <a:cxn ang="0">
                  <a:pos x="T4" y="T5"/>
                </a:cxn>
              </a:cxnLst>
              <a:rect l="0" t="0" r="r" b="b"/>
              <a:pathLst>
                <a:path w="129" h="60">
                  <a:moveTo>
                    <a:pt x="0" y="7"/>
                  </a:moveTo>
                  <a:cubicBezTo>
                    <a:pt x="53" y="60"/>
                    <a:pt x="106" y="36"/>
                    <a:pt x="129" y="39"/>
                  </a:cubicBezTo>
                  <a:cubicBezTo>
                    <a:pt x="76" y="0"/>
                    <a:pt x="39" y="22"/>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9" name="觅知网-不倒翁ID:189359941"/>
            <p:cNvSpPr/>
            <p:nvPr/>
          </p:nvSpPr>
          <p:spPr bwMode="auto">
            <a:xfrm>
              <a:off x="1639403" y="13372994"/>
              <a:ext cx="895420" cy="423418"/>
            </a:xfrm>
            <a:custGeom>
              <a:avLst/>
              <a:gdLst>
                <a:gd name="T0" fmla="*/ 0 w 120"/>
                <a:gd name="T1" fmla="*/ 1 h 57"/>
                <a:gd name="T2" fmla="*/ 120 w 120"/>
                <a:gd name="T3" fmla="*/ 52 h 57"/>
                <a:gd name="T4" fmla="*/ 0 w 120"/>
                <a:gd name="T5" fmla="*/ 1 h 57"/>
              </a:gdLst>
              <a:ahLst/>
              <a:cxnLst>
                <a:cxn ang="0">
                  <a:pos x="T0" y="T1"/>
                </a:cxn>
                <a:cxn ang="0">
                  <a:pos x="T2" y="T3"/>
                </a:cxn>
                <a:cxn ang="0">
                  <a:pos x="T4" y="T5"/>
                </a:cxn>
              </a:cxnLst>
              <a:rect l="0" t="0" r="r" b="b"/>
              <a:pathLst>
                <a:path w="120" h="57">
                  <a:moveTo>
                    <a:pt x="0" y="1"/>
                  </a:moveTo>
                  <a:cubicBezTo>
                    <a:pt x="37" y="57"/>
                    <a:pt x="98" y="47"/>
                    <a:pt x="120" y="52"/>
                  </a:cubicBezTo>
                  <a:cubicBezTo>
                    <a:pt x="60" y="0"/>
                    <a:pt x="40" y="25"/>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0" name="觅知网-不倒翁ID:189359941"/>
            <p:cNvSpPr/>
            <p:nvPr/>
          </p:nvSpPr>
          <p:spPr bwMode="auto">
            <a:xfrm>
              <a:off x="1327051" y="12956519"/>
              <a:ext cx="798244" cy="506712"/>
            </a:xfrm>
            <a:custGeom>
              <a:avLst/>
              <a:gdLst>
                <a:gd name="T0" fmla="*/ 0 w 107"/>
                <a:gd name="T1" fmla="*/ 0 h 68"/>
                <a:gd name="T2" fmla="*/ 107 w 107"/>
                <a:gd name="T3" fmla="*/ 68 h 68"/>
                <a:gd name="T4" fmla="*/ 0 w 107"/>
                <a:gd name="T5" fmla="*/ 0 h 68"/>
              </a:gdLst>
              <a:ahLst/>
              <a:cxnLst>
                <a:cxn ang="0">
                  <a:pos x="T0" y="T1"/>
                </a:cxn>
                <a:cxn ang="0">
                  <a:pos x="T2" y="T3"/>
                </a:cxn>
                <a:cxn ang="0">
                  <a:pos x="T4" y="T5"/>
                </a:cxn>
              </a:cxnLst>
              <a:rect l="0" t="0" r="r" b="b"/>
              <a:pathLst>
                <a:path w="107" h="68">
                  <a:moveTo>
                    <a:pt x="0" y="0"/>
                  </a:moveTo>
                  <a:cubicBezTo>
                    <a:pt x="29" y="64"/>
                    <a:pt x="87" y="60"/>
                    <a:pt x="107" y="68"/>
                  </a:cubicBezTo>
                  <a:cubicBezTo>
                    <a:pt x="57" y="8"/>
                    <a:pt x="35" y="28"/>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1" name="觅知网-不倒翁ID:189359941"/>
            <p:cNvSpPr/>
            <p:nvPr/>
          </p:nvSpPr>
          <p:spPr bwMode="auto">
            <a:xfrm>
              <a:off x="1084103" y="12484517"/>
              <a:ext cx="701068" cy="617769"/>
            </a:xfrm>
            <a:custGeom>
              <a:avLst/>
              <a:gdLst>
                <a:gd name="T0" fmla="*/ 0 w 94"/>
                <a:gd name="T1" fmla="*/ 0 h 83"/>
                <a:gd name="T2" fmla="*/ 94 w 94"/>
                <a:gd name="T3" fmla="*/ 83 h 83"/>
                <a:gd name="T4" fmla="*/ 0 w 94"/>
                <a:gd name="T5" fmla="*/ 0 h 83"/>
              </a:gdLst>
              <a:ahLst/>
              <a:cxnLst>
                <a:cxn ang="0">
                  <a:pos x="T0" y="T1"/>
                </a:cxn>
                <a:cxn ang="0">
                  <a:pos x="T2" y="T3"/>
                </a:cxn>
                <a:cxn ang="0">
                  <a:pos x="T4" y="T5"/>
                </a:cxn>
              </a:cxnLst>
              <a:rect l="0" t="0" r="r" b="b"/>
              <a:pathLst>
                <a:path w="94" h="83">
                  <a:moveTo>
                    <a:pt x="0" y="0"/>
                  </a:moveTo>
                  <a:cubicBezTo>
                    <a:pt x="20" y="67"/>
                    <a:pt x="83" y="75"/>
                    <a:pt x="94" y="83"/>
                  </a:cubicBezTo>
                  <a:cubicBezTo>
                    <a:pt x="65" y="24"/>
                    <a:pt x="27" y="28"/>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2" name="觅知网-不倒翁ID:189359941"/>
            <p:cNvSpPr/>
            <p:nvPr/>
          </p:nvSpPr>
          <p:spPr bwMode="auto">
            <a:xfrm>
              <a:off x="917515" y="11991691"/>
              <a:ext cx="590006" cy="694121"/>
            </a:xfrm>
            <a:custGeom>
              <a:avLst/>
              <a:gdLst>
                <a:gd name="T0" fmla="*/ 0 w 79"/>
                <a:gd name="T1" fmla="*/ 0 h 93"/>
                <a:gd name="T2" fmla="*/ 79 w 79"/>
                <a:gd name="T3" fmla="*/ 93 h 93"/>
                <a:gd name="T4" fmla="*/ 0 w 79"/>
                <a:gd name="T5" fmla="*/ 0 h 93"/>
              </a:gdLst>
              <a:ahLst/>
              <a:cxnLst>
                <a:cxn ang="0">
                  <a:pos x="T0" y="T1"/>
                </a:cxn>
                <a:cxn ang="0">
                  <a:pos x="T2" y="T3"/>
                </a:cxn>
                <a:cxn ang="0">
                  <a:pos x="T4" y="T5"/>
                </a:cxn>
              </a:cxnLst>
              <a:rect l="0" t="0" r="r" b="b"/>
              <a:pathLst>
                <a:path w="79" h="93">
                  <a:moveTo>
                    <a:pt x="0" y="0"/>
                  </a:moveTo>
                  <a:cubicBezTo>
                    <a:pt x="8" y="67"/>
                    <a:pt x="68" y="82"/>
                    <a:pt x="79" y="93"/>
                  </a:cubicBezTo>
                  <a:cubicBezTo>
                    <a:pt x="59" y="30"/>
                    <a:pt x="22" y="2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3" name="觅知网-不倒翁ID:189359941"/>
            <p:cNvSpPr/>
            <p:nvPr/>
          </p:nvSpPr>
          <p:spPr bwMode="auto">
            <a:xfrm>
              <a:off x="792571" y="11484984"/>
              <a:ext cx="506712" cy="742713"/>
            </a:xfrm>
            <a:custGeom>
              <a:avLst/>
              <a:gdLst>
                <a:gd name="T0" fmla="*/ 3 w 68"/>
                <a:gd name="T1" fmla="*/ 0 h 100"/>
                <a:gd name="T2" fmla="*/ 68 w 68"/>
                <a:gd name="T3" fmla="*/ 100 h 100"/>
                <a:gd name="T4" fmla="*/ 3 w 68"/>
                <a:gd name="T5" fmla="*/ 0 h 100"/>
              </a:gdLst>
              <a:ahLst/>
              <a:cxnLst>
                <a:cxn ang="0">
                  <a:pos x="T0" y="T1"/>
                </a:cxn>
                <a:cxn ang="0">
                  <a:pos x="T2" y="T3"/>
                </a:cxn>
                <a:cxn ang="0">
                  <a:pos x="T4" y="T5"/>
                </a:cxn>
              </a:cxnLst>
              <a:rect l="0" t="0" r="r" b="b"/>
              <a:pathLst>
                <a:path w="68" h="100">
                  <a:moveTo>
                    <a:pt x="3" y="0"/>
                  </a:moveTo>
                  <a:cubicBezTo>
                    <a:pt x="0" y="62"/>
                    <a:pt x="62" y="91"/>
                    <a:pt x="68" y="100"/>
                  </a:cubicBezTo>
                  <a:cubicBezTo>
                    <a:pt x="61" y="41"/>
                    <a:pt x="17" y="23"/>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4" name="觅知网-不倒翁ID:189359941"/>
            <p:cNvSpPr/>
            <p:nvPr/>
          </p:nvSpPr>
          <p:spPr bwMode="auto">
            <a:xfrm>
              <a:off x="723159" y="10978276"/>
              <a:ext cx="444238" cy="777419"/>
            </a:xfrm>
            <a:custGeom>
              <a:avLst/>
              <a:gdLst>
                <a:gd name="T0" fmla="*/ 8 w 59"/>
                <a:gd name="T1" fmla="*/ 0 h 104"/>
                <a:gd name="T2" fmla="*/ 59 w 59"/>
                <a:gd name="T3" fmla="*/ 104 h 104"/>
                <a:gd name="T4" fmla="*/ 8 w 59"/>
                <a:gd name="T5" fmla="*/ 0 h 104"/>
              </a:gdLst>
              <a:ahLst/>
              <a:cxnLst>
                <a:cxn ang="0">
                  <a:pos x="T0" y="T1"/>
                </a:cxn>
                <a:cxn ang="0">
                  <a:pos x="T2" y="T3"/>
                </a:cxn>
                <a:cxn ang="0">
                  <a:pos x="T4" y="T5"/>
                </a:cxn>
              </a:cxnLst>
              <a:rect l="0" t="0" r="r" b="b"/>
              <a:pathLst>
                <a:path w="59" h="104">
                  <a:moveTo>
                    <a:pt x="8" y="0"/>
                  </a:moveTo>
                  <a:cubicBezTo>
                    <a:pt x="0" y="61"/>
                    <a:pt x="53" y="92"/>
                    <a:pt x="59" y="104"/>
                  </a:cubicBezTo>
                  <a:cubicBezTo>
                    <a:pt x="56" y="39"/>
                    <a:pt x="25" y="3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5" name="觅知网-不倒翁ID:189359941"/>
            <p:cNvSpPr/>
            <p:nvPr/>
          </p:nvSpPr>
          <p:spPr bwMode="auto">
            <a:xfrm>
              <a:off x="695400" y="10464625"/>
              <a:ext cx="458120" cy="798244"/>
            </a:xfrm>
            <a:custGeom>
              <a:avLst/>
              <a:gdLst>
                <a:gd name="T0" fmla="*/ 16 w 61"/>
                <a:gd name="T1" fmla="*/ 0 h 107"/>
                <a:gd name="T2" fmla="*/ 54 w 61"/>
                <a:gd name="T3" fmla="*/ 107 h 107"/>
                <a:gd name="T4" fmla="*/ 16 w 61"/>
                <a:gd name="T5" fmla="*/ 0 h 107"/>
              </a:gdLst>
              <a:ahLst/>
              <a:cxnLst>
                <a:cxn ang="0">
                  <a:pos x="T0" y="T1"/>
                </a:cxn>
                <a:cxn ang="0">
                  <a:pos x="T2" y="T3"/>
                </a:cxn>
                <a:cxn ang="0">
                  <a:pos x="T4" y="T5"/>
                </a:cxn>
              </a:cxnLst>
              <a:rect l="0" t="0" r="r" b="b"/>
              <a:pathLst>
                <a:path w="61" h="107">
                  <a:moveTo>
                    <a:pt x="16" y="0"/>
                  </a:moveTo>
                  <a:cubicBezTo>
                    <a:pt x="0" y="59"/>
                    <a:pt x="51" y="98"/>
                    <a:pt x="54" y="107"/>
                  </a:cubicBezTo>
                  <a:cubicBezTo>
                    <a:pt x="61" y="50"/>
                    <a:pt x="30" y="28"/>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6" name="觅知网-不倒翁ID:189359941"/>
            <p:cNvSpPr/>
            <p:nvPr/>
          </p:nvSpPr>
          <p:spPr bwMode="auto">
            <a:xfrm>
              <a:off x="743997" y="9957913"/>
              <a:ext cx="458120" cy="812125"/>
            </a:xfrm>
            <a:custGeom>
              <a:avLst/>
              <a:gdLst>
                <a:gd name="T0" fmla="*/ 24 w 62"/>
                <a:gd name="T1" fmla="*/ 0 h 109"/>
                <a:gd name="T2" fmla="*/ 48 w 62"/>
                <a:gd name="T3" fmla="*/ 109 h 109"/>
                <a:gd name="T4" fmla="*/ 24 w 62"/>
                <a:gd name="T5" fmla="*/ 0 h 109"/>
              </a:gdLst>
              <a:ahLst/>
              <a:cxnLst>
                <a:cxn ang="0">
                  <a:pos x="T0" y="T1"/>
                </a:cxn>
                <a:cxn ang="0">
                  <a:pos x="T2" y="T3"/>
                </a:cxn>
                <a:cxn ang="0">
                  <a:pos x="T4" y="T5"/>
                </a:cxn>
              </a:cxnLst>
              <a:rect l="0" t="0" r="r" b="b"/>
              <a:pathLst>
                <a:path w="62" h="109">
                  <a:moveTo>
                    <a:pt x="24" y="0"/>
                  </a:moveTo>
                  <a:cubicBezTo>
                    <a:pt x="0" y="50"/>
                    <a:pt x="47" y="102"/>
                    <a:pt x="48" y="109"/>
                  </a:cubicBezTo>
                  <a:cubicBezTo>
                    <a:pt x="62" y="56"/>
                    <a:pt x="34" y="26"/>
                    <a:pt x="2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7" name="觅知网-不倒翁ID:189359941"/>
            <p:cNvSpPr/>
            <p:nvPr/>
          </p:nvSpPr>
          <p:spPr bwMode="auto">
            <a:xfrm>
              <a:off x="1410354" y="8451672"/>
              <a:ext cx="874595" cy="1478482"/>
            </a:xfrm>
            <a:custGeom>
              <a:avLst/>
              <a:gdLst>
                <a:gd name="T0" fmla="*/ 114 w 117"/>
                <a:gd name="T1" fmla="*/ 0 h 198"/>
                <a:gd name="T2" fmla="*/ 0 w 117"/>
                <a:gd name="T3" fmla="*/ 197 h 198"/>
                <a:gd name="T4" fmla="*/ 4 w 117"/>
                <a:gd name="T5" fmla="*/ 198 h 198"/>
                <a:gd name="T6" fmla="*/ 117 w 117"/>
                <a:gd name="T7" fmla="*/ 3 h 198"/>
                <a:gd name="T8" fmla="*/ 114 w 117"/>
                <a:gd name="T9" fmla="*/ 0 h 198"/>
              </a:gdLst>
              <a:ahLst/>
              <a:cxnLst>
                <a:cxn ang="0">
                  <a:pos x="T0" y="T1"/>
                </a:cxn>
                <a:cxn ang="0">
                  <a:pos x="T2" y="T3"/>
                </a:cxn>
                <a:cxn ang="0">
                  <a:pos x="T4" y="T5"/>
                </a:cxn>
                <a:cxn ang="0">
                  <a:pos x="T6" y="T7"/>
                </a:cxn>
                <a:cxn ang="0">
                  <a:pos x="T8" y="T9"/>
                </a:cxn>
              </a:cxnLst>
              <a:rect l="0" t="0" r="r" b="b"/>
              <a:pathLst>
                <a:path w="117" h="198">
                  <a:moveTo>
                    <a:pt x="114" y="0"/>
                  </a:moveTo>
                  <a:cubicBezTo>
                    <a:pt x="70" y="46"/>
                    <a:pt x="25" y="118"/>
                    <a:pt x="0" y="197"/>
                  </a:cubicBezTo>
                  <a:cubicBezTo>
                    <a:pt x="4" y="198"/>
                    <a:pt x="4" y="198"/>
                    <a:pt x="4" y="198"/>
                  </a:cubicBezTo>
                  <a:cubicBezTo>
                    <a:pt x="28" y="120"/>
                    <a:pt x="73" y="48"/>
                    <a:pt x="117" y="3"/>
                  </a:cubicBezTo>
                  <a:lnTo>
                    <a:pt x="11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8" name="觅知网-不倒翁ID:189359941"/>
            <p:cNvSpPr/>
            <p:nvPr/>
          </p:nvSpPr>
          <p:spPr bwMode="auto">
            <a:xfrm>
              <a:off x="1167410" y="8410023"/>
              <a:ext cx="916244" cy="1735303"/>
            </a:xfrm>
            <a:custGeom>
              <a:avLst/>
              <a:gdLst>
                <a:gd name="T0" fmla="*/ 120 w 123"/>
                <a:gd name="T1" fmla="*/ 0 h 233"/>
                <a:gd name="T2" fmla="*/ 0 w 123"/>
                <a:gd name="T3" fmla="*/ 233 h 233"/>
                <a:gd name="T4" fmla="*/ 4 w 123"/>
                <a:gd name="T5" fmla="*/ 233 h 233"/>
                <a:gd name="T6" fmla="*/ 123 w 123"/>
                <a:gd name="T7" fmla="*/ 2 h 233"/>
                <a:gd name="T8" fmla="*/ 120 w 123"/>
                <a:gd name="T9" fmla="*/ 0 h 233"/>
              </a:gdLst>
              <a:ahLst/>
              <a:cxnLst>
                <a:cxn ang="0">
                  <a:pos x="T0" y="T1"/>
                </a:cxn>
                <a:cxn ang="0">
                  <a:pos x="T2" y="T3"/>
                </a:cxn>
                <a:cxn ang="0">
                  <a:pos x="T4" y="T5"/>
                </a:cxn>
                <a:cxn ang="0">
                  <a:pos x="T6" y="T7"/>
                </a:cxn>
                <a:cxn ang="0">
                  <a:pos x="T8" y="T9"/>
                </a:cxn>
              </a:cxnLst>
              <a:rect l="0" t="0" r="r" b="b"/>
              <a:pathLst>
                <a:path w="123" h="233">
                  <a:moveTo>
                    <a:pt x="120" y="0"/>
                  </a:moveTo>
                  <a:cubicBezTo>
                    <a:pt x="67" y="58"/>
                    <a:pt x="21" y="141"/>
                    <a:pt x="0" y="233"/>
                  </a:cubicBezTo>
                  <a:cubicBezTo>
                    <a:pt x="4" y="233"/>
                    <a:pt x="4" y="233"/>
                    <a:pt x="4" y="233"/>
                  </a:cubicBezTo>
                  <a:cubicBezTo>
                    <a:pt x="24" y="143"/>
                    <a:pt x="70" y="60"/>
                    <a:pt x="123" y="2"/>
                  </a:cubicBezTo>
                  <a:lnTo>
                    <a:pt x="12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9" name="觅知网-不倒翁ID:189359941"/>
            <p:cNvSpPr/>
            <p:nvPr/>
          </p:nvSpPr>
          <p:spPr bwMode="auto">
            <a:xfrm>
              <a:off x="1070230" y="8111548"/>
              <a:ext cx="1055069" cy="1721422"/>
            </a:xfrm>
            <a:custGeom>
              <a:avLst/>
              <a:gdLst>
                <a:gd name="T0" fmla="*/ 139 w 142"/>
                <a:gd name="T1" fmla="*/ 0 h 231"/>
                <a:gd name="T2" fmla="*/ 0 w 142"/>
                <a:gd name="T3" fmla="*/ 230 h 231"/>
                <a:gd name="T4" fmla="*/ 4 w 142"/>
                <a:gd name="T5" fmla="*/ 231 h 231"/>
                <a:gd name="T6" fmla="*/ 142 w 142"/>
                <a:gd name="T7" fmla="*/ 2 h 231"/>
                <a:gd name="T8" fmla="*/ 139 w 142"/>
                <a:gd name="T9" fmla="*/ 0 h 231"/>
              </a:gdLst>
              <a:ahLst/>
              <a:cxnLst>
                <a:cxn ang="0">
                  <a:pos x="T0" y="T1"/>
                </a:cxn>
                <a:cxn ang="0">
                  <a:pos x="T2" y="T3"/>
                </a:cxn>
                <a:cxn ang="0">
                  <a:pos x="T4" y="T5"/>
                </a:cxn>
                <a:cxn ang="0">
                  <a:pos x="T6" y="T7"/>
                </a:cxn>
                <a:cxn ang="0">
                  <a:pos x="T8" y="T9"/>
                </a:cxn>
              </a:cxnLst>
              <a:rect l="0" t="0" r="r" b="b"/>
              <a:pathLst>
                <a:path w="142" h="231">
                  <a:moveTo>
                    <a:pt x="139" y="0"/>
                  </a:moveTo>
                  <a:cubicBezTo>
                    <a:pt x="90" y="44"/>
                    <a:pt x="31" y="132"/>
                    <a:pt x="0" y="230"/>
                  </a:cubicBezTo>
                  <a:cubicBezTo>
                    <a:pt x="4" y="231"/>
                    <a:pt x="4" y="231"/>
                    <a:pt x="4" y="231"/>
                  </a:cubicBezTo>
                  <a:cubicBezTo>
                    <a:pt x="33" y="135"/>
                    <a:pt x="92" y="47"/>
                    <a:pt x="142" y="2"/>
                  </a:cubicBezTo>
                  <a:lnTo>
                    <a:pt x="13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grpSp>
      <p:grpSp>
        <p:nvGrpSpPr>
          <p:cNvPr id="140" name="觅知网-不倒翁ID:189359941"/>
          <p:cNvGrpSpPr/>
          <p:nvPr/>
        </p:nvGrpSpPr>
        <p:grpSpPr>
          <a:xfrm>
            <a:off x="8538181" y="-186482"/>
            <a:ext cx="3885111" cy="6528617"/>
            <a:chOff x="5056479" y="8111548"/>
            <a:chExt cx="3885111" cy="6528617"/>
          </a:xfrm>
          <a:solidFill>
            <a:srgbClr val="344778">
              <a:alpha val="5000"/>
            </a:srgbClr>
          </a:solidFill>
        </p:grpSpPr>
        <p:sp>
          <p:nvSpPr>
            <p:cNvPr id="141" name="觅知网-不倒翁ID:189359941"/>
            <p:cNvSpPr/>
            <p:nvPr/>
          </p:nvSpPr>
          <p:spPr bwMode="auto">
            <a:xfrm>
              <a:off x="5137796" y="13747819"/>
              <a:ext cx="687182" cy="465063"/>
            </a:xfrm>
            <a:custGeom>
              <a:avLst/>
              <a:gdLst>
                <a:gd name="T0" fmla="*/ 92 w 92"/>
                <a:gd name="T1" fmla="*/ 6 h 62"/>
                <a:gd name="T2" fmla="*/ 0 w 92"/>
                <a:gd name="T3" fmla="*/ 62 h 62"/>
                <a:gd name="T4" fmla="*/ 92 w 92"/>
                <a:gd name="T5" fmla="*/ 6 h 62"/>
              </a:gdLst>
              <a:ahLst/>
              <a:cxnLst>
                <a:cxn ang="0">
                  <a:pos x="T0" y="T1"/>
                </a:cxn>
                <a:cxn ang="0">
                  <a:pos x="T2" y="T3"/>
                </a:cxn>
                <a:cxn ang="0">
                  <a:pos x="T4" y="T5"/>
                </a:cxn>
              </a:cxnLst>
              <a:rect l="0" t="0" r="r" b="b"/>
              <a:pathLst>
                <a:path w="92" h="62">
                  <a:moveTo>
                    <a:pt x="92" y="6"/>
                  </a:moveTo>
                  <a:cubicBezTo>
                    <a:pt x="39" y="0"/>
                    <a:pt x="18" y="57"/>
                    <a:pt x="0" y="62"/>
                  </a:cubicBezTo>
                  <a:cubicBezTo>
                    <a:pt x="58" y="57"/>
                    <a:pt x="86" y="30"/>
                    <a:pt x="9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2" name="觅知网-不倒翁ID:189359941"/>
            <p:cNvSpPr/>
            <p:nvPr/>
          </p:nvSpPr>
          <p:spPr bwMode="auto">
            <a:xfrm>
              <a:off x="5644509" y="13685350"/>
              <a:ext cx="638594" cy="492830"/>
            </a:xfrm>
            <a:custGeom>
              <a:avLst/>
              <a:gdLst>
                <a:gd name="T0" fmla="*/ 85 w 85"/>
                <a:gd name="T1" fmla="*/ 2 h 66"/>
                <a:gd name="T2" fmla="*/ 0 w 85"/>
                <a:gd name="T3" fmla="*/ 66 h 66"/>
                <a:gd name="T4" fmla="*/ 85 w 85"/>
                <a:gd name="T5" fmla="*/ 2 h 66"/>
              </a:gdLst>
              <a:ahLst/>
              <a:cxnLst>
                <a:cxn ang="0">
                  <a:pos x="T0" y="T1"/>
                </a:cxn>
                <a:cxn ang="0">
                  <a:pos x="T2" y="T3"/>
                </a:cxn>
                <a:cxn ang="0">
                  <a:pos x="T4" y="T5"/>
                </a:cxn>
              </a:cxnLst>
              <a:rect l="0" t="0" r="r" b="b"/>
              <a:pathLst>
                <a:path w="85" h="66">
                  <a:moveTo>
                    <a:pt x="85" y="2"/>
                  </a:moveTo>
                  <a:cubicBezTo>
                    <a:pt x="35" y="0"/>
                    <a:pt x="17" y="60"/>
                    <a:pt x="0" y="66"/>
                  </a:cubicBezTo>
                  <a:cubicBezTo>
                    <a:pt x="59" y="57"/>
                    <a:pt x="82" y="24"/>
                    <a:pt x="85"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3" name="觅知网-不倒翁ID:189359941"/>
            <p:cNvSpPr/>
            <p:nvPr/>
          </p:nvSpPr>
          <p:spPr bwMode="auto">
            <a:xfrm>
              <a:off x="6151217" y="13532643"/>
              <a:ext cx="562243" cy="555300"/>
            </a:xfrm>
            <a:custGeom>
              <a:avLst/>
              <a:gdLst>
                <a:gd name="T0" fmla="*/ 75 w 75"/>
                <a:gd name="T1" fmla="*/ 0 h 74"/>
                <a:gd name="T2" fmla="*/ 0 w 75"/>
                <a:gd name="T3" fmla="*/ 74 h 74"/>
                <a:gd name="T4" fmla="*/ 75 w 75"/>
                <a:gd name="T5" fmla="*/ 0 h 74"/>
              </a:gdLst>
              <a:ahLst/>
              <a:cxnLst>
                <a:cxn ang="0">
                  <a:pos x="T0" y="T1"/>
                </a:cxn>
                <a:cxn ang="0">
                  <a:pos x="T2" y="T3"/>
                </a:cxn>
                <a:cxn ang="0">
                  <a:pos x="T4" y="T5"/>
                </a:cxn>
              </a:cxnLst>
              <a:rect l="0" t="0" r="r" b="b"/>
              <a:pathLst>
                <a:path w="75" h="74">
                  <a:moveTo>
                    <a:pt x="75" y="0"/>
                  </a:moveTo>
                  <a:cubicBezTo>
                    <a:pt x="26" y="8"/>
                    <a:pt x="15" y="66"/>
                    <a:pt x="0" y="74"/>
                  </a:cubicBezTo>
                  <a:cubicBezTo>
                    <a:pt x="50" y="62"/>
                    <a:pt x="74" y="28"/>
                    <a:pt x="7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4" name="觅知网-不倒翁ID:189359941"/>
            <p:cNvSpPr/>
            <p:nvPr/>
          </p:nvSpPr>
          <p:spPr bwMode="auto">
            <a:xfrm>
              <a:off x="6637104" y="13310524"/>
              <a:ext cx="492831" cy="624708"/>
            </a:xfrm>
            <a:custGeom>
              <a:avLst/>
              <a:gdLst>
                <a:gd name="T0" fmla="*/ 62 w 66"/>
                <a:gd name="T1" fmla="*/ 0 h 84"/>
                <a:gd name="T2" fmla="*/ 0 w 66"/>
                <a:gd name="T3" fmla="*/ 84 h 84"/>
                <a:gd name="T4" fmla="*/ 62 w 66"/>
                <a:gd name="T5" fmla="*/ 0 h 84"/>
              </a:gdLst>
              <a:ahLst/>
              <a:cxnLst>
                <a:cxn ang="0">
                  <a:pos x="T0" y="T1"/>
                </a:cxn>
                <a:cxn ang="0">
                  <a:pos x="T2" y="T3"/>
                </a:cxn>
                <a:cxn ang="0">
                  <a:pos x="T4" y="T5"/>
                </a:cxn>
              </a:cxnLst>
              <a:rect l="0" t="0" r="r" b="b"/>
              <a:pathLst>
                <a:path w="66" h="84">
                  <a:moveTo>
                    <a:pt x="62" y="0"/>
                  </a:moveTo>
                  <a:cubicBezTo>
                    <a:pt x="18" y="15"/>
                    <a:pt x="13" y="74"/>
                    <a:pt x="0" y="84"/>
                  </a:cubicBezTo>
                  <a:cubicBezTo>
                    <a:pt x="50" y="64"/>
                    <a:pt x="66" y="26"/>
                    <a:pt x="6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5" name="觅知网-不倒翁ID:189359941"/>
            <p:cNvSpPr/>
            <p:nvPr/>
          </p:nvSpPr>
          <p:spPr bwMode="auto">
            <a:xfrm>
              <a:off x="7095224" y="13018993"/>
              <a:ext cx="430357" cy="694121"/>
            </a:xfrm>
            <a:custGeom>
              <a:avLst/>
              <a:gdLst>
                <a:gd name="T0" fmla="*/ 47 w 58"/>
                <a:gd name="T1" fmla="*/ 0 h 93"/>
                <a:gd name="T2" fmla="*/ 0 w 58"/>
                <a:gd name="T3" fmla="*/ 93 h 93"/>
                <a:gd name="T4" fmla="*/ 47 w 58"/>
                <a:gd name="T5" fmla="*/ 0 h 93"/>
              </a:gdLst>
              <a:ahLst/>
              <a:cxnLst>
                <a:cxn ang="0">
                  <a:pos x="T0" y="T1"/>
                </a:cxn>
                <a:cxn ang="0">
                  <a:pos x="T2" y="T3"/>
                </a:cxn>
                <a:cxn ang="0">
                  <a:pos x="T4" y="T5"/>
                </a:cxn>
              </a:cxnLst>
              <a:rect l="0" t="0" r="r" b="b"/>
              <a:pathLst>
                <a:path w="58" h="93">
                  <a:moveTo>
                    <a:pt x="47" y="0"/>
                  </a:moveTo>
                  <a:cubicBezTo>
                    <a:pt x="11" y="20"/>
                    <a:pt x="6" y="88"/>
                    <a:pt x="0" y="93"/>
                  </a:cubicBezTo>
                  <a:cubicBezTo>
                    <a:pt x="34" y="77"/>
                    <a:pt x="58" y="37"/>
                    <a:pt x="4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6" name="觅知网-不倒翁ID:189359941"/>
            <p:cNvSpPr/>
            <p:nvPr/>
          </p:nvSpPr>
          <p:spPr bwMode="auto">
            <a:xfrm>
              <a:off x="7463111" y="12678873"/>
              <a:ext cx="347063" cy="735770"/>
            </a:xfrm>
            <a:custGeom>
              <a:avLst/>
              <a:gdLst>
                <a:gd name="T0" fmla="*/ 34 w 46"/>
                <a:gd name="T1" fmla="*/ 0 h 99"/>
                <a:gd name="T2" fmla="*/ 5 w 46"/>
                <a:gd name="T3" fmla="*/ 99 h 99"/>
                <a:gd name="T4" fmla="*/ 34 w 46"/>
                <a:gd name="T5" fmla="*/ 0 h 99"/>
              </a:gdLst>
              <a:ahLst/>
              <a:cxnLst>
                <a:cxn ang="0">
                  <a:pos x="T0" y="T1"/>
                </a:cxn>
                <a:cxn ang="0">
                  <a:pos x="T2" y="T3"/>
                </a:cxn>
                <a:cxn ang="0">
                  <a:pos x="T4" y="T5"/>
                </a:cxn>
              </a:cxnLst>
              <a:rect l="0" t="0" r="r" b="b"/>
              <a:pathLst>
                <a:path w="46" h="99">
                  <a:moveTo>
                    <a:pt x="34" y="0"/>
                  </a:moveTo>
                  <a:cubicBezTo>
                    <a:pt x="0" y="29"/>
                    <a:pt x="14" y="86"/>
                    <a:pt x="5" y="99"/>
                  </a:cubicBezTo>
                  <a:cubicBezTo>
                    <a:pt x="45" y="71"/>
                    <a:pt x="46" y="24"/>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7" name="觅知网-不倒翁ID:189359941"/>
            <p:cNvSpPr/>
            <p:nvPr/>
          </p:nvSpPr>
          <p:spPr bwMode="auto">
            <a:xfrm>
              <a:off x="7726880" y="12283223"/>
              <a:ext cx="347063" cy="770476"/>
            </a:xfrm>
            <a:custGeom>
              <a:avLst/>
              <a:gdLst>
                <a:gd name="T0" fmla="*/ 28 w 47"/>
                <a:gd name="T1" fmla="*/ 0 h 103"/>
                <a:gd name="T2" fmla="*/ 16 w 47"/>
                <a:gd name="T3" fmla="*/ 103 h 103"/>
                <a:gd name="T4" fmla="*/ 28 w 47"/>
                <a:gd name="T5" fmla="*/ 0 h 103"/>
              </a:gdLst>
              <a:ahLst/>
              <a:cxnLst>
                <a:cxn ang="0">
                  <a:pos x="T0" y="T1"/>
                </a:cxn>
                <a:cxn ang="0">
                  <a:pos x="T2" y="T3"/>
                </a:cxn>
                <a:cxn ang="0">
                  <a:pos x="T4" y="T5"/>
                </a:cxn>
              </a:cxnLst>
              <a:rect l="0" t="0" r="r" b="b"/>
              <a:pathLst>
                <a:path w="47" h="103">
                  <a:moveTo>
                    <a:pt x="28" y="0"/>
                  </a:moveTo>
                  <a:cubicBezTo>
                    <a:pt x="0" y="36"/>
                    <a:pt x="22" y="89"/>
                    <a:pt x="16" y="103"/>
                  </a:cubicBezTo>
                  <a:cubicBezTo>
                    <a:pt x="46" y="71"/>
                    <a:pt x="47" y="29"/>
                    <a:pt x="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8" name="觅知网-不倒翁ID:189359941"/>
            <p:cNvSpPr/>
            <p:nvPr/>
          </p:nvSpPr>
          <p:spPr bwMode="auto">
            <a:xfrm>
              <a:off x="7921231" y="11852871"/>
              <a:ext cx="360944" cy="770476"/>
            </a:xfrm>
            <a:custGeom>
              <a:avLst/>
              <a:gdLst>
                <a:gd name="T0" fmla="*/ 23 w 49"/>
                <a:gd name="T1" fmla="*/ 0 h 104"/>
                <a:gd name="T2" fmla="*/ 26 w 49"/>
                <a:gd name="T3" fmla="*/ 104 h 104"/>
                <a:gd name="T4" fmla="*/ 23 w 49"/>
                <a:gd name="T5" fmla="*/ 0 h 104"/>
              </a:gdLst>
              <a:ahLst/>
              <a:cxnLst>
                <a:cxn ang="0">
                  <a:pos x="T0" y="T1"/>
                </a:cxn>
                <a:cxn ang="0">
                  <a:pos x="T2" y="T3"/>
                </a:cxn>
                <a:cxn ang="0">
                  <a:pos x="T4" y="T5"/>
                </a:cxn>
              </a:cxnLst>
              <a:rect l="0" t="0" r="r" b="b"/>
              <a:pathLst>
                <a:path w="49" h="104">
                  <a:moveTo>
                    <a:pt x="23" y="0"/>
                  </a:moveTo>
                  <a:cubicBezTo>
                    <a:pt x="0" y="46"/>
                    <a:pt x="31" y="90"/>
                    <a:pt x="26" y="104"/>
                  </a:cubicBezTo>
                  <a:cubicBezTo>
                    <a:pt x="48" y="72"/>
                    <a:pt x="49" y="32"/>
                    <a:pt x="2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9" name="觅知网-不倒翁ID:189359941"/>
            <p:cNvSpPr/>
            <p:nvPr/>
          </p:nvSpPr>
          <p:spPr bwMode="auto">
            <a:xfrm>
              <a:off x="8060056" y="11401685"/>
              <a:ext cx="395655" cy="770476"/>
            </a:xfrm>
            <a:custGeom>
              <a:avLst/>
              <a:gdLst>
                <a:gd name="T0" fmla="*/ 16 w 53"/>
                <a:gd name="T1" fmla="*/ 0 h 103"/>
                <a:gd name="T2" fmla="*/ 34 w 53"/>
                <a:gd name="T3" fmla="*/ 103 h 103"/>
                <a:gd name="T4" fmla="*/ 16 w 53"/>
                <a:gd name="T5" fmla="*/ 0 h 103"/>
              </a:gdLst>
              <a:ahLst/>
              <a:cxnLst>
                <a:cxn ang="0">
                  <a:pos x="T0" y="T1"/>
                </a:cxn>
                <a:cxn ang="0">
                  <a:pos x="T2" y="T3"/>
                </a:cxn>
                <a:cxn ang="0">
                  <a:pos x="T4" y="T5"/>
                </a:cxn>
              </a:cxnLst>
              <a:rect l="0" t="0" r="r" b="b"/>
              <a:pathLst>
                <a:path w="53" h="103">
                  <a:moveTo>
                    <a:pt x="16" y="0"/>
                  </a:moveTo>
                  <a:cubicBezTo>
                    <a:pt x="0" y="46"/>
                    <a:pt x="35" y="89"/>
                    <a:pt x="34" y="103"/>
                  </a:cubicBezTo>
                  <a:cubicBezTo>
                    <a:pt x="53" y="66"/>
                    <a:pt x="43" y="27"/>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0" name="觅知网-不倒翁ID:189359941"/>
            <p:cNvSpPr/>
            <p:nvPr/>
          </p:nvSpPr>
          <p:spPr bwMode="auto">
            <a:xfrm>
              <a:off x="8143355" y="10950508"/>
              <a:ext cx="381769" cy="735770"/>
            </a:xfrm>
            <a:custGeom>
              <a:avLst/>
              <a:gdLst>
                <a:gd name="T0" fmla="*/ 8 w 51"/>
                <a:gd name="T1" fmla="*/ 0 h 99"/>
                <a:gd name="T2" fmla="*/ 39 w 51"/>
                <a:gd name="T3" fmla="*/ 99 h 99"/>
                <a:gd name="T4" fmla="*/ 8 w 51"/>
                <a:gd name="T5" fmla="*/ 0 h 99"/>
              </a:gdLst>
              <a:ahLst/>
              <a:cxnLst>
                <a:cxn ang="0">
                  <a:pos x="T0" y="T1"/>
                </a:cxn>
                <a:cxn ang="0">
                  <a:pos x="T2" y="T3"/>
                </a:cxn>
                <a:cxn ang="0">
                  <a:pos x="T4" y="T5"/>
                </a:cxn>
              </a:cxnLst>
              <a:rect l="0" t="0" r="r" b="b"/>
              <a:pathLst>
                <a:path w="51" h="99">
                  <a:moveTo>
                    <a:pt x="8" y="0"/>
                  </a:moveTo>
                  <a:cubicBezTo>
                    <a:pt x="0" y="36"/>
                    <a:pt x="39" y="95"/>
                    <a:pt x="39" y="99"/>
                  </a:cubicBezTo>
                  <a:cubicBezTo>
                    <a:pt x="51" y="67"/>
                    <a:pt x="47" y="33"/>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1" name="觅知网-不倒翁ID:189359941"/>
            <p:cNvSpPr/>
            <p:nvPr/>
          </p:nvSpPr>
          <p:spPr bwMode="auto">
            <a:xfrm>
              <a:off x="8157236" y="10492388"/>
              <a:ext cx="402593" cy="701064"/>
            </a:xfrm>
            <a:custGeom>
              <a:avLst/>
              <a:gdLst>
                <a:gd name="T0" fmla="*/ 2 w 54"/>
                <a:gd name="T1" fmla="*/ 0 h 94"/>
                <a:gd name="T2" fmla="*/ 45 w 54"/>
                <a:gd name="T3" fmla="*/ 94 h 94"/>
                <a:gd name="T4" fmla="*/ 2 w 54"/>
                <a:gd name="T5" fmla="*/ 0 h 94"/>
              </a:gdLst>
              <a:ahLst/>
              <a:cxnLst>
                <a:cxn ang="0">
                  <a:pos x="T0" y="T1"/>
                </a:cxn>
                <a:cxn ang="0">
                  <a:pos x="T2" y="T3"/>
                </a:cxn>
                <a:cxn ang="0">
                  <a:pos x="T4" y="T5"/>
                </a:cxn>
              </a:cxnLst>
              <a:rect l="0" t="0" r="r" b="b"/>
              <a:pathLst>
                <a:path w="54" h="94">
                  <a:moveTo>
                    <a:pt x="2" y="0"/>
                  </a:moveTo>
                  <a:cubicBezTo>
                    <a:pt x="0" y="48"/>
                    <a:pt x="43" y="81"/>
                    <a:pt x="45" y="94"/>
                  </a:cubicBezTo>
                  <a:cubicBezTo>
                    <a:pt x="54" y="61"/>
                    <a:pt x="45" y="29"/>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2" name="觅知网-不倒翁ID:189359941"/>
            <p:cNvSpPr/>
            <p:nvPr/>
          </p:nvSpPr>
          <p:spPr bwMode="auto">
            <a:xfrm>
              <a:off x="8073938" y="10055089"/>
              <a:ext cx="465063" cy="645537"/>
            </a:xfrm>
            <a:custGeom>
              <a:avLst/>
              <a:gdLst>
                <a:gd name="T0" fmla="*/ 0 w 62"/>
                <a:gd name="T1" fmla="*/ 0 h 87"/>
                <a:gd name="T2" fmla="*/ 55 w 62"/>
                <a:gd name="T3" fmla="*/ 87 h 87"/>
                <a:gd name="T4" fmla="*/ 0 w 62"/>
                <a:gd name="T5" fmla="*/ 0 h 87"/>
              </a:gdLst>
              <a:ahLst/>
              <a:cxnLst>
                <a:cxn ang="0">
                  <a:pos x="T0" y="T1"/>
                </a:cxn>
                <a:cxn ang="0">
                  <a:pos x="T2" y="T3"/>
                </a:cxn>
                <a:cxn ang="0">
                  <a:pos x="T4" y="T5"/>
                </a:cxn>
              </a:cxnLst>
              <a:rect l="0" t="0" r="r" b="b"/>
              <a:pathLst>
                <a:path w="62" h="87">
                  <a:moveTo>
                    <a:pt x="0" y="0"/>
                  </a:moveTo>
                  <a:cubicBezTo>
                    <a:pt x="3" y="44"/>
                    <a:pt x="51" y="75"/>
                    <a:pt x="55" y="87"/>
                  </a:cubicBezTo>
                  <a:cubicBezTo>
                    <a:pt x="62" y="39"/>
                    <a:pt x="30" y="1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3" name="觅知网-不倒翁ID:189359941"/>
            <p:cNvSpPr/>
            <p:nvPr/>
          </p:nvSpPr>
          <p:spPr bwMode="auto">
            <a:xfrm>
              <a:off x="5165560" y="14115706"/>
              <a:ext cx="1020363" cy="478944"/>
            </a:xfrm>
            <a:custGeom>
              <a:avLst/>
              <a:gdLst>
                <a:gd name="T0" fmla="*/ 136 w 136"/>
                <a:gd name="T1" fmla="*/ 37 h 64"/>
                <a:gd name="T2" fmla="*/ 0 w 136"/>
                <a:gd name="T3" fmla="*/ 19 h 64"/>
                <a:gd name="T4" fmla="*/ 136 w 136"/>
                <a:gd name="T5" fmla="*/ 37 h 64"/>
              </a:gdLst>
              <a:ahLst/>
              <a:cxnLst>
                <a:cxn ang="0">
                  <a:pos x="T0" y="T1"/>
                </a:cxn>
                <a:cxn ang="0">
                  <a:pos x="T2" y="T3"/>
                </a:cxn>
                <a:cxn ang="0">
                  <a:pos x="T4" y="T5"/>
                </a:cxn>
              </a:cxnLst>
              <a:rect l="0" t="0" r="r" b="b"/>
              <a:pathLst>
                <a:path w="136" h="64">
                  <a:moveTo>
                    <a:pt x="136" y="37"/>
                  </a:moveTo>
                  <a:cubicBezTo>
                    <a:pt x="67" y="64"/>
                    <a:pt x="31" y="27"/>
                    <a:pt x="0" y="19"/>
                  </a:cubicBezTo>
                  <a:cubicBezTo>
                    <a:pt x="66" y="0"/>
                    <a:pt x="86" y="35"/>
                    <a:pt x="136"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4" name="觅知网-不倒翁ID:189359941"/>
            <p:cNvSpPr/>
            <p:nvPr/>
          </p:nvSpPr>
          <p:spPr bwMode="auto">
            <a:xfrm>
              <a:off x="5665329" y="14039351"/>
              <a:ext cx="1013420" cy="472001"/>
            </a:xfrm>
            <a:custGeom>
              <a:avLst/>
              <a:gdLst>
                <a:gd name="T0" fmla="*/ 136 w 136"/>
                <a:gd name="T1" fmla="*/ 28 h 63"/>
                <a:gd name="T2" fmla="*/ 0 w 136"/>
                <a:gd name="T3" fmla="*/ 24 h 63"/>
                <a:gd name="T4" fmla="*/ 136 w 136"/>
                <a:gd name="T5" fmla="*/ 28 h 63"/>
              </a:gdLst>
              <a:ahLst/>
              <a:cxnLst>
                <a:cxn ang="0">
                  <a:pos x="T0" y="T1"/>
                </a:cxn>
                <a:cxn ang="0">
                  <a:pos x="T2" y="T3"/>
                </a:cxn>
                <a:cxn ang="0">
                  <a:pos x="T4" y="T5"/>
                </a:cxn>
              </a:cxnLst>
              <a:rect l="0" t="0" r="r" b="b"/>
              <a:pathLst>
                <a:path w="136" h="63">
                  <a:moveTo>
                    <a:pt x="136" y="28"/>
                  </a:moveTo>
                  <a:cubicBezTo>
                    <a:pt x="68" y="63"/>
                    <a:pt x="30" y="28"/>
                    <a:pt x="0" y="24"/>
                  </a:cubicBezTo>
                  <a:cubicBezTo>
                    <a:pt x="63" y="0"/>
                    <a:pt x="87" y="31"/>
                    <a:pt x="136"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5" name="觅知网-不倒翁ID:189359941"/>
            <p:cNvSpPr/>
            <p:nvPr/>
          </p:nvSpPr>
          <p:spPr bwMode="auto">
            <a:xfrm>
              <a:off x="6165098" y="13893587"/>
              <a:ext cx="999538" cy="478944"/>
            </a:xfrm>
            <a:custGeom>
              <a:avLst/>
              <a:gdLst>
                <a:gd name="T0" fmla="*/ 134 w 134"/>
                <a:gd name="T1" fmla="*/ 19 h 64"/>
                <a:gd name="T2" fmla="*/ 0 w 134"/>
                <a:gd name="T3" fmla="*/ 32 h 64"/>
                <a:gd name="T4" fmla="*/ 134 w 134"/>
                <a:gd name="T5" fmla="*/ 19 h 64"/>
              </a:gdLst>
              <a:ahLst/>
              <a:cxnLst>
                <a:cxn ang="0">
                  <a:pos x="T0" y="T1"/>
                </a:cxn>
                <a:cxn ang="0">
                  <a:pos x="T2" y="T3"/>
                </a:cxn>
                <a:cxn ang="0">
                  <a:pos x="T4" y="T5"/>
                </a:cxn>
              </a:cxnLst>
              <a:rect l="0" t="0" r="r" b="b"/>
              <a:pathLst>
                <a:path w="134" h="64">
                  <a:moveTo>
                    <a:pt x="134" y="19"/>
                  </a:moveTo>
                  <a:cubicBezTo>
                    <a:pt x="74" y="64"/>
                    <a:pt x="28" y="33"/>
                    <a:pt x="0" y="32"/>
                  </a:cubicBezTo>
                  <a:cubicBezTo>
                    <a:pt x="64" y="0"/>
                    <a:pt x="86" y="30"/>
                    <a:pt x="134"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6" name="觅知网-不倒翁ID:189359941"/>
            <p:cNvSpPr/>
            <p:nvPr/>
          </p:nvSpPr>
          <p:spPr bwMode="auto">
            <a:xfrm>
              <a:off x="6644047" y="13692288"/>
              <a:ext cx="971775" cy="444238"/>
            </a:xfrm>
            <a:custGeom>
              <a:avLst/>
              <a:gdLst>
                <a:gd name="T0" fmla="*/ 130 w 130"/>
                <a:gd name="T1" fmla="*/ 7 h 60"/>
                <a:gd name="T2" fmla="*/ 0 w 130"/>
                <a:gd name="T3" fmla="*/ 39 h 60"/>
                <a:gd name="T4" fmla="*/ 130 w 130"/>
                <a:gd name="T5" fmla="*/ 7 h 60"/>
              </a:gdLst>
              <a:ahLst/>
              <a:cxnLst>
                <a:cxn ang="0">
                  <a:pos x="T0" y="T1"/>
                </a:cxn>
                <a:cxn ang="0">
                  <a:pos x="T2" y="T3"/>
                </a:cxn>
                <a:cxn ang="0">
                  <a:pos x="T4" y="T5"/>
                </a:cxn>
              </a:cxnLst>
              <a:rect l="0" t="0" r="r" b="b"/>
              <a:pathLst>
                <a:path w="130" h="60">
                  <a:moveTo>
                    <a:pt x="130" y="7"/>
                  </a:moveTo>
                  <a:cubicBezTo>
                    <a:pt x="77" y="60"/>
                    <a:pt x="24" y="36"/>
                    <a:pt x="0" y="39"/>
                  </a:cubicBezTo>
                  <a:cubicBezTo>
                    <a:pt x="54" y="0"/>
                    <a:pt x="91" y="22"/>
                    <a:pt x="13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7" name="觅知网-不倒翁ID:189359941"/>
            <p:cNvSpPr/>
            <p:nvPr/>
          </p:nvSpPr>
          <p:spPr bwMode="auto">
            <a:xfrm>
              <a:off x="7102167" y="13372994"/>
              <a:ext cx="902358" cy="423418"/>
            </a:xfrm>
            <a:custGeom>
              <a:avLst/>
              <a:gdLst>
                <a:gd name="T0" fmla="*/ 121 w 121"/>
                <a:gd name="T1" fmla="*/ 1 h 57"/>
                <a:gd name="T2" fmla="*/ 0 w 121"/>
                <a:gd name="T3" fmla="*/ 52 h 57"/>
                <a:gd name="T4" fmla="*/ 121 w 121"/>
                <a:gd name="T5" fmla="*/ 1 h 57"/>
              </a:gdLst>
              <a:ahLst/>
              <a:cxnLst>
                <a:cxn ang="0">
                  <a:pos x="T0" y="T1"/>
                </a:cxn>
                <a:cxn ang="0">
                  <a:pos x="T2" y="T3"/>
                </a:cxn>
                <a:cxn ang="0">
                  <a:pos x="T4" y="T5"/>
                </a:cxn>
              </a:cxnLst>
              <a:rect l="0" t="0" r="r" b="b"/>
              <a:pathLst>
                <a:path w="121" h="57">
                  <a:moveTo>
                    <a:pt x="121" y="1"/>
                  </a:moveTo>
                  <a:cubicBezTo>
                    <a:pt x="84" y="57"/>
                    <a:pt x="23" y="47"/>
                    <a:pt x="0" y="52"/>
                  </a:cubicBezTo>
                  <a:cubicBezTo>
                    <a:pt x="61" y="0"/>
                    <a:pt x="81" y="25"/>
                    <a:pt x="12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8" name="觅知网-不倒翁ID:189359941"/>
            <p:cNvSpPr/>
            <p:nvPr/>
          </p:nvSpPr>
          <p:spPr bwMode="auto">
            <a:xfrm>
              <a:off x="7511699" y="12956519"/>
              <a:ext cx="805183" cy="506712"/>
            </a:xfrm>
            <a:custGeom>
              <a:avLst/>
              <a:gdLst>
                <a:gd name="T0" fmla="*/ 108 w 108"/>
                <a:gd name="T1" fmla="*/ 0 h 68"/>
                <a:gd name="T2" fmla="*/ 0 w 108"/>
                <a:gd name="T3" fmla="*/ 68 h 68"/>
                <a:gd name="T4" fmla="*/ 108 w 108"/>
                <a:gd name="T5" fmla="*/ 0 h 68"/>
              </a:gdLst>
              <a:ahLst/>
              <a:cxnLst>
                <a:cxn ang="0">
                  <a:pos x="T0" y="T1"/>
                </a:cxn>
                <a:cxn ang="0">
                  <a:pos x="T2" y="T3"/>
                </a:cxn>
                <a:cxn ang="0">
                  <a:pos x="T4" y="T5"/>
                </a:cxn>
              </a:cxnLst>
              <a:rect l="0" t="0" r="r" b="b"/>
              <a:pathLst>
                <a:path w="108" h="68">
                  <a:moveTo>
                    <a:pt x="108" y="0"/>
                  </a:moveTo>
                  <a:cubicBezTo>
                    <a:pt x="79" y="64"/>
                    <a:pt x="21" y="60"/>
                    <a:pt x="0" y="68"/>
                  </a:cubicBezTo>
                  <a:cubicBezTo>
                    <a:pt x="50" y="8"/>
                    <a:pt x="73" y="28"/>
                    <a:pt x="10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9" name="觅知网-不倒翁ID:189359941"/>
            <p:cNvSpPr/>
            <p:nvPr/>
          </p:nvSpPr>
          <p:spPr bwMode="auto">
            <a:xfrm>
              <a:off x="7858762" y="12484517"/>
              <a:ext cx="701068" cy="617769"/>
            </a:xfrm>
            <a:custGeom>
              <a:avLst/>
              <a:gdLst>
                <a:gd name="T0" fmla="*/ 94 w 94"/>
                <a:gd name="T1" fmla="*/ 0 h 83"/>
                <a:gd name="T2" fmla="*/ 0 w 94"/>
                <a:gd name="T3" fmla="*/ 83 h 83"/>
                <a:gd name="T4" fmla="*/ 94 w 94"/>
                <a:gd name="T5" fmla="*/ 0 h 83"/>
              </a:gdLst>
              <a:ahLst/>
              <a:cxnLst>
                <a:cxn ang="0">
                  <a:pos x="T0" y="T1"/>
                </a:cxn>
                <a:cxn ang="0">
                  <a:pos x="T2" y="T3"/>
                </a:cxn>
                <a:cxn ang="0">
                  <a:pos x="T4" y="T5"/>
                </a:cxn>
              </a:cxnLst>
              <a:rect l="0" t="0" r="r" b="b"/>
              <a:pathLst>
                <a:path w="94" h="83">
                  <a:moveTo>
                    <a:pt x="94" y="0"/>
                  </a:moveTo>
                  <a:cubicBezTo>
                    <a:pt x="74" y="67"/>
                    <a:pt x="11" y="75"/>
                    <a:pt x="0" y="83"/>
                  </a:cubicBezTo>
                  <a:cubicBezTo>
                    <a:pt x="28" y="24"/>
                    <a:pt x="66" y="28"/>
                    <a:pt x="9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0" name="觅知网-不倒翁ID:189359941"/>
            <p:cNvSpPr/>
            <p:nvPr/>
          </p:nvSpPr>
          <p:spPr bwMode="auto">
            <a:xfrm>
              <a:off x="8136407" y="11991691"/>
              <a:ext cx="590006" cy="694121"/>
            </a:xfrm>
            <a:custGeom>
              <a:avLst/>
              <a:gdLst>
                <a:gd name="T0" fmla="*/ 79 w 79"/>
                <a:gd name="T1" fmla="*/ 0 h 93"/>
                <a:gd name="T2" fmla="*/ 0 w 79"/>
                <a:gd name="T3" fmla="*/ 93 h 93"/>
                <a:gd name="T4" fmla="*/ 79 w 79"/>
                <a:gd name="T5" fmla="*/ 0 h 93"/>
              </a:gdLst>
              <a:ahLst/>
              <a:cxnLst>
                <a:cxn ang="0">
                  <a:pos x="T0" y="T1"/>
                </a:cxn>
                <a:cxn ang="0">
                  <a:pos x="T2" y="T3"/>
                </a:cxn>
                <a:cxn ang="0">
                  <a:pos x="T4" y="T5"/>
                </a:cxn>
              </a:cxnLst>
              <a:rect l="0" t="0" r="r" b="b"/>
              <a:pathLst>
                <a:path w="79" h="93">
                  <a:moveTo>
                    <a:pt x="79" y="0"/>
                  </a:moveTo>
                  <a:cubicBezTo>
                    <a:pt x="71" y="67"/>
                    <a:pt x="11" y="82"/>
                    <a:pt x="0" y="93"/>
                  </a:cubicBezTo>
                  <a:cubicBezTo>
                    <a:pt x="20" y="30"/>
                    <a:pt x="57" y="29"/>
                    <a:pt x="7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1" name="觅知网-不倒翁ID:189359941"/>
            <p:cNvSpPr/>
            <p:nvPr/>
          </p:nvSpPr>
          <p:spPr bwMode="auto">
            <a:xfrm>
              <a:off x="8344645" y="11484984"/>
              <a:ext cx="499769" cy="742713"/>
            </a:xfrm>
            <a:custGeom>
              <a:avLst/>
              <a:gdLst>
                <a:gd name="T0" fmla="*/ 64 w 67"/>
                <a:gd name="T1" fmla="*/ 0 h 100"/>
                <a:gd name="T2" fmla="*/ 0 w 67"/>
                <a:gd name="T3" fmla="*/ 100 h 100"/>
                <a:gd name="T4" fmla="*/ 64 w 67"/>
                <a:gd name="T5" fmla="*/ 0 h 100"/>
              </a:gdLst>
              <a:ahLst/>
              <a:cxnLst>
                <a:cxn ang="0">
                  <a:pos x="T0" y="T1"/>
                </a:cxn>
                <a:cxn ang="0">
                  <a:pos x="T2" y="T3"/>
                </a:cxn>
                <a:cxn ang="0">
                  <a:pos x="T4" y="T5"/>
                </a:cxn>
              </a:cxnLst>
              <a:rect l="0" t="0" r="r" b="b"/>
              <a:pathLst>
                <a:path w="67" h="100">
                  <a:moveTo>
                    <a:pt x="64" y="0"/>
                  </a:moveTo>
                  <a:cubicBezTo>
                    <a:pt x="67" y="62"/>
                    <a:pt x="6" y="91"/>
                    <a:pt x="0" y="100"/>
                  </a:cubicBezTo>
                  <a:cubicBezTo>
                    <a:pt x="7" y="41"/>
                    <a:pt x="51" y="23"/>
                    <a:pt x="6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2" name="觅知网-不倒翁ID:189359941"/>
            <p:cNvSpPr/>
            <p:nvPr/>
          </p:nvSpPr>
          <p:spPr bwMode="auto">
            <a:xfrm>
              <a:off x="8469588" y="10978276"/>
              <a:ext cx="451181" cy="777419"/>
            </a:xfrm>
            <a:custGeom>
              <a:avLst/>
              <a:gdLst>
                <a:gd name="T0" fmla="*/ 52 w 60"/>
                <a:gd name="T1" fmla="*/ 0 h 104"/>
                <a:gd name="T2" fmla="*/ 0 w 60"/>
                <a:gd name="T3" fmla="*/ 104 h 104"/>
                <a:gd name="T4" fmla="*/ 52 w 60"/>
                <a:gd name="T5" fmla="*/ 0 h 104"/>
              </a:gdLst>
              <a:ahLst/>
              <a:cxnLst>
                <a:cxn ang="0">
                  <a:pos x="T0" y="T1"/>
                </a:cxn>
                <a:cxn ang="0">
                  <a:pos x="T2" y="T3"/>
                </a:cxn>
                <a:cxn ang="0">
                  <a:pos x="T4" y="T5"/>
                </a:cxn>
              </a:cxnLst>
              <a:rect l="0" t="0" r="r" b="b"/>
              <a:pathLst>
                <a:path w="60" h="104">
                  <a:moveTo>
                    <a:pt x="52" y="0"/>
                  </a:moveTo>
                  <a:cubicBezTo>
                    <a:pt x="60" y="61"/>
                    <a:pt x="7" y="92"/>
                    <a:pt x="0" y="104"/>
                  </a:cubicBezTo>
                  <a:cubicBezTo>
                    <a:pt x="3" y="39"/>
                    <a:pt x="35" y="30"/>
                    <a:pt x="5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3" name="觅知网-不倒翁ID:189359941"/>
            <p:cNvSpPr/>
            <p:nvPr/>
          </p:nvSpPr>
          <p:spPr bwMode="auto">
            <a:xfrm>
              <a:off x="8490409" y="10464625"/>
              <a:ext cx="451181" cy="798244"/>
            </a:xfrm>
            <a:custGeom>
              <a:avLst/>
              <a:gdLst>
                <a:gd name="T0" fmla="*/ 45 w 60"/>
                <a:gd name="T1" fmla="*/ 0 h 107"/>
                <a:gd name="T2" fmla="*/ 6 w 60"/>
                <a:gd name="T3" fmla="*/ 107 h 107"/>
                <a:gd name="T4" fmla="*/ 45 w 60"/>
                <a:gd name="T5" fmla="*/ 0 h 107"/>
              </a:gdLst>
              <a:ahLst/>
              <a:cxnLst>
                <a:cxn ang="0">
                  <a:pos x="T0" y="T1"/>
                </a:cxn>
                <a:cxn ang="0">
                  <a:pos x="T2" y="T3"/>
                </a:cxn>
                <a:cxn ang="0">
                  <a:pos x="T4" y="T5"/>
                </a:cxn>
              </a:cxnLst>
              <a:rect l="0" t="0" r="r" b="b"/>
              <a:pathLst>
                <a:path w="60" h="107">
                  <a:moveTo>
                    <a:pt x="45" y="0"/>
                  </a:moveTo>
                  <a:cubicBezTo>
                    <a:pt x="60" y="59"/>
                    <a:pt x="10" y="98"/>
                    <a:pt x="6" y="107"/>
                  </a:cubicBezTo>
                  <a:cubicBezTo>
                    <a:pt x="0" y="50"/>
                    <a:pt x="31" y="28"/>
                    <a:pt x="4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4" name="觅知网-不倒翁ID:189359941"/>
            <p:cNvSpPr/>
            <p:nvPr/>
          </p:nvSpPr>
          <p:spPr bwMode="auto">
            <a:xfrm>
              <a:off x="8441821" y="9957913"/>
              <a:ext cx="465063" cy="812125"/>
            </a:xfrm>
            <a:custGeom>
              <a:avLst/>
              <a:gdLst>
                <a:gd name="T0" fmla="*/ 38 w 62"/>
                <a:gd name="T1" fmla="*/ 0 h 109"/>
                <a:gd name="T2" fmla="*/ 14 w 62"/>
                <a:gd name="T3" fmla="*/ 109 h 109"/>
                <a:gd name="T4" fmla="*/ 38 w 62"/>
                <a:gd name="T5" fmla="*/ 0 h 109"/>
              </a:gdLst>
              <a:ahLst/>
              <a:cxnLst>
                <a:cxn ang="0">
                  <a:pos x="T0" y="T1"/>
                </a:cxn>
                <a:cxn ang="0">
                  <a:pos x="T2" y="T3"/>
                </a:cxn>
                <a:cxn ang="0">
                  <a:pos x="T4" y="T5"/>
                </a:cxn>
              </a:cxnLst>
              <a:rect l="0" t="0" r="r" b="b"/>
              <a:pathLst>
                <a:path w="62" h="109">
                  <a:moveTo>
                    <a:pt x="38" y="0"/>
                  </a:moveTo>
                  <a:cubicBezTo>
                    <a:pt x="62" y="50"/>
                    <a:pt x="15" y="102"/>
                    <a:pt x="14" y="109"/>
                  </a:cubicBezTo>
                  <a:cubicBezTo>
                    <a:pt x="0" y="56"/>
                    <a:pt x="28" y="26"/>
                    <a:pt x="3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5" name="觅知网-不倒翁ID:189359941"/>
            <p:cNvSpPr/>
            <p:nvPr/>
          </p:nvSpPr>
          <p:spPr bwMode="auto">
            <a:xfrm>
              <a:off x="7358988" y="8451672"/>
              <a:ext cx="867656" cy="1478482"/>
            </a:xfrm>
            <a:custGeom>
              <a:avLst/>
              <a:gdLst>
                <a:gd name="T0" fmla="*/ 3 w 116"/>
                <a:gd name="T1" fmla="*/ 0 h 198"/>
                <a:gd name="T2" fmla="*/ 116 w 116"/>
                <a:gd name="T3" fmla="*/ 197 h 198"/>
                <a:gd name="T4" fmla="*/ 113 w 116"/>
                <a:gd name="T5" fmla="*/ 198 h 198"/>
                <a:gd name="T6" fmla="*/ 0 w 116"/>
                <a:gd name="T7" fmla="*/ 3 h 198"/>
                <a:gd name="T8" fmla="*/ 3 w 116"/>
                <a:gd name="T9" fmla="*/ 0 h 198"/>
              </a:gdLst>
              <a:ahLst/>
              <a:cxnLst>
                <a:cxn ang="0">
                  <a:pos x="T0" y="T1"/>
                </a:cxn>
                <a:cxn ang="0">
                  <a:pos x="T2" y="T3"/>
                </a:cxn>
                <a:cxn ang="0">
                  <a:pos x="T4" y="T5"/>
                </a:cxn>
                <a:cxn ang="0">
                  <a:pos x="T6" y="T7"/>
                </a:cxn>
                <a:cxn ang="0">
                  <a:pos x="T8" y="T9"/>
                </a:cxn>
              </a:cxnLst>
              <a:rect l="0" t="0" r="r" b="b"/>
              <a:pathLst>
                <a:path w="116" h="198">
                  <a:moveTo>
                    <a:pt x="3" y="0"/>
                  </a:moveTo>
                  <a:cubicBezTo>
                    <a:pt x="47" y="46"/>
                    <a:pt x="92" y="118"/>
                    <a:pt x="116" y="197"/>
                  </a:cubicBezTo>
                  <a:cubicBezTo>
                    <a:pt x="113" y="198"/>
                    <a:pt x="113" y="198"/>
                    <a:pt x="113" y="198"/>
                  </a:cubicBezTo>
                  <a:cubicBezTo>
                    <a:pt x="89" y="120"/>
                    <a:pt x="44" y="48"/>
                    <a:pt x="0" y="3"/>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6" name="觅知网-不倒翁ID:189359941"/>
            <p:cNvSpPr/>
            <p:nvPr/>
          </p:nvSpPr>
          <p:spPr bwMode="auto">
            <a:xfrm>
              <a:off x="7560287" y="8410023"/>
              <a:ext cx="909306" cy="1735303"/>
            </a:xfrm>
            <a:custGeom>
              <a:avLst/>
              <a:gdLst>
                <a:gd name="T0" fmla="*/ 3 w 122"/>
                <a:gd name="T1" fmla="*/ 0 h 233"/>
                <a:gd name="T2" fmla="*/ 122 w 122"/>
                <a:gd name="T3" fmla="*/ 233 h 233"/>
                <a:gd name="T4" fmla="*/ 119 w 122"/>
                <a:gd name="T5" fmla="*/ 233 h 233"/>
                <a:gd name="T6" fmla="*/ 0 w 122"/>
                <a:gd name="T7" fmla="*/ 2 h 233"/>
                <a:gd name="T8" fmla="*/ 3 w 122"/>
                <a:gd name="T9" fmla="*/ 0 h 233"/>
              </a:gdLst>
              <a:ahLst/>
              <a:cxnLst>
                <a:cxn ang="0">
                  <a:pos x="T0" y="T1"/>
                </a:cxn>
                <a:cxn ang="0">
                  <a:pos x="T2" y="T3"/>
                </a:cxn>
                <a:cxn ang="0">
                  <a:pos x="T4" y="T5"/>
                </a:cxn>
                <a:cxn ang="0">
                  <a:pos x="T6" y="T7"/>
                </a:cxn>
                <a:cxn ang="0">
                  <a:pos x="T8" y="T9"/>
                </a:cxn>
              </a:cxnLst>
              <a:rect l="0" t="0" r="r" b="b"/>
              <a:pathLst>
                <a:path w="122" h="233">
                  <a:moveTo>
                    <a:pt x="3" y="0"/>
                  </a:moveTo>
                  <a:cubicBezTo>
                    <a:pt x="56" y="58"/>
                    <a:pt x="102" y="141"/>
                    <a:pt x="122" y="233"/>
                  </a:cubicBezTo>
                  <a:cubicBezTo>
                    <a:pt x="119" y="233"/>
                    <a:pt x="119" y="233"/>
                    <a:pt x="119" y="233"/>
                  </a:cubicBezTo>
                  <a:cubicBezTo>
                    <a:pt x="98" y="143"/>
                    <a:pt x="53" y="60"/>
                    <a:pt x="0" y="2"/>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7" name="觅知网-不倒翁ID:189359941"/>
            <p:cNvSpPr/>
            <p:nvPr/>
          </p:nvSpPr>
          <p:spPr bwMode="auto">
            <a:xfrm>
              <a:off x="7518642" y="8111548"/>
              <a:ext cx="1048131" cy="1721422"/>
            </a:xfrm>
            <a:custGeom>
              <a:avLst/>
              <a:gdLst>
                <a:gd name="T0" fmla="*/ 3 w 141"/>
                <a:gd name="T1" fmla="*/ 0 h 231"/>
                <a:gd name="T2" fmla="*/ 141 w 141"/>
                <a:gd name="T3" fmla="*/ 230 h 231"/>
                <a:gd name="T4" fmla="*/ 138 w 141"/>
                <a:gd name="T5" fmla="*/ 231 h 231"/>
                <a:gd name="T6" fmla="*/ 0 w 141"/>
                <a:gd name="T7" fmla="*/ 2 h 231"/>
                <a:gd name="T8" fmla="*/ 3 w 141"/>
                <a:gd name="T9" fmla="*/ 0 h 231"/>
              </a:gdLst>
              <a:ahLst/>
              <a:cxnLst>
                <a:cxn ang="0">
                  <a:pos x="T0" y="T1"/>
                </a:cxn>
                <a:cxn ang="0">
                  <a:pos x="T2" y="T3"/>
                </a:cxn>
                <a:cxn ang="0">
                  <a:pos x="T4" y="T5"/>
                </a:cxn>
                <a:cxn ang="0">
                  <a:pos x="T6" y="T7"/>
                </a:cxn>
                <a:cxn ang="0">
                  <a:pos x="T8" y="T9"/>
                </a:cxn>
              </a:cxnLst>
              <a:rect l="0" t="0" r="r" b="b"/>
              <a:pathLst>
                <a:path w="141" h="231">
                  <a:moveTo>
                    <a:pt x="3" y="0"/>
                  </a:moveTo>
                  <a:cubicBezTo>
                    <a:pt x="52" y="44"/>
                    <a:pt x="111" y="132"/>
                    <a:pt x="141" y="230"/>
                  </a:cubicBezTo>
                  <a:cubicBezTo>
                    <a:pt x="138" y="231"/>
                    <a:pt x="138" y="231"/>
                    <a:pt x="138" y="231"/>
                  </a:cubicBezTo>
                  <a:cubicBezTo>
                    <a:pt x="109" y="135"/>
                    <a:pt x="50" y="47"/>
                    <a:pt x="0" y="2"/>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8" name="觅知网-不倒翁ID:189359941"/>
            <p:cNvSpPr>
              <a:spLocks noChangeArrowheads="1"/>
            </p:cNvSpPr>
            <p:nvPr/>
          </p:nvSpPr>
          <p:spPr bwMode="auto">
            <a:xfrm>
              <a:off x="5056479" y="14633222"/>
              <a:ext cx="6943" cy="694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grpSp>
      <p:grpSp>
        <p:nvGrpSpPr>
          <p:cNvPr id="15" name="觅知网-不倒翁ID:189359941"/>
          <p:cNvGrpSpPr/>
          <p:nvPr>
            <p:custDataLst>
              <p:tags r:id="rId1"/>
            </p:custDataLst>
          </p:nvPr>
        </p:nvGrpSpPr>
        <p:grpSpPr>
          <a:xfrm>
            <a:off x="955163" y="647056"/>
            <a:ext cx="10294372" cy="6835208"/>
            <a:chOff x="1933880" y="1452820"/>
            <a:chExt cx="8655456" cy="5747008"/>
          </a:xfrm>
        </p:grpSpPr>
        <p:sp>
          <p:nvSpPr>
            <p:cNvPr id="13" name="觅知网-不倒翁ID:189359941"/>
            <p:cNvSpPr/>
            <p:nvPr/>
          </p:nvSpPr>
          <p:spPr>
            <a:xfrm rot="21314498">
              <a:off x="1933880" y="1453250"/>
              <a:ext cx="8410937" cy="5746578"/>
            </a:xfrm>
            <a:custGeom>
              <a:avLst/>
              <a:gdLst>
                <a:gd name="connsiteX0" fmla="*/ 8410936 w 8410937"/>
                <a:gd name="connsiteY0" fmla="*/ 0 h 5746578"/>
                <a:gd name="connsiteX1" fmla="*/ 8410937 w 8410937"/>
                <a:gd name="connsiteY1" fmla="*/ 5746578 h 5746578"/>
                <a:gd name="connsiteX2" fmla="*/ 0 w 8410937"/>
                <a:gd name="connsiteY2" fmla="*/ 5046446 h 5746578"/>
                <a:gd name="connsiteX3" fmla="*/ 0 w 8410937"/>
                <a:gd name="connsiteY3" fmla="*/ 0 h 5746578"/>
              </a:gdLst>
              <a:ahLst/>
              <a:cxnLst>
                <a:cxn ang="0">
                  <a:pos x="connsiteX0" y="connsiteY0"/>
                </a:cxn>
                <a:cxn ang="0">
                  <a:pos x="connsiteX1" y="connsiteY1"/>
                </a:cxn>
                <a:cxn ang="0">
                  <a:pos x="connsiteX2" y="connsiteY2"/>
                </a:cxn>
                <a:cxn ang="0">
                  <a:pos x="connsiteX3" y="connsiteY3"/>
                </a:cxn>
              </a:cxnLst>
              <a:rect l="l" t="t" r="r" b="b"/>
              <a:pathLst>
                <a:path w="8410937" h="5746578">
                  <a:moveTo>
                    <a:pt x="8410936" y="0"/>
                  </a:moveTo>
                  <a:lnTo>
                    <a:pt x="8410937" y="5746578"/>
                  </a:lnTo>
                  <a:lnTo>
                    <a:pt x="0" y="5046446"/>
                  </a:lnTo>
                  <a:lnTo>
                    <a:pt x="0" y="0"/>
                  </a:lnTo>
                  <a:close/>
                </a:path>
              </a:pathLst>
            </a:custGeom>
            <a:solidFill>
              <a:srgbClr val="344778"/>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思源黑体 CN Regular" panose="020B0500000000000000" charset="-122"/>
              </a:endParaRPr>
            </a:p>
          </p:txBody>
        </p:sp>
        <p:sp>
          <p:nvSpPr>
            <p:cNvPr id="14" name="觅知网-不倒翁ID:189359941"/>
            <p:cNvSpPr/>
            <p:nvPr/>
          </p:nvSpPr>
          <p:spPr>
            <a:xfrm>
              <a:off x="2178400" y="1452820"/>
              <a:ext cx="8410936" cy="5388246"/>
            </a:xfrm>
            <a:custGeom>
              <a:avLst/>
              <a:gdLst>
                <a:gd name="connsiteX0" fmla="*/ 0 w 8410936"/>
                <a:gd name="connsiteY0" fmla="*/ 0 h 5388246"/>
                <a:gd name="connsiteX1" fmla="*/ 8410936 w 8410936"/>
                <a:gd name="connsiteY1" fmla="*/ 0 h 5388246"/>
                <a:gd name="connsiteX2" fmla="*/ 8410936 w 8410936"/>
                <a:gd name="connsiteY2" fmla="*/ 5388246 h 5388246"/>
                <a:gd name="connsiteX3" fmla="*/ 0 w 8410936"/>
                <a:gd name="connsiteY3" fmla="*/ 5388246 h 5388246"/>
              </a:gdLst>
              <a:ahLst/>
              <a:cxnLst>
                <a:cxn ang="0">
                  <a:pos x="connsiteX0" y="connsiteY0"/>
                </a:cxn>
                <a:cxn ang="0">
                  <a:pos x="connsiteX1" y="connsiteY1"/>
                </a:cxn>
                <a:cxn ang="0">
                  <a:pos x="connsiteX2" y="connsiteY2"/>
                </a:cxn>
                <a:cxn ang="0">
                  <a:pos x="connsiteX3" y="connsiteY3"/>
                </a:cxn>
              </a:cxnLst>
              <a:rect l="l" t="t" r="r" b="b"/>
              <a:pathLst>
                <a:path w="8410936" h="5388246">
                  <a:moveTo>
                    <a:pt x="0" y="0"/>
                  </a:moveTo>
                  <a:lnTo>
                    <a:pt x="8410936" y="0"/>
                  </a:lnTo>
                  <a:lnTo>
                    <a:pt x="8410936" y="5388246"/>
                  </a:lnTo>
                  <a:lnTo>
                    <a:pt x="0" y="5388246"/>
                  </a:lnTo>
                  <a:close/>
                </a:path>
              </a:pathLst>
            </a:custGeom>
            <a:solidFill>
              <a:schemeClr val="bg1">
                <a:alpha val="93000"/>
              </a:schemeClr>
            </a:solidFill>
            <a:ln w="28575">
              <a:solidFill>
                <a:srgbClr val="344778"/>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思源黑体 CN Regular" panose="020B0500000000000000" charset="-122"/>
              </a:endParaRPr>
            </a:p>
          </p:txBody>
        </p:sp>
      </p:grpSp>
      <p:grpSp>
        <p:nvGrpSpPr>
          <p:cNvPr id="8" name="觅知网-不倒翁ID:189359941"/>
          <p:cNvGrpSpPr/>
          <p:nvPr>
            <p:custDataLst>
              <p:tags r:id="rId2"/>
            </p:custDataLst>
          </p:nvPr>
        </p:nvGrpSpPr>
        <p:grpSpPr>
          <a:xfrm>
            <a:off x="5227157" y="1844355"/>
            <a:ext cx="1728192" cy="605998"/>
            <a:chOff x="5231904" y="1742380"/>
            <a:chExt cx="1728192" cy="605998"/>
          </a:xfrm>
        </p:grpSpPr>
        <p:sp>
          <p:nvSpPr>
            <p:cNvPr id="9" name="觅知网-不倒翁ID:189359941"/>
            <p:cNvSpPr/>
            <p:nvPr/>
          </p:nvSpPr>
          <p:spPr>
            <a:xfrm>
              <a:off x="5231904" y="1742380"/>
              <a:ext cx="1728192" cy="5232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itchFamily="34" charset="-122"/>
                <a:ea typeface="微软雅黑" pitchFamily="34" charset="-122"/>
                <a:cs typeface="思源黑体 CN Regular" panose="020B0500000000000000" charset="-122"/>
              </a:endParaRPr>
            </a:p>
          </p:txBody>
        </p:sp>
        <p:sp>
          <p:nvSpPr>
            <p:cNvPr id="10" name="觅知网-不倒翁ID:189359941"/>
            <p:cNvSpPr/>
            <p:nvPr/>
          </p:nvSpPr>
          <p:spPr>
            <a:xfrm flipV="1">
              <a:off x="6041390" y="2254223"/>
              <a:ext cx="109220" cy="94155"/>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itchFamily="34" charset="-122"/>
                <a:ea typeface="微软雅黑" pitchFamily="34" charset="-122"/>
                <a:cs typeface="思源黑体 CN Regular" panose="020B0500000000000000" charset="-122"/>
              </a:endParaRPr>
            </a:p>
          </p:txBody>
        </p:sp>
      </p:grpSp>
      <p:sp>
        <p:nvSpPr>
          <p:cNvPr id="11" name="觅知网-不倒翁ID:189359941"/>
          <p:cNvSpPr txBox="1"/>
          <p:nvPr>
            <p:custDataLst>
              <p:tags r:id="rId3"/>
            </p:custDataLst>
          </p:nvPr>
        </p:nvSpPr>
        <p:spPr>
          <a:xfrm>
            <a:off x="2772017" y="2659883"/>
            <a:ext cx="6647974" cy="120032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7200" dirty="0">
                <a:solidFill>
                  <a:schemeClr val="accent1"/>
                </a:solidFill>
                <a:latin typeface="思源宋体 CN Heavy" panose="02020900000000000000" charset="-122"/>
                <a:ea typeface="思源宋体 CN Heavy" panose="02020900000000000000" charset="-122"/>
                <a:cs typeface="+mn-ea"/>
                <a:sym typeface="+mn-lt"/>
              </a:rPr>
              <a:t>选题背景与意义</a:t>
            </a:r>
          </a:p>
        </p:txBody>
      </p:sp>
      <p:sp>
        <p:nvSpPr>
          <p:cNvPr id="12" name="觅知网-不倒翁ID:189359941"/>
          <p:cNvSpPr txBox="1"/>
          <p:nvPr/>
        </p:nvSpPr>
        <p:spPr>
          <a:xfrm>
            <a:off x="5383367" y="1880058"/>
            <a:ext cx="1415772" cy="46166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2400" dirty="0">
                <a:solidFill>
                  <a:schemeClr val="bg1"/>
                </a:solidFill>
                <a:latin typeface="+mj-ea"/>
                <a:ea typeface="+mj-ea"/>
                <a:cs typeface="思源黑体 CN Regular" panose="020B0500000000000000" charset="-122"/>
              </a:rPr>
              <a:t>第一部分</a:t>
            </a:r>
          </a:p>
        </p:txBody>
      </p:sp>
      <p:cxnSp>
        <p:nvCxnSpPr>
          <p:cNvPr id="18" name="觅知网-不倒翁ID:189359941"/>
          <p:cNvCxnSpPr/>
          <p:nvPr>
            <p:custDataLst>
              <p:tags r:id="rId4"/>
            </p:custDataLst>
          </p:nvPr>
        </p:nvCxnSpPr>
        <p:spPr>
          <a:xfrm>
            <a:off x="2964215" y="3911559"/>
            <a:ext cx="625407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 name="觅知网-不倒翁ID:189359941"/>
          <p:cNvSpPr/>
          <p:nvPr/>
        </p:nvSpPr>
        <p:spPr bwMode="auto">
          <a:xfrm>
            <a:off x="323" y="5511138"/>
            <a:ext cx="12191677" cy="1346862"/>
          </a:xfrm>
          <a:custGeom>
            <a:avLst/>
            <a:gdLst>
              <a:gd name="connsiteX0" fmla="*/ 12191677 w 12191677"/>
              <a:gd name="connsiteY0" fmla="*/ 0 h 1346862"/>
              <a:gd name="connsiteX1" fmla="*/ 12191677 w 12191677"/>
              <a:gd name="connsiteY1" fmla="*/ 1346862 h 1346862"/>
              <a:gd name="connsiteX2" fmla="*/ 0 w 12191677"/>
              <a:gd name="connsiteY2" fmla="*/ 1346862 h 1346862"/>
              <a:gd name="connsiteX3" fmla="*/ 0 w 12191677"/>
              <a:gd name="connsiteY3" fmla="*/ 42381 h 1346862"/>
              <a:gd name="connsiteX4" fmla="*/ 11935898 w 12191677"/>
              <a:gd name="connsiteY4" fmla="*/ 70915 h 13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1677" h="1346862">
                <a:moveTo>
                  <a:pt x="12191677" y="0"/>
                </a:moveTo>
                <a:lnTo>
                  <a:pt x="12191677" y="1346862"/>
                </a:lnTo>
                <a:lnTo>
                  <a:pt x="0" y="1346862"/>
                </a:lnTo>
                <a:lnTo>
                  <a:pt x="0" y="42381"/>
                </a:lnTo>
                <a:cubicBezTo>
                  <a:pt x="3090122" y="758737"/>
                  <a:pt x="8949245" y="844902"/>
                  <a:pt x="11935898" y="70915"/>
                </a:cubicBezTo>
                <a:close/>
              </a:path>
            </a:pathLst>
          </a:custGeom>
          <a:solidFill>
            <a:srgbClr val="344778"/>
          </a:solidFill>
          <a:ln w="25400" cap="flat" cmpd="sng" algn="ctr">
            <a:noFill/>
            <a:prstDash val="solid"/>
          </a:ln>
          <a:effectLst/>
        </p:spPr>
        <p:txBody>
          <a:bodyPr wrap="square" rtlCol="0" anchor="ctr">
            <a:noAutofit/>
          </a:bodyPr>
          <a:lstStyle/>
          <a:p>
            <a:pPr marL="0" marR="0" lvl="0" indent="0" algn="ctr" defTabSz="866775" rtl="0" eaLnBrk="1" fontAlgn="base" latinLnBrk="0" hangingPunct="1">
              <a:lnSpc>
                <a:spcPct val="100000"/>
              </a:lnSpc>
              <a:spcBef>
                <a:spcPct val="0"/>
              </a:spcBef>
              <a:spcAft>
                <a:spcPct val="0"/>
              </a:spcAft>
              <a:buClrTx/>
              <a:buSzTx/>
              <a:buFontTx/>
              <a:buNone/>
              <a:defRPr/>
            </a:pPr>
            <a:endParaRPr kumimoji="0" lang="zh-CN" altLang="en-US" sz="1705"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nodeType="withEffect">
                                  <p:stCondLst>
                                    <p:cond delay="0"/>
                                  </p:stCondLst>
                                  <p:iterate type="lt">
                                    <p:tmPct val="10000"/>
                                  </p:iterate>
                                  <p:childTnLst>
                                    <p:set>
                                      <p:cBhvr>
                                        <p:cTn id="6" dur="1" fill="hold">
                                          <p:stCondLst>
                                            <p:cond delay="0"/>
                                          </p:stCondLst>
                                        </p:cTn>
                                        <p:tgtEl>
                                          <p:spTgt spid="15"/>
                                        </p:tgtEl>
                                        <p:attrNameLst>
                                          <p:attrName>style.visibility</p:attrName>
                                        </p:attrNameLst>
                                      </p:cBhvr>
                                      <p:to>
                                        <p:strVal val="visible"/>
                                      </p:to>
                                    </p:set>
                                    <p:anim to="" calcmode="lin" valueType="num">
                                      <p:cBhvr>
                                        <p:cTn id="7" dur="500" fill="hold">
                                          <p:stCondLst>
                                            <p:cond delay="0"/>
                                          </p:stCondLst>
                                        </p:cTn>
                                        <p:tgtEl>
                                          <p:spTgt spid="15"/>
                                        </p:tgtEl>
                                        <p:attrNameLst>
                                          <p:attrName>ppt_x</p:attrName>
                                        </p:attrNameLst>
                                      </p:cBhvr>
                                      <p:tavLst>
                                        <p:tav tm="0" fmla="$">
                                          <p:val>
                                            <p:strVal val="#ppt_x"/>
                                          </p:val>
                                        </p:tav>
                                        <p:tav tm="100000" fmla="$">
                                          <p:val>
                                            <p:strVal val="#ppt_x"/>
                                          </p:val>
                                        </p:tav>
                                      </p:tavLst>
                                    </p:anim>
                                    <p:anim to="" calcmode="lin" valueType="num">
                                      <p:cBhvr>
                                        <p:cTn id="8" dur="500" fill="hold">
                                          <p:stCondLst>
                                            <p:cond delay="0"/>
                                          </p:stCondLst>
                                        </p:cTn>
                                        <p:tgtEl>
                                          <p:spTgt spid="15"/>
                                        </p:tgtEl>
                                        <p:attrNameLst>
                                          <p:attrName>ppt_y</p:attrName>
                                        </p:attrNameLst>
                                      </p:cBhvr>
                                      <p:tavLst>
                                        <p:tav tm="0" fmla="$">
                                          <p:val>
                                            <p:strVal val="1+#ppt_h/2"/>
                                          </p:val>
                                        </p:tav>
                                        <p:tav tm="100000" fmla="$">
                                          <p:val>
                                            <p:strVal val="#ppt_y"/>
                                          </p:val>
                                        </p:tav>
                                      </p:tavLst>
                                    </p:anim>
                                  </p:childTnLst>
                                </p:cTn>
                              </p:par>
                              <p:par>
                                <p:cTn id="9" presetID="10" presetClass="entr" presetSubtype="0" decel="100000" fill="hold" nodeType="withEffect">
                                  <p:stCondLst>
                                    <p:cond delay="500"/>
                                  </p:stCondLst>
                                  <p:childTnLst>
                                    <p:set>
                                      <p:cBhvr>
                                        <p:cTn id="10" dur="1" fill="hold">
                                          <p:stCondLst>
                                            <p:cond delay="0"/>
                                          </p:stCondLst>
                                        </p:cTn>
                                        <p:tgtEl>
                                          <p:spTgt spid="8"/>
                                        </p:tgtEl>
                                        <p:attrNameLst>
                                          <p:attrName>style.visibility</p:attrName>
                                        </p:attrNameLst>
                                      </p:cBhvr>
                                      <p:to>
                                        <p:strVal val="visible"/>
                                      </p:to>
                                    </p:set>
                                    <p:anim to="" calcmode="lin" valueType="num">
                                      <p:cBhvr>
                                        <p:cTn id="11" dur="500" fill="hold">
                                          <p:stCondLst>
                                            <p:cond delay="0"/>
                                          </p:stCondLst>
                                        </p:cTn>
                                        <p:tgtEl>
                                          <p:spTgt spid="8"/>
                                        </p:tgtEl>
                                        <p:attrNameLst>
                                          <p:attrName>ppt_w</p:attrName>
                                        </p:attrNameLst>
                                      </p:cBhvr>
                                      <p:tavLst>
                                        <p:tav tm="0" fmla="$">
                                          <p:val>
                                            <p:fltVal val="0"/>
                                          </p:val>
                                        </p:tav>
                                        <p:tav tm="100000" fmla="$">
                                          <p:val>
                                            <p:strVal val="#ppt_w"/>
                                          </p:val>
                                        </p:tav>
                                      </p:tavLst>
                                    </p:anim>
                                    <p:anim to="" calcmode="lin" valueType="num">
                                      <p:cBhvr>
                                        <p:cTn id="12" dur="500" fill="hold">
                                          <p:stCondLst>
                                            <p:cond delay="0"/>
                                          </p:stCondLst>
                                        </p:cTn>
                                        <p:tgtEl>
                                          <p:spTgt spid="8"/>
                                        </p:tgtEl>
                                        <p:attrNameLst>
                                          <p:attrName>ppt_h</p:attrName>
                                        </p:attrNameLst>
                                      </p:cBhvr>
                                      <p:tavLst>
                                        <p:tav tm="0" fmla="$">
                                          <p:val>
                                            <p:fltVal val="0"/>
                                          </p:val>
                                        </p:tav>
                                        <p:tav tm="100000" fmla="$">
                                          <p:val>
                                            <p:strVal val="#ppt_h"/>
                                          </p:val>
                                        </p:tav>
                                      </p:tavLst>
                                    </p:anim>
                                    <p:anim from="0" to="1" calcmode="lin" valueType="num">
                                      <p:cBhvr>
                                        <p:cTn id="13" dur="500" fill="hold">
                                          <p:stCondLst>
                                            <p:cond delay="0"/>
                                          </p:stCondLst>
                                        </p:cTn>
                                        <p:tgtEl>
                                          <p:spTgt spid="8"/>
                                        </p:tgtEl>
                                        <p:attrNameLst>
                                          <p:attrName>style.opacity</p:attrName>
                                        </p:attrNameLst>
                                      </p:cBhvr>
                                    </p:anim>
                                  </p:childTnLst>
                                </p:cTn>
                              </p:par>
                              <p:par>
                                <p:cTn id="14" presetID="10" presetClass="entr" presetSubtype="0" fill="hold" grpId="0" nodeType="withEffect">
                                  <p:stCondLst>
                                    <p:cond delay="250"/>
                                  </p:stCondLst>
                                  <p:iterate type="lt">
                                    <p:tmPct val="10000"/>
                                  </p:iterate>
                                  <p:childTnLst>
                                    <p:set>
                                      <p:cBhvr>
                                        <p:cTn id="15" dur="1" fill="hold">
                                          <p:stCondLst>
                                            <p:cond delay="0"/>
                                          </p:stCondLst>
                                        </p:cTn>
                                        <p:tgtEl>
                                          <p:spTgt spid="11"/>
                                        </p:tgtEl>
                                        <p:attrNameLst>
                                          <p:attrName>style.visibility</p:attrName>
                                        </p:attrNameLst>
                                      </p:cBhvr>
                                      <p:to>
                                        <p:strVal val="visible"/>
                                      </p:to>
                                    </p:set>
                                    <p:anim to="" calcmode="lin" valueType="num">
                                      <p:cBhvr>
                                        <p:cTn id="16" dur="750" fill="hold">
                                          <p:stCondLst>
                                            <p:cond delay="0"/>
                                          </p:stCondLst>
                                        </p:cTn>
                                        <p:tgtEl>
                                          <p:spTgt spid="11"/>
                                        </p:tgtEl>
                                        <p:attrNameLst>
                                          <p:attrName>ppt_h</p:attrName>
                                        </p:attrNameLst>
                                      </p:cBhvr>
                                      <p:tavLst>
                                        <p:tav tm="0" fmla="(1+min((1.5/#ppt_h),(1.5/#ppt_w))*((1-$)^7))*#ppt_h">
                                          <p:val>
                                            <p:fltVal val="0"/>
                                          </p:val>
                                        </p:tav>
                                        <p:tav tm="100000" fmla="$">
                                          <p:val>
                                            <p:fltVal val="1"/>
                                          </p:val>
                                        </p:tav>
                                      </p:tavLst>
                                    </p:anim>
                                    <p:anim to="" calcmode="lin" valueType="num">
                                      <p:cBhvr>
                                        <p:cTn id="17" dur="750" fill="hold">
                                          <p:stCondLst>
                                            <p:cond delay="0"/>
                                          </p:stCondLst>
                                        </p:cTn>
                                        <p:tgtEl>
                                          <p:spTgt spid="11"/>
                                        </p:tgtEl>
                                        <p:attrNameLst>
                                          <p:attrName>ppt_w</p:attrName>
                                        </p:attrNameLst>
                                      </p:cBhvr>
                                      <p:tavLst>
                                        <p:tav tm="0" fmla="(1+min((1.5/#ppt_h),(1.5/#ppt_w))*((1-$)^7))*#ppt_w">
                                          <p:val>
                                            <p:fltVal val="0"/>
                                          </p:val>
                                        </p:tav>
                                        <p:tav tm="100000" fmla="(1+min((2/#ppt_h),(2/#ppt_w))*((1-$)^7))*#ppt_w">
                                          <p:val>
                                            <p:fltVal val="1"/>
                                          </p:val>
                                        </p:tav>
                                      </p:tavLst>
                                    </p:anim>
                                    <p:anim to="" calcmode="lin" valueType="num">
                                      <p:cBhvr>
                                        <p:cTn id="18" dur="400" fill="hold">
                                          <p:stCondLst>
                                            <p:cond delay="0"/>
                                          </p:stCondLst>
                                        </p:cTn>
                                        <p:tgtEl>
                                          <p:spTgt spid="11"/>
                                        </p:tgtEl>
                                        <p:attrNameLst>
                                          <p:attrName>style.opacity</p:attrName>
                                        </p:attrNameLst>
                                      </p:cBhvr>
                                      <p:tavLst>
                                        <p:tav tm="0" fmla="1-(1-$)">
                                          <p:val>
                                            <p:fltVal val="0"/>
                                          </p:val>
                                        </p:tav>
                                        <p:tav tm="100000" fmla="1-(1-$)">
                                          <p:val>
                                            <p:fltVal val="1"/>
                                          </p:val>
                                        </p:tav>
                                      </p:tavLst>
                                    </p:anim>
                                  </p:childTnLst>
                                </p:cTn>
                              </p:par>
                              <p:par>
                                <p:cTn id="19" presetID="0" presetClass="entr" presetSubtype="0" decel="100000" fill="hold" nodeType="withEffect">
                                  <p:stCondLst>
                                    <p:cond delay="750"/>
                                  </p:stCondLst>
                                  <p:childTnLst>
                                    <p:set>
                                      <p:cBhvr>
                                        <p:cTn id="20" dur="1" fill="hold">
                                          <p:stCondLst>
                                            <p:cond delay="0"/>
                                          </p:stCondLst>
                                        </p:cTn>
                                        <p:tgtEl>
                                          <p:spTgt spid="18"/>
                                        </p:tgtEl>
                                        <p:attrNameLst>
                                          <p:attrName>style.visibility</p:attrName>
                                        </p:attrNameLst>
                                      </p:cBhvr>
                                      <p:to>
                                        <p:strVal val="visible"/>
                                      </p:to>
                                    </p:set>
                                    <p:anim from="0" to="1" calcmode="lin" valueType="num">
                                      <p:cBhvr>
                                        <p:cTn id="21" dur="500" fill="hold">
                                          <p:stCondLst>
                                            <p:cond delay="0"/>
                                          </p:stCondLst>
                                        </p:cTn>
                                        <p:tgtEl>
                                          <p:spTgt spid="18"/>
                                        </p:tgtEl>
                                        <p:attrNameLst>
                                          <p:attrName>style.opacity</p:attrName>
                                        </p:attrNameLst>
                                      </p:cBhvr>
                                    </p:anim>
                                    <p:anim to="" calcmode="lin" valueType="num">
                                      <p:cBhvr>
                                        <p:cTn id="22" dur="500" fill="hold">
                                          <p:stCondLst>
                                            <p:cond delay="0"/>
                                          </p:stCondLst>
                                        </p:cTn>
                                        <p:tgtEl>
                                          <p:spTgt spid="18"/>
                                        </p:tgtEl>
                                        <p:attrNameLst>
                                          <p:attrName>ppt_y</p:attrName>
                                        </p:attrNameLst>
                                      </p:cBhvr>
                                      <p:tavLst>
                                        <p:tav tm="0" fmla="$">
                                          <p:val>
                                            <p:strVal val="#ppt_y-.05"/>
                                          </p:val>
                                        </p:tav>
                                        <p:tav tm="100000" fmla="$">
                                          <p:val>
                                            <p:strVal val="#ppt_y"/>
                                          </p:val>
                                        </p:tav>
                                      </p:tavLst>
                                    </p:anim>
                                  </p:childTnLst>
                                </p:cTn>
                              </p:par>
                              <p:par>
                                <p:cTn id="23" presetID="10" presetClass="entr" presetSubtype="0" decel="100000" fill="hold" grpId="0" nodeType="withEffect">
                                  <p:stCondLst>
                                    <p:cond delay="500"/>
                                  </p:stCondLst>
                                  <p:childTnLst>
                                    <p:set>
                                      <p:cBhvr>
                                        <p:cTn id="24" dur="1" fill="hold">
                                          <p:stCondLst>
                                            <p:cond delay="0"/>
                                          </p:stCondLst>
                                        </p:cTn>
                                        <p:tgtEl>
                                          <p:spTgt spid="12"/>
                                        </p:tgtEl>
                                        <p:attrNameLst>
                                          <p:attrName>style.visibility</p:attrName>
                                        </p:attrNameLst>
                                      </p:cBhvr>
                                      <p:to>
                                        <p:strVal val="visible"/>
                                      </p:to>
                                    </p:set>
                                    <p:anim to="" calcmode="lin" valueType="num">
                                      <p:cBhvr>
                                        <p:cTn id="25" dur="500" fill="hold">
                                          <p:stCondLst>
                                            <p:cond delay="0"/>
                                          </p:stCondLst>
                                        </p:cTn>
                                        <p:tgtEl>
                                          <p:spTgt spid="12"/>
                                        </p:tgtEl>
                                        <p:attrNameLst>
                                          <p:attrName>ppt_w</p:attrName>
                                        </p:attrNameLst>
                                      </p:cBhvr>
                                      <p:tavLst>
                                        <p:tav tm="0" fmla="$">
                                          <p:val>
                                            <p:fltVal val="0"/>
                                          </p:val>
                                        </p:tav>
                                        <p:tav tm="100000" fmla="$">
                                          <p:val>
                                            <p:strVal val="#ppt_w"/>
                                          </p:val>
                                        </p:tav>
                                      </p:tavLst>
                                    </p:anim>
                                    <p:anim to="" calcmode="lin" valueType="num">
                                      <p:cBhvr>
                                        <p:cTn id="26" dur="500" fill="hold">
                                          <p:stCondLst>
                                            <p:cond delay="0"/>
                                          </p:stCondLst>
                                        </p:cTn>
                                        <p:tgtEl>
                                          <p:spTgt spid="12"/>
                                        </p:tgtEl>
                                        <p:attrNameLst>
                                          <p:attrName>ppt_h</p:attrName>
                                        </p:attrNameLst>
                                      </p:cBhvr>
                                      <p:tavLst>
                                        <p:tav tm="0" fmla="$">
                                          <p:val>
                                            <p:fltVal val="0"/>
                                          </p:val>
                                        </p:tav>
                                        <p:tav tm="100000" fmla="$">
                                          <p:val>
                                            <p:strVal val="#ppt_h"/>
                                          </p:val>
                                        </p:tav>
                                      </p:tavLst>
                                    </p:anim>
                                    <p:anim from="0" to="1" calcmode="lin" valueType="num">
                                      <p:cBhvr>
                                        <p:cTn id="27" dur="500" fill="hold">
                                          <p:stCondLst>
                                            <p:cond delay="0"/>
                                          </p:stCondLst>
                                        </p:cTn>
                                        <p:tgtEl>
                                          <p:spTgt spid="12"/>
                                        </p:tgtEl>
                                        <p:attrNameLst>
                                          <p:attrName>style.opacity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觅知网-不倒翁ID:189359941"/>
          <p:cNvSpPr txBox="1"/>
          <p:nvPr>
            <p:custDataLst>
              <p:tags r:id="rId1"/>
            </p:custDataLst>
          </p:nvPr>
        </p:nvSpPr>
        <p:spPr>
          <a:xfrm>
            <a:off x="557987" y="554591"/>
            <a:ext cx="4600135" cy="584775"/>
          </a:xfrm>
          <a:prstGeom prst="rect">
            <a:avLst/>
          </a:prstGeom>
          <a:noFill/>
        </p:spPr>
        <p:txBody>
          <a:bodyPr wrap="square" rtlCol="0">
            <a:spAutoFit/>
          </a:bodyPr>
          <a:lstStyle/>
          <a:p>
            <a:r>
              <a:rPr lang="zh-CN" altLang="en-US" sz="3200" dirty="0">
                <a:solidFill>
                  <a:schemeClr val="accent1"/>
                </a:solidFill>
                <a:latin typeface="+mj-ea"/>
                <a:ea typeface="+mj-ea"/>
                <a:cs typeface="思源黑体 CN Regular" panose="020B0500000000000000" charset="-122"/>
              </a:rPr>
              <a:t>研究背景与意义</a:t>
            </a:r>
          </a:p>
        </p:txBody>
      </p:sp>
      <p:sp>
        <p:nvSpPr>
          <p:cNvPr id="19" name="觅知网-不倒翁ID:189359941"/>
          <p:cNvSpPr/>
          <p:nvPr/>
        </p:nvSpPr>
        <p:spPr>
          <a:xfrm>
            <a:off x="672917" y="1144775"/>
            <a:ext cx="1754511" cy="119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itchFamily="34" charset="-122"/>
              <a:ea typeface="微软雅黑" pitchFamily="34" charset="-122"/>
              <a:cs typeface="思源黑体 CN Regular" panose="020B0500000000000000" charset="-122"/>
            </a:endParaRPr>
          </a:p>
        </p:txBody>
      </p:sp>
      <p:cxnSp>
        <p:nvCxnSpPr>
          <p:cNvPr id="20" name="觅知网-不倒翁ID:189359941"/>
          <p:cNvCxnSpPr/>
          <p:nvPr/>
        </p:nvCxnSpPr>
        <p:spPr>
          <a:xfrm>
            <a:off x="2427425" y="1201832"/>
            <a:ext cx="9058800"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觅知网-不倒翁ID:189359941"/>
          <p:cNvSpPr>
            <a:spLocks noChangeAspect="1"/>
          </p:cNvSpPr>
          <p:nvPr/>
        </p:nvSpPr>
        <p:spPr bwMode="auto">
          <a:xfrm>
            <a:off x="9920304" y="692655"/>
            <a:ext cx="404625" cy="255675"/>
          </a:xfrm>
          <a:custGeom>
            <a:avLst/>
            <a:gdLst>
              <a:gd name="connsiteX0" fmla="*/ 104550 w 604718"/>
              <a:gd name="connsiteY0" fmla="*/ 208330 h 382112"/>
              <a:gd name="connsiteX1" fmla="*/ 156180 w 604718"/>
              <a:gd name="connsiteY1" fmla="*/ 208330 h 382112"/>
              <a:gd name="connsiteX2" fmla="*/ 261642 w 604718"/>
              <a:gd name="connsiteY2" fmla="*/ 248878 h 382112"/>
              <a:gd name="connsiteX3" fmla="*/ 298947 w 604718"/>
              <a:gd name="connsiteY3" fmla="*/ 255007 h 382112"/>
              <a:gd name="connsiteX4" fmla="*/ 340187 w 604718"/>
              <a:gd name="connsiteY4" fmla="*/ 247621 h 382112"/>
              <a:gd name="connsiteX5" fmla="*/ 433687 w 604718"/>
              <a:gd name="connsiteY5" fmla="*/ 208330 h 382112"/>
              <a:gd name="connsiteX6" fmla="*/ 490825 w 604718"/>
              <a:gd name="connsiteY6" fmla="*/ 208330 h 382112"/>
              <a:gd name="connsiteX7" fmla="*/ 490825 w 604718"/>
              <a:gd name="connsiteY7" fmla="*/ 271509 h 382112"/>
              <a:gd name="connsiteX8" fmla="*/ 458400 w 604718"/>
              <a:gd name="connsiteY8" fmla="*/ 320701 h 382112"/>
              <a:gd name="connsiteX9" fmla="*/ 329326 w 604718"/>
              <a:gd name="connsiteY9" fmla="*/ 376337 h 382112"/>
              <a:gd name="connsiteX10" fmla="*/ 264632 w 604718"/>
              <a:gd name="connsiteY10" fmla="*/ 376337 h 382112"/>
              <a:gd name="connsiteX11" fmla="*/ 136819 w 604718"/>
              <a:gd name="connsiteY11" fmla="*/ 320701 h 382112"/>
              <a:gd name="connsiteX12" fmla="*/ 104550 w 604718"/>
              <a:gd name="connsiteY12" fmla="*/ 271509 h 382112"/>
              <a:gd name="connsiteX13" fmla="*/ 300973 w 604718"/>
              <a:gd name="connsiteY13" fmla="*/ 5 h 382112"/>
              <a:gd name="connsiteX14" fmla="*/ 334162 w 604718"/>
              <a:gd name="connsiteY14" fmla="*/ 4701 h 382112"/>
              <a:gd name="connsiteX15" fmla="*/ 581267 w 604718"/>
              <a:gd name="connsiteY15" fmla="*/ 92552 h 382112"/>
              <a:gd name="connsiteX16" fmla="*/ 588822 w 604718"/>
              <a:gd name="connsiteY16" fmla="*/ 114398 h 382112"/>
              <a:gd name="connsiteX17" fmla="*/ 589136 w 604718"/>
              <a:gd name="connsiteY17" fmla="*/ 114398 h 382112"/>
              <a:gd name="connsiteX18" fmla="*/ 589136 w 604718"/>
              <a:gd name="connsiteY18" fmla="*/ 270771 h 382112"/>
              <a:gd name="connsiteX19" fmla="*/ 604718 w 604718"/>
              <a:gd name="connsiteY19" fmla="*/ 321376 h 382112"/>
              <a:gd name="connsiteX20" fmla="*/ 561278 w 604718"/>
              <a:gd name="connsiteY20" fmla="*/ 321376 h 382112"/>
              <a:gd name="connsiteX21" fmla="*/ 576388 w 604718"/>
              <a:gd name="connsiteY21" fmla="*/ 271242 h 382112"/>
              <a:gd name="connsiteX22" fmla="*/ 576388 w 604718"/>
              <a:gd name="connsiteY22" fmla="*/ 120370 h 382112"/>
              <a:gd name="connsiteX23" fmla="*/ 333376 w 604718"/>
              <a:gd name="connsiteY23" fmla="*/ 222680 h 382112"/>
              <a:gd name="connsiteX24" fmla="*/ 268058 w 604718"/>
              <a:gd name="connsiteY24" fmla="*/ 223780 h 382112"/>
              <a:gd name="connsiteX25" fmla="*/ 13556 w 604718"/>
              <a:gd name="connsiteY25" fmla="*/ 125870 h 382112"/>
              <a:gd name="connsiteX26" fmla="*/ 13714 w 604718"/>
              <a:gd name="connsiteY26" fmla="*/ 100882 h 382112"/>
              <a:gd name="connsiteX27" fmla="*/ 267901 w 604718"/>
              <a:gd name="connsiteY27" fmla="*/ 5329 h 382112"/>
              <a:gd name="connsiteX28" fmla="*/ 300973 w 604718"/>
              <a:gd name="connsiteY28" fmla="*/ 5 h 38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4718" h="382112">
                <a:moveTo>
                  <a:pt x="104550" y="208330"/>
                </a:moveTo>
                <a:lnTo>
                  <a:pt x="156180" y="208330"/>
                </a:lnTo>
                <a:lnTo>
                  <a:pt x="261642" y="248878"/>
                </a:lnTo>
                <a:cubicBezTo>
                  <a:pt x="274864" y="253907"/>
                  <a:pt x="289188" y="255007"/>
                  <a:pt x="298947" y="255007"/>
                </a:cubicBezTo>
                <a:cubicBezTo>
                  <a:pt x="314373" y="255007"/>
                  <a:pt x="329012" y="252493"/>
                  <a:pt x="340187" y="247621"/>
                </a:cubicBezTo>
                <a:lnTo>
                  <a:pt x="433687" y="208330"/>
                </a:lnTo>
                <a:lnTo>
                  <a:pt x="490825" y="208330"/>
                </a:lnTo>
                <a:lnTo>
                  <a:pt x="490825" y="271509"/>
                </a:lnTo>
                <a:cubicBezTo>
                  <a:pt x="490825" y="290998"/>
                  <a:pt x="476344" y="313000"/>
                  <a:pt x="458400" y="320701"/>
                </a:cubicBezTo>
                <a:lnTo>
                  <a:pt x="329326" y="376337"/>
                </a:lnTo>
                <a:cubicBezTo>
                  <a:pt x="311382" y="384038"/>
                  <a:pt x="282419" y="384038"/>
                  <a:pt x="264632" y="376337"/>
                </a:cubicBezTo>
                <a:lnTo>
                  <a:pt x="136819" y="320701"/>
                </a:lnTo>
                <a:cubicBezTo>
                  <a:pt x="119032" y="313000"/>
                  <a:pt x="104550" y="290998"/>
                  <a:pt x="104550" y="271509"/>
                </a:cubicBezTo>
                <a:close/>
                <a:moveTo>
                  <a:pt x="300973" y="5"/>
                </a:moveTo>
                <a:cubicBezTo>
                  <a:pt x="312954" y="-93"/>
                  <a:pt x="324955" y="1479"/>
                  <a:pt x="334162" y="4701"/>
                </a:cubicBezTo>
                <a:lnTo>
                  <a:pt x="581267" y="92552"/>
                </a:lnTo>
                <a:cubicBezTo>
                  <a:pt x="596849" y="98053"/>
                  <a:pt x="599210" y="107168"/>
                  <a:pt x="588822" y="114398"/>
                </a:cubicBezTo>
                <a:lnTo>
                  <a:pt x="589136" y="114398"/>
                </a:lnTo>
                <a:lnTo>
                  <a:pt x="589136" y="270771"/>
                </a:lnTo>
                <a:lnTo>
                  <a:pt x="604718" y="321376"/>
                </a:lnTo>
                <a:lnTo>
                  <a:pt x="561278" y="321376"/>
                </a:lnTo>
                <a:lnTo>
                  <a:pt x="576388" y="271242"/>
                </a:lnTo>
                <a:lnTo>
                  <a:pt x="576388" y="120370"/>
                </a:lnTo>
                <a:lnTo>
                  <a:pt x="333376" y="222680"/>
                </a:lnTo>
                <a:cubicBezTo>
                  <a:pt x="315433" y="230224"/>
                  <a:pt x="286158" y="230695"/>
                  <a:pt x="268058" y="223780"/>
                </a:cubicBezTo>
                <a:lnTo>
                  <a:pt x="13556" y="125870"/>
                </a:lnTo>
                <a:cubicBezTo>
                  <a:pt x="-4544" y="118798"/>
                  <a:pt x="-4544" y="107640"/>
                  <a:pt x="13714" y="100882"/>
                </a:cubicBezTo>
                <a:lnTo>
                  <a:pt x="267901" y="5329"/>
                </a:lnTo>
                <a:cubicBezTo>
                  <a:pt x="277030" y="1872"/>
                  <a:pt x="288991" y="104"/>
                  <a:pt x="300973" y="5"/>
                </a:cubicBezTo>
                <a:close/>
              </a:path>
            </a:pathLst>
          </a:custGeom>
          <a:solidFill>
            <a:schemeClr val="bg1"/>
          </a:solidFill>
          <a:ln>
            <a:noFill/>
          </a:ln>
        </p:spPr>
        <p:txBody>
          <a:bodyPr/>
          <a:lstStyle/>
          <a:p>
            <a:endParaRPr lang="zh-CN" altLang="en-US" dirty="0">
              <a:latin typeface="微软雅黑" pitchFamily="34" charset="-122"/>
              <a:ea typeface="微软雅黑" pitchFamily="34" charset="-122"/>
              <a:cs typeface="思源黑体 CN Regular" panose="020B0500000000000000" charset="-122"/>
            </a:endParaRPr>
          </a:p>
        </p:txBody>
      </p:sp>
      <p:sp>
        <p:nvSpPr>
          <p:cNvPr id="2" name="觅知网-不倒翁ID:189359941"/>
          <p:cNvSpPr txBox="1"/>
          <p:nvPr>
            <p:custDataLst>
              <p:tags r:id="rId2"/>
            </p:custDataLst>
          </p:nvPr>
        </p:nvSpPr>
        <p:spPr>
          <a:xfrm>
            <a:off x="6200221" y="1925420"/>
            <a:ext cx="2954655" cy="46166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noProof="0" dirty="0">
                <a:solidFill>
                  <a:schemeClr val="accent1"/>
                </a:solidFill>
                <a:latin typeface="思源宋体 CN Heavy" panose="02020900000000000000" charset="-122"/>
                <a:ea typeface="思源宋体 CN Heavy" panose="02020900000000000000" charset="-122"/>
                <a:cs typeface="思源黑体 CN Regular" panose="020B0500000000000000" charset="-122"/>
              </a:rPr>
              <a:t>自动驾驶</a:t>
            </a:r>
            <a:r>
              <a:rPr lang="zh-CN" altLang="en-US" sz="2400" dirty="0">
                <a:solidFill>
                  <a:schemeClr val="accent1"/>
                </a:solidFill>
                <a:latin typeface="思源宋体 CN Heavy" panose="02020900000000000000" charset="-122"/>
                <a:ea typeface="思源宋体 CN Heavy" panose="02020900000000000000" charset="-122"/>
                <a:cs typeface="思源黑体 CN Regular" panose="020B0500000000000000" charset="-122"/>
              </a:rPr>
              <a:t>技术的发展</a:t>
            </a:r>
            <a:endParaRPr kumimoji="0" lang="zh-CN" altLang="en-US" sz="2400" b="0" i="0" u="none" strike="noStrike" kern="1200" cap="none" spc="0" normalizeH="0" baseline="0" noProof="0" dirty="0">
              <a:ln>
                <a:noFill/>
              </a:ln>
              <a:solidFill>
                <a:schemeClr val="accent1"/>
              </a:solidFill>
              <a:effectLst/>
              <a:uLnTx/>
              <a:uFillTx/>
              <a:latin typeface="思源宋体 CN Heavy" panose="02020900000000000000" charset="-122"/>
              <a:ea typeface="思源宋体 CN Heavy" panose="02020900000000000000" charset="-122"/>
              <a:cs typeface="思源黑体 CN Regular" panose="020B0500000000000000" charset="-122"/>
            </a:endParaRPr>
          </a:p>
        </p:txBody>
      </p:sp>
      <p:sp>
        <p:nvSpPr>
          <p:cNvPr id="3" name="觅知网-不倒翁ID:189359941"/>
          <p:cNvSpPr txBox="1"/>
          <p:nvPr>
            <p:custDataLst>
              <p:tags r:id="rId3"/>
            </p:custDataLst>
          </p:nvPr>
        </p:nvSpPr>
        <p:spPr>
          <a:xfrm>
            <a:off x="6226705" y="2392395"/>
            <a:ext cx="5073041" cy="116769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50000"/>
              </a:lnSpc>
              <a:defRPr/>
            </a:pPr>
            <a:r>
              <a:rPr kumimoji="1" lang="zh-CN" altLang="en-US" sz="1200" dirty="0">
                <a:latin typeface="+mn-ea"/>
                <a:cs typeface="思源黑体 CN Regular" panose="020B0500000000000000" charset="-122"/>
              </a:rPr>
              <a:t>随着深度学习技术与汽车电动化的发展，自动驾驶这一技术也迎 来了飞速的发展。基于深度学 习和强化学习的自动驾驶技术已经从理论研究转向商业化大规模应用测试。国内外多家企业都投入了自动驾驶的研发。全球的自动驾驶热潮正在来临，同时也带来了诸多 挑战和考验。</a:t>
            </a:r>
            <a:endParaRPr kumimoji="1" lang="zh-CN" altLang="en-US" sz="1200" u="none" strike="noStrike" kern="1200" cap="none" spc="0" normalizeH="0" baseline="0" noProof="0" dirty="0">
              <a:ln>
                <a:noFill/>
              </a:ln>
              <a:effectLst/>
              <a:uLnTx/>
              <a:uFillTx/>
              <a:latin typeface="+mn-ea"/>
              <a:cs typeface="思源黑体 CN Regular" panose="020B0500000000000000" charset="-122"/>
            </a:endParaRPr>
          </a:p>
        </p:txBody>
      </p:sp>
      <p:sp>
        <p:nvSpPr>
          <p:cNvPr id="5" name="觅知网-不倒翁ID:189359941"/>
          <p:cNvSpPr>
            <a:spLocks noChangeAspect="1"/>
          </p:cNvSpPr>
          <p:nvPr>
            <p:custDataLst>
              <p:tags r:id="rId4"/>
            </p:custDataLst>
          </p:nvPr>
        </p:nvSpPr>
        <p:spPr>
          <a:xfrm>
            <a:off x="6323605" y="3542024"/>
            <a:ext cx="637307" cy="637308"/>
          </a:xfrm>
          <a:prstGeom prst="ellipse">
            <a:avLst/>
          </a:prstGeom>
          <a:solidFill>
            <a:schemeClr val="accent1"/>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mn-ea"/>
              <a:sym typeface="思源黑体 CN Regular" panose="020B0500000000000000" charset="-122"/>
            </a:endParaRPr>
          </a:p>
        </p:txBody>
      </p:sp>
      <p:grpSp>
        <p:nvGrpSpPr>
          <p:cNvPr id="6" name="觅知网-不倒翁ID:189359941"/>
          <p:cNvGrpSpPr/>
          <p:nvPr>
            <p:custDataLst>
              <p:tags r:id="rId5"/>
            </p:custDataLst>
          </p:nvPr>
        </p:nvGrpSpPr>
        <p:grpSpPr>
          <a:xfrm>
            <a:off x="6313055" y="4293096"/>
            <a:ext cx="2355883" cy="1363072"/>
            <a:chOff x="4858219" y="2540957"/>
            <a:chExt cx="2355883" cy="1363072"/>
          </a:xfrm>
        </p:grpSpPr>
        <p:sp>
          <p:nvSpPr>
            <p:cNvPr id="7" name="觅知网-不倒翁ID:189359941"/>
            <p:cNvSpPr txBox="1"/>
            <p:nvPr/>
          </p:nvSpPr>
          <p:spPr>
            <a:xfrm>
              <a:off x="4858219" y="2540957"/>
              <a:ext cx="1940314" cy="307777"/>
            </a:xfrm>
            <a:prstGeom prst="rect">
              <a:avLst/>
            </a:prstGeom>
            <a:noFill/>
            <a:ln>
              <a:noFill/>
            </a:ln>
          </p:spPr>
          <p:txBody>
            <a:bodyPr wrap="square" lIns="0" tIns="0" rIns="0" bIns="0"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思源宋体 CN Heavy" panose="02020900000000000000" charset="-122"/>
                  <a:ea typeface="思源宋体 CN Heavy" panose="02020900000000000000" charset="-122"/>
                  <a:cs typeface="思源黑体 CN Regular" panose="020B0500000000000000" charset="-122"/>
                </a:rPr>
                <a:t>研究背景</a:t>
              </a:r>
            </a:p>
          </p:txBody>
        </p:sp>
        <p:sp>
          <p:nvSpPr>
            <p:cNvPr id="8" name="觅知网-不倒翁ID:189359941"/>
            <p:cNvSpPr txBox="1"/>
            <p:nvPr/>
          </p:nvSpPr>
          <p:spPr>
            <a:xfrm>
              <a:off x="4868771" y="2875905"/>
              <a:ext cx="2345331" cy="1028124"/>
            </a:xfrm>
            <a:prstGeom prst="rect">
              <a:avLst/>
            </a:prstGeom>
          </p:spPr>
          <p:txBody>
            <a:bodyPr vert="horz" lIns="0" tIns="0" rIns="0" bIns="0"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50000"/>
                </a:lnSpc>
                <a:defRPr/>
              </a:pPr>
              <a:r>
                <a:rPr kumimoji="1" lang="zh-CN" altLang="en-US" sz="1200" dirty="0">
                  <a:latin typeface="微软雅黑" pitchFamily="34" charset="-122"/>
                  <a:ea typeface="微软雅黑" pitchFamily="34" charset="-122"/>
                  <a:cs typeface="思源黑体 CN Regular" panose="020B0500000000000000" charset="-122"/>
                </a:rPr>
                <a:t>基于模仿学习的自动驾驶算法仍存在模型无法学习到有效的因果关系问题， 可能出现直接模仿前车路径等捷径现象。</a:t>
              </a:r>
              <a:endParaRPr kumimoji="1" lang="zh-CN" altLang="en-US" sz="1200" b="0" i="0" u="none" strike="noStrike" kern="1200" cap="none" spc="0" normalizeH="0" baseline="0" noProof="0" dirty="0">
                <a:ln>
                  <a:noFill/>
                </a:ln>
                <a:effectLst/>
                <a:uLnTx/>
                <a:uFillTx/>
                <a:latin typeface="微软雅黑" pitchFamily="34" charset="-122"/>
                <a:ea typeface="微软雅黑" pitchFamily="34" charset="-122"/>
                <a:cs typeface="思源黑体 CN Regular" panose="020B0500000000000000" charset="-122"/>
              </a:endParaRPr>
            </a:p>
          </p:txBody>
        </p:sp>
      </p:grpSp>
      <p:sp>
        <p:nvSpPr>
          <p:cNvPr id="9" name="觅知网-不倒翁ID:189359941"/>
          <p:cNvSpPr>
            <a:spLocks noChangeAspect="1"/>
          </p:cNvSpPr>
          <p:nvPr>
            <p:custDataLst>
              <p:tags r:id="rId6"/>
            </p:custDataLst>
          </p:nvPr>
        </p:nvSpPr>
        <p:spPr>
          <a:xfrm>
            <a:off x="8911924" y="3542024"/>
            <a:ext cx="637307" cy="637308"/>
          </a:xfrm>
          <a:prstGeom prst="ellipse">
            <a:avLst/>
          </a:prstGeom>
          <a:solidFill>
            <a:schemeClr val="accent1"/>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itchFamily="34" charset="-122"/>
              <a:ea typeface="微软雅黑" pitchFamily="34" charset="-122"/>
              <a:cs typeface="+mn-ea"/>
              <a:sym typeface="思源黑体 CN Regular" panose="020B0500000000000000" charset="-122"/>
            </a:endParaRPr>
          </a:p>
        </p:txBody>
      </p:sp>
      <p:grpSp>
        <p:nvGrpSpPr>
          <p:cNvPr id="10" name="觅知网-不倒翁ID:189359941"/>
          <p:cNvGrpSpPr/>
          <p:nvPr>
            <p:custDataLst>
              <p:tags r:id="rId7"/>
            </p:custDataLst>
          </p:nvPr>
        </p:nvGrpSpPr>
        <p:grpSpPr>
          <a:xfrm>
            <a:off x="8901373" y="4293096"/>
            <a:ext cx="2385977" cy="1656184"/>
            <a:chOff x="4858219" y="2540957"/>
            <a:chExt cx="2385977" cy="1296144"/>
          </a:xfrm>
        </p:grpSpPr>
        <p:sp>
          <p:nvSpPr>
            <p:cNvPr id="11" name="觅知网-不倒翁ID:189359941"/>
            <p:cNvSpPr txBox="1"/>
            <p:nvPr/>
          </p:nvSpPr>
          <p:spPr>
            <a:xfrm>
              <a:off x="4858219" y="2540957"/>
              <a:ext cx="1940313" cy="307777"/>
            </a:xfrm>
            <a:prstGeom prst="rect">
              <a:avLst/>
            </a:prstGeom>
            <a:noFill/>
            <a:ln>
              <a:noFill/>
            </a:ln>
          </p:spPr>
          <p:txBody>
            <a:bodyPr wrap="square" lIns="0" tIns="0" rIns="0" bIns="0" rtlCol="0"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思源宋体 CN Heavy" panose="02020900000000000000" charset="-122"/>
                  <a:ea typeface="思源宋体 CN Heavy" panose="02020900000000000000" charset="-122"/>
                  <a:cs typeface="思源黑体 CN Regular" panose="020B0500000000000000" charset="-122"/>
                </a:rPr>
                <a:t>研究意义</a:t>
              </a:r>
            </a:p>
          </p:txBody>
        </p:sp>
        <p:sp>
          <p:nvSpPr>
            <p:cNvPr id="12" name="觅知网-不倒翁ID:189359941"/>
            <p:cNvSpPr txBox="1"/>
            <p:nvPr/>
          </p:nvSpPr>
          <p:spPr>
            <a:xfrm>
              <a:off x="4868771" y="2875905"/>
              <a:ext cx="2375425" cy="961196"/>
            </a:xfrm>
            <a:prstGeom prst="rect">
              <a:avLst/>
            </a:prstGeom>
          </p:spPr>
          <p:txBody>
            <a:bodyPr vert="horz" lIns="0" tIns="0" rIns="0" bIns="0" rtlCol="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50000"/>
                </a:lnSpc>
                <a:defRPr/>
              </a:pPr>
              <a:r>
                <a:rPr kumimoji="1" lang="zh-CN" altLang="en-US" sz="1200" dirty="0">
                  <a:latin typeface="微软雅黑" pitchFamily="34" charset="-122"/>
                  <a:ea typeface="微软雅黑" pitchFamily="34" charset="-122"/>
                  <a:cs typeface="思源黑体 CN Regular" panose="020B0500000000000000" charset="-122"/>
                </a:rPr>
                <a:t>为模仿学习算法的实际落地提供了更强的稳定性保障，也为智能驾驶系统在复杂交通环境下的规划安全性提供了有效的工程手段</a:t>
              </a:r>
              <a:endParaRPr kumimoji="1" lang="zh-CN" altLang="en-US" sz="1200" b="0" i="0" u="none" strike="noStrike" kern="1200" cap="none" spc="0" normalizeH="0" baseline="0" noProof="0" dirty="0">
                <a:ln>
                  <a:noFill/>
                </a:ln>
                <a:effectLst/>
                <a:uLnTx/>
                <a:uFillTx/>
                <a:latin typeface="微软雅黑" pitchFamily="34" charset="-122"/>
                <a:ea typeface="微软雅黑" pitchFamily="34" charset="-122"/>
                <a:cs typeface="思源黑体 CN Regular" panose="020B0500000000000000" charset="-122"/>
              </a:endParaRPr>
            </a:p>
          </p:txBody>
        </p:sp>
      </p:grpSp>
      <p:grpSp>
        <p:nvGrpSpPr>
          <p:cNvPr id="13" name="觅知网-不倒翁ID:189359941"/>
          <p:cNvGrpSpPr/>
          <p:nvPr>
            <p:custDataLst>
              <p:tags r:id="rId8"/>
            </p:custDataLst>
          </p:nvPr>
        </p:nvGrpSpPr>
        <p:grpSpPr>
          <a:xfrm>
            <a:off x="6495431" y="3673589"/>
            <a:ext cx="299829" cy="303539"/>
            <a:chOff x="5814151" y="3332297"/>
            <a:chExt cx="551556" cy="558397"/>
          </a:xfrm>
          <a:solidFill>
            <a:schemeClr val="bg1"/>
          </a:solidFill>
        </p:grpSpPr>
        <p:sp>
          <p:nvSpPr>
            <p:cNvPr id="14" name="觅知网-不倒翁ID:189359941"/>
            <p:cNvSpPr/>
            <p:nvPr/>
          </p:nvSpPr>
          <p:spPr bwMode="auto">
            <a:xfrm>
              <a:off x="5969788" y="3437422"/>
              <a:ext cx="187038" cy="376815"/>
            </a:xfrm>
            <a:custGeom>
              <a:avLst/>
              <a:gdLst>
                <a:gd name="T0" fmla="*/ 36 w 137"/>
                <a:gd name="T1" fmla="*/ 276 h 276"/>
                <a:gd name="T2" fmla="*/ 101 w 137"/>
                <a:gd name="T3" fmla="*/ 276 h 276"/>
                <a:gd name="T4" fmla="*/ 101 w 137"/>
                <a:gd name="T5" fmla="*/ 69 h 276"/>
                <a:gd name="T6" fmla="*/ 137 w 137"/>
                <a:gd name="T7" fmla="*/ 69 h 276"/>
                <a:gd name="T8" fmla="*/ 67 w 137"/>
                <a:gd name="T9" fmla="*/ 0 h 276"/>
                <a:gd name="T10" fmla="*/ 0 w 137"/>
                <a:gd name="T11" fmla="*/ 69 h 276"/>
                <a:gd name="T12" fmla="*/ 36 w 137"/>
                <a:gd name="T13" fmla="*/ 69 h 276"/>
                <a:gd name="T14" fmla="*/ 36 w 137"/>
                <a:gd name="T15" fmla="*/ 276 h 2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7" h="276">
                  <a:moveTo>
                    <a:pt x="36" y="276"/>
                  </a:moveTo>
                  <a:lnTo>
                    <a:pt x="101" y="276"/>
                  </a:lnTo>
                  <a:lnTo>
                    <a:pt x="101" y="69"/>
                  </a:lnTo>
                  <a:lnTo>
                    <a:pt x="137" y="69"/>
                  </a:lnTo>
                  <a:lnTo>
                    <a:pt x="67" y="0"/>
                  </a:lnTo>
                  <a:lnTo>
                    <a:pt x="0" y="69"/>
                  </a:lnTo>
                  <a:lnTo>
                    <a:pt x="36" y="69"/>
                  </a:lnTo>
                  <a:lnTo>
                    <a:pt x="36" y="276"/>
                  </a:lnTo>
                  <a:close/>
                </a:path>
              </a:pathLst>
            </a:custGeom>
            <a:grpFill/>
            <a:ln>
              <a:noFill/>
            </a:ln>
            <a:effectLst/>
            <a:extLst>
              <a:ext uri="{91240B29-F687-4F45-9708-019B960494DF}">
                <a14:hiddenLine xmlns:a14="http://schemas.microsoft.com/office/drawing/2010/main" w="9525">
                  <a:solidFill>
                    <a:srgbClr val="000000"/>
                  </a:solidFill>
                  <a:round/>
                </a14:hiddenLine>
              </a:ext>
            </a:extLst>
          </p:spPr>
          <p:txBody>
            <a:bodyPr vert="horz" wrap="square" lIns="78618" tIns="39309" rIns="78618" bIns="39309"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160" b="0" i="0" u="none" strike="noStrike" kern="1200" cap="none" spc="0" normalizeH="0" baseline="0" noProof="0" dirty="0">
                <a:ln>
                  <a:noFill/>
                </a:ln>
                <a:solidFill>
                  <a:srgbClr val="5F5F5F"/>
                </a:solidFill>
                <a:effectLst/>
                <a:uLnTx/>
                <a:uFillTx/>
                <a:latin typeface="微软雅黑" pitchFamily="34" charset="-122"/>
                <a:ea typeface="微软雅黑" pitchFamily="34" charset="-122"/>
                <a:cs typeface="思源黑体 CN Regular" panose="020B0500000000000000" charset="-122"/>
              </a:endParaRPr>
            </a:p>
          </p:txBody>
        </p:sp>
        <p:sp>
          <p:nvSpPr>
            <p:cNvPr id="15" name="觅知网-不倒翁ID:189359941"/>
            <p:cNvSpPr/>
            <p:nvPr/>
          </p:nvSpPr>
          <p:spPr bwMode="auto">
            <a:xfrm>
              <a:off x="5818249" y="3584872"/>
              <a:ext cx="184308" cy="229366"/>
            </a:xfrm>
            <a:custGeom>
              <a:avLst/>
              <a:gdLst>
                <a:gd name="T0" fmla="*/ 36 w 135"/>
                <a:gd name="T1" fmla="*/ 168 h 168"/>
                <a:gd name="T2" fmla="*/ 98 w 135"/>
                <a:gd name="T3" fmla="*/ 168 h 168"/>
                <a:gd name="T4" fmla="*/ 98 w 135"/>
                <a:gd name="T5" fmla="*/ 70 h 168"/>
                <a:gd name="T6" fmla="*/ 135 w 135"/>
                <a:gd name="T7" fmla="*/ 70 h 168"/>
                <a:gd name="T8" fmla="*/ 67 w 135"/>
                <a:gd name="T9" fmla="*/ 0 h 168"/>
                <a:gd name="T10" fmla="*/ 0 w 135"/>
                <a:gd name="T11" fmla="*/ 70 h 168"/>
                <a:gd name="T12" fmla="*/ 36 w 135"/>
                <a:gd name="T13" fmla="*/ 70 h 168"/>
                <a:gd name="T14" fmla="*/ 36 w 135"/>
                <a:gd name="T15" fmla="*/ 168 h 1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5" h="168">
                  <a:moveTo>
                    <a:pt x="36" y="168"/>
                  </a:moveTo>
                  <a:lnTo>
                    <a:pt x="98" y="168"/>
                  </a:lnTo>
                  <a:lnTo>
                    <a:pt x="98" y="70"/>
                  </a:lnTo>
                  <a:lnTo>
                    <a:pt x="135" y="70"/>
                  </a:lnTo>
                  <a:lnTo>
                    <a:pt x="67" y="0"/>
                  </a:lnTo>
                  <a:lnTo>
                    <a:pt x="0" y="70"/>
                  </a:lnTo>
                  <a:lnTo>
                    <a:pt x="36" y="70"/>
                  </a:lnTo>
                  <a:lnTo>
                    <a:pt x="36" y="168"/>
                  </a:lnTo>
                  <a:close/>
                </a:path>
              </a:pathLst>
            </a:custGeom>
            <a:grpFill/>
            <a:ln>
              <a:noFill/>
            </a:ln>
            <a:effectLst/>
            <a:extLst>
              <a:ext uri="{91240B29-F687-4F45-9708-019B960494DF}">
                <a14:hiddenLine xmlns:a14="http://schemas.microsoft.com/office/drawing/2010/main" w="9525">
                  <a:solidFill>
                    <a:srgbClr val="000000"/>
                  </a:solidFill>
                  <a:round/>
                </a14:hiddenLine>
              </a:ext>
            </a:extLst>
          </p:spPr>
          <p:txBody>
            <a:bodyPr vert="horz" wrap="square" lIns="78618" tIns="39309" rIns="78618" bIns="39309"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160" b="0" i="0" u="none" strike="noStrike" kern="1200" cap="none" spc="0" normalizeH="0" baseline="0" noProof="0" dirty="0">
                <a:ln>
                  <a:noFill/>
                </a:ln>
                <a:solidFill>
                  <a:srgbClr val="5F5F5F"/>
                </a:solidFill>
                <a:effectLst/>
                <a:uLnTx/>
                <a:uFillTx/>
                <a:latin typeface="微软雅黑" pitchFamily="34" charset="-122"/>
                <a:ea typeface="微软雅黑" pitchFamily="34" charset="-122"/>
                <a:cs typeface="思源黑体 CN Regular" panose="020B0500000000000000" charset="-122"/>
              </a:endParaRPr>
            </a:p>
          </p:txBody>
        </p:sp>
        <p:sp>
          <p:nvSpPr>
            <p:cNvPr id="16" name="觅知网-不倒翁ID:189359941"/>
            <p:cNvSpPr>
              <a:spLocks noChangeArrowheads="1"/>
            </p:cNvSpPr>
            <p:nvPr/>
          </p:nvSpPr>
          <p:spPr bwMode="auto">
            <a:xfrm>
              <a:off x="5814151" y="3837448"/>
              <a:ext cx="551556" cy="53246"/>
            </a:xfrm>
            <a:prstGeom prst="rect">
              <a:avLst/>
            </a:prstGeom>
            <a:grpFill/>
            <a:ln>
              <a:noFill/>
            </a:ln>
            <a:effectLst/>
            <a:extLst>
              <a:ext uri="{91240B29-F687-4F45-9708-019B960494DF}">
                <a14:hiddenLine xmlns:a14="http://schemas.microsoft.com/office/drawing/2010/main" w="9525">
                  <a:solidFill>
                    <a:srgbClr val="000000"/>
                  </a:solidFill>
                  <a:miter lim="800000"/>
                  <a:headEnd/>
                  <a:tailEnd/>
                </a14:hiddenLine>
              </a:ext>
            </a:extLst>
          </p:spPr>
          <p:txBody>
            <a:bodyPr vert="horz" wrap="square" lIns="78618" tIns="39309" rIns="78618" bIns="39309"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160" b="0" i="0" u="none" strike="noStrike" kern="1200" cap="none" spc="0" normalizeH="0" baseline="0" noProof="0" dirty="0">
                <a:ln>
                  <a:noFill/>
                </a:ln>
                <a:solidFill>
                  <a:srgbClr val="5F5F5F"/>
                </a:solidFill>
                <a:effectLst/>
                <a:uLnTx/>
                <a:uFillTx/>
                <a:latin typeface="微软雅黑" pitchFamily="34" charset="-122"/>
                <a:ea typeface="微软雅黑" pitchFamily="34" charset="-122"/>
                <a:cs typeface="思源黑体 CN Regular" panose="020B0500000000000000" charset="-122"/>
              </a:endParaRPr>
            </a:p>
          </p:txBody>
        </p:sp>
        <p:sp>
          <p:nvSpPr>
            <p:cNvPr id="17" name="觅知网-不倒翁ID:189359941"/>
            <p:cNvSpPr>
              <a:spLocks noChangeArrowheads="1"/>
            </p:cNvSpPr>
            <p:nvPr/>
          </p:nvSpPr>
          <p:spPr bwMode="auto">
            <a:xfrm>
              <a:off x="6218258" y="3332297"/>
              <a:ext cx="76453" cy="94204"/>
            </a:xfrm>
            <a:prstGeom prst="ellipse">
              <a:avLst/>
            </a:prstGeom>
            <a:grpFill/>
            <a:ln>
              <a:noFill/>
            </a:ln>
            <a:effectLst/>
            <a:extLst>
              <a:ext uri="{91240B29-F687-4F45-9708-019B960494DF}">
                <a14:hiddenLine xmlns:a14="http://schemas.microsoft.com/office/drawing/2010/main" w="9525">
                  <a:solidFill>
                    <a:srgbClr val="000000"/>
                  </a:solidFill>
                  <a:round/>
                </a14:hiddenLine>
              </a:ext>
            </a:extLst>
          </p:spPr>
          <p:txBody>
            <a:bodyPr vert="horz" wrap="square" lIns="78618" tIns="39309" rIns="78618" bIns="39309"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160" b="0" i="0" u="none" strike="noStrike" kern="1200" cap="none" spc="0" normalizeH="0" baseline="0" noProof="0" dirty="0">
                <a:ln>
                  <a:noFill/>
                </a:ln>
                <a:solidFill>
                  <a:srgbClr val="5F5F5F"/>
                </a:solidFill>
                <a:effectLst/>
                <a:uLnTx/>
                <a:uFillTx/>
                <a:latin typeface="微软雅黑" pitchFamily="34" charset="-122"/>
                <a:ea typeface="微软雅黑" pitchFamily="34" charset="-122"/>
                <a:cs typeface="思源黑体 CN Regular" panose="020B0500000000000000" charset="-122"/>
              </a:endParaRPr>
            </a:p>
          </p:txBody>
        </p:sp>
        <p:sp>
          <p:nvSpPr>
            <p:cNvPr id="23" name="觅知网-不倒翁ID:189359941"/>
            <p:cNvSpPr/>
            <p:nvPr/>
          </p:nvSpPr>
          <p:spPr bwMode="auto">
            <a:xfrm>
              <a:off x="6166379" y="3433331"/>
              <a:ext cx="177481" cy="380912"/>
            </a:xfrm>
            <a:custGeom>
              <a:avLst/>
              <a:gdLst>
                <a:gd name="T0" fmla="*/ 7 w 54"/>
                <a:gd name="T1" fmla="*/ 61 h 116"/>
                <a:gd name="T2" fmla="*/ 8 w 54"/>
                <a:gd name="T3" fmla="*/ 61 h 116"/>
                <a:gd name="T4" fmla="*/ 9 w 54"/>
                <a:gd name="T5" fmla="*/ 61 h 116"/>
                <a:gd name="T6" fmla="*/ 11 w 54"/>
                <a:gd name="T7" fmla="*/ 116 h 116"/>
                <a:gd name="T8" fmla="*/ 26 w 54"/>
                <a:gd name="T9" fmla="*/ 116 h 116"/>
                <a:gd name="T10" fmla="*/ 26 w 54"/>
                <a:gd name="T11" fmla="*/ 61 h 116"/>
                <a:gd name="T12" fmla="*/ 28 w 54"/>
                <a:gd name="T13" fmla="*/ 61 h 116"/>
                <a:gd name="T14" fmla="*/ 30 w 54"/>
                <a:gd name="T15" fmla="*/ 116 h 116"/>
                <a:gd name="T16" fmla="*/ 45 w 54"/>
                <a:gd name="T17" fmla="*/ 116 h 116"/>
                <a:gd name="T18" fmla="*/ 45 w 54"/>
                <a:gd name="T19" fmla="*/ 61 h 116"/>
                <a:gd name="T20" fmla="*/ 46 w 54"/>
                <a:gd name="T21" fmla="*/ 61 h 116"/>
                <a:gd name="T22" fmla="*/ 47 w 54"/>
                <a:gd name="T23" fmla="*/ 61 h 116"/>
                <a:gd name="T24" fmla="*/ 47 w 54"/>
                <a:gd name="T25" fmla="*/ 61 h 116"/>
                <a:gd name="T26" fmla="*/ 54 w 54"/>
                <a:gd name="T27" fmla="*/ 61 h 116"/>
                <a:gd name="T28" fmla="*/ 50 w 54"/>
                <a:gd name="T29" fmla="*/ 8 h 116"/>
                <a:gd name="T30" fmla="*/ 43 w 54"/>
                <a:gd name="T31" fmla="*/ 1 h 116"/>
                <a:gd name="T32" fmla="*/ 37 w 54"/>
                <a:gd name="T33" fmla="*/ 0 h 116"/>
                <a:gd name="T34" fmla="*/ 37 w 54"/>
                <a:gd name="T35" fmla="*/ 1 h 116"/>
                <a:gd name="T36" fmla="*/ 41 w 54"/>
                <a:gd name="T37" fmla="*/ 5 h 116"/>
                <a:gd name="T38" fmla="*/ 36 w 54"/>
                <a:gd name="T39" fmla="*/ 8 h 116"/>
                <a:gd name="T40" fmla="*/ 38 w 54"/>
                <a:gd name="T41" fmla="*/ 12 h 116"/>
                <a:gd name="T42" fmla="*/ 31 w 54"/>
                <a:gd name="T43" fmla="*/ 28 h 116"/>
                <a:gd name="T44" fmla="*/ 30 w 54"/>
                <a:gd name="T45" fmla="*/ 6 h 116"/>
                <a:gd name="T46" fmla="*/ 31 w 54"/>
                <a:gd name="T47" fmla="*/ 5 h 116"/>
                <a:gd name="T48" fmla="*/ 30 w 54"/>
                <a:gd name="T49" fmla="*/ 0 h 116"/>
                <a:gd name="T50" fmla="*/ 25 w 54"/>
                <a:gd name="T51" fmla="*/ 0 h 116"/>
                <a:gd name="T52" fmla="*/ 23 w 54"/>
                <a:gd name="T53" fmla="*/ 5 h 116"/>
                <a:gd name="T54" fmla="*/ 24 w 54"/>
                <a:gd name="T55" fmla="*/ 6 h 116"/>
                <a:gd name="T56" fmla="*/ 23 w 54"/>
                <a:gd name="T57" fmla="*/ 29 h 116"/>
                <a:gd name="T58" fmla="*/ 16 w 54"/>
                <a:gd name="T59" fmla="*/ 12 h 116"/>
                <a:gd name="T60" fmla="*/ 18 w 54"/>
                <a:gd name="T61" fmla="*/ 8 h 116"/>
                <a:gd name="T62" fmla="*/ 13 w 54"/>
                <a:gd name="T63" fmla="*/ 5 h 116"/>
                <a:gd name="T64" fmla="*/ 17 w 54"/>
                <a:gd name="T65" fmla="*/ 1 h 116"/>
                <a:gd name="T66" fmla="*/ 17 w 54"/>
                <a:gd name="T67" fmla="*/ 0 h 116"/>
                <a:gd name="T68" fmla="*/ 11 w 54"/>
                <a:gd name="T69" fmla="*/ 1 h 116"/>
                <a:gd name="T70" fmla="*/ 4 w 54"/>
                <a:gd name="T71" fmla="*/ 8 h 116"/>
                <a:gd name="T72" fmla="*/ 0 w 54"/>
                <a:gd name="T73" fmla="*/ 61 h 116"/>
                <a:gd name="T74" fmla="*/ 7 w 54"/>
                <a:gd name="T75" fmla="*/ 61 h 116"/>
                <a:gd name="T76" fmla="*/ 7 w 54"/>
                <a:gd name="T77" fmla="*/ 6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4" h="116">
                  <a:moveTo>
                    <a:pt x="7" y="61"/>
                  </a:moveTo>
                  <a:cubicBezTo>
                    <a:pt x="8" y="61"/>
                    <a:pt x="8" y="61"/>
                    <a:pt x="8" y="61"/>
                  </a:cubicBezTo>
                  <a:cubicBezTo>
                    <a:pt x="8" y="61"/>
                    <a:pt x="9" y="61"/>
                    <a:pt x="9" y="61"/>
                  </a:cubicBezTo>
                  <a:cubicBezTo>
                    <a:pt x="11" y="116"/>
                    <a:pt x="11" y="116"/>
                    <a:pt x="11" y="116"/>
                  </a:cubicBezTo>
                  <a:cubicBezTo>
                    <a:pt x="26" y="116"/>
                    <a:pt x="26" y="116"/>
                    <a:pt x="26" y="116"/>
                  </a:cubicBezTo>
                  <a:cubicBezTo>
                    <a:pt x="27" y="100"/>
                    <a:pt x="27" y="72"/>
                    <a:pt x="26" y="61"/>
                  </a:cubicBezTo>
                  <a:cubicBezTo>
                    <a:pt x="27" y="61"/>
                    <a:pt x="27" y="61"/>
                    <a:pt x="28" y="61"/>
                  </a:cubicBezTo>
                  <a:cubicBezTo>
                    <a:pt x="30" y="116"/>
                    <a:pt x="30" y="116"/>
                    <a:pt x="30" y="116"/>
                  </a:cubicBezTo>
                  <a:cubicBezTo>
                    <a:pt x="45" y="116"/>
                    <a:pt x="45" y="116"/>
                    <a:pt x="45" y="116"/>
                  </a:cubicBezTo>
                  <a:cubicBezTo>
                    <a:pt x="46" y="100"/>
                    <a:pt x="45" y="72"/>
                    <a:pt x="45" y="61"/>
                  </a:cubicBezTo>
                  <a:cubicBezTo>
                    <a:pt x="46" y="61"/>
                    <a:pt x="46" y="61"/>
                    <a:pt x="46" y="61"/>
                  </a:cubicBezTo>
                  <a:cubicBezTo>
                    <a:pt x="46" y="61"/>
                    <a:pt x="47" y="61"/>
                    <a:pt x="47" y="61"/>
                  </a:cubicBezTo>
                  <a:cubicBezTo>
                    <a:pt x="47" y="61"/>
                    <a:pt x="47" y="61"/>
                    <a:pt x="47" y="61"/>
                  </a:cubicBezTo>
                  <a:cubicBezTo>
                    <a:pt x="49" y="61"/>
                    <a:pt x="52" y="61"/>
                    <a:pt x="54" y="61"/>
                  </a:cubicBezTo>
                  <a:cubicBezTo>
                    <a:pt x="50" y="8"/>
                    <a:pt x="50" y="8"/>
                    <a:pt x="50" y="8"/>
                  </a:cubicBezTo>
                  <a:cubicBezTo>
                    <a:pt x="50" y="4"/>
                    <a:pt x="47" y="1"/>
                    <a:pt x="43" y="1"/>
                  </a:cubicBezTo>
                  <a:cubicBezTo>
                    <a:pt x="43" y="1"/>
                    <a:pt x="38" y="1"/>
                    <a:pt x="37" y="0"/>
                  </a:cubicBezTo>
                  <a:cubicBezTo>
                    <a:pt x="37" y="1"/>
                    <a:pt x="37" y="1"/>
                    <a:pt x="37" y="1"/>
                  </a:cubicBezTo>
                  <a:cubicBezTo>
                    <a:pt x="41" y="5"/>
                    <a:pt x="41" y="5"/>
                    <a:pt x="41" y="5"/>
                  </a:cubicBezTo>
                  <a:cubicBezTo>
                    <a:pt x="36" y="8"/>
                    <a:pt x="36" y="8"/>
                    <a:pt x="36" y="8"/>
                  </a:cubicBezTo>
                  <a:cubicBezTo>
                    <a:pt x="38" y="12"/>
                    <a:pt x="38" y="12"/>
                    <a:pt x="38" y="12"/>
                  </a:cubicBezTo>
                  <a:cubicBezTo>
                    <a:pt x="31" y="28"/>
                    <a:pt x="31" y="28"/>
                    <a:pt x="31" y="28"/>
                  </a:cubicBezTo>
                  <a:cubicBezTo>
                    <a:pt x="30" y="6"/>
                    <a:pt x="30" y="6"/>
                    <a:pt x="30" y="6"/>
                  </a:cubicBezTo>
                  <a:cubicBezTo>
                    <a:pt x="31" y="5"/>
                    <a:pt x="31" y="5"/>
                    <a:pt x="31" y="5"/>
                  </a:cubicBezTo>
                  <a:cubicBezTo>
                    <a:pt x="30" y="0"/>
                    <a:pt x="30" y="0"/>
                    <a:pt x="30" y="0"/>
                  </a:cubicBezTo>
                  <a:cubicBezTo>
                    <a:pt x="25" y="0"/>
                    <a:pt x="25" y="0"/>
                    <a:pt x="25" y="0"/>
                  </a:cubicBezTo>
                  <a:cubicBezTo>
                    <a:pt x="23" y="5"/>
                    <a:pt x="23" y="5"/>
                    <a:pt x="23" y="5"/>
                  </a:cubicBezTo>
                  <a:cubicBezTo>
                    <a:pt x="24" y="6"/>
                    <a:pt x="24" y="6"/>
                    <a:pt x="24" y="6"/>
                  </a:cubicBezTo>
                  <a:cubicBezTo>
                    <a:pt x="23" y="29"/>
                    <a:pt x="23" y="29"/>
                    <a:pt x="23" y="29"/>
                  </a:cubicBezTo>
                  <a:cubicBezTo>
                    <a:pt x="16" y="12"/>
                    <a:pt x="16" y="12"/>
                    <a:pt x="16" y="12"/>
                  </a:cubicBezTo>
                  <a:cubicBezTo>
                    <a:pt x="18" y="8"/>
                    <a:pt x="18" y="8"/>
                    <a:pt x="18" y="8"/>
                  </a:cubicBezTo>
                  <a:cubicBezTo>
                    <a:pt x="13" y="5"/>
                    <a:pt x="13" y="5"/>
                    <a:pt x="13" y="5"/>
                  </a:cubicBezTo>
                  <a:cubicBezTo>
                    <a:pt x="17" y="1"/>
                    <a:pt x="17" y="1"/>
                    <a:pt x="17" y="1"/>
                  </a:cubicBezTo>
                  <a:cubicBezTo>
                    <a:pt x="17" y="0"/>
                    <a:pt x="17" y="0"/>
                    <a:pt x="17" y="0"/>
                  </a:cubicBezTo>
                  <a:cubicBezTo>
                    <a:pt x="16" y="1"/>
                    <a:pt x="11" y="1"/>
                    <a:pt x="11" y="1"/>
                  </a:cubicBezTo>
                  <a:cubicBezTo>
                    <a:pt x="8" y="1"/>
                    <a:pt x="5" y="4"/>
                    <a:pt x="4" y="8"/>
                  </a:cubicBezTo>
                  <a:cubicBezTo>
                    <a:pt x="0" y="61"/>
                    <a:pt x="0" y="61"/>
                    <a:pt x="0" y="61"/>
                  </a:cubicBezTo>
                  <a:cubicBezTo>
                    <a:pt x="3" y="61"/>
                    <a:pt x="5" y="61"/>
                    <a:pt x="7" y="61"/>
                  </a:cubicBezTo>
                  <a:cubicBezTo>
                    <a:pt x="7" y="61"/>
                    <a:pt x="7" y="61"/>
                    <a:pt x="7" y="61"/>
                  </a:cubicBezTo>
                  <a:close/>
                </a:path>
              </a:pathLst>
            </a:custGeom>
            <a:grpFill/>
            <a:ln>
              <a:noFill/>
            </a:ln>
            <a:effectLst/>
            <a:extLst>
              <a:ext uri="{91240B29-F687-4F45-9708-019B960494DF}">
                <a14:hiddenLine xmlns:a14="http://schemas.microsoft.com/office/drawing/2010/main" w="9525">
                  <a:solidFill>
                    <a:srgbClr val="000000"/>
                  </a:solidFill>
                  <a:round/>
                </a14:hiddenLine>
              </a:ext>
            </a:extLst>
          </p:spPr>
          <p:txBody>
            <a:bodyPr vert="horz" wrap="square" lIns="78618" tIns="39309" rIns="78618" bIns="39309"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160" b="0" i="0" u="none" strike="noStrike" kern="1200" cap="none" spc="0" normalizeH="0" baseline="0" noProof="0" dirty="0">
                <a:ln>
                  <a:noFill/>
                </a:ln>
                <a:solidFill>
                  <a:srgbClr val="5F5F5F"/>
                </a:solidFill>
                <a:effectLst/>
                <a:uLnTx/>
                <a:uFillTx/>
                <a:latin typeface="微软雅黑" pitchFamily="34" charset="-122"/>
                <a:ea typeface="微软雅黑" pitchFamily="34" charset="-122"/>
                <a:cs typeface="思源黑体 CN Regular" panose="020B0500000000000000" charset="-122"/>
              </a:endParaRPr>
            </a:p>
          </p:txBody>
        </p:sp>
      </p:grpSp>
      <p:sp>
        <p:nvSpPr>
          <p:cNvPr id="26" name="觅知网-不倒翁ID:189359941"/>
          <p:cNvSpPr>
            <a:spLocks noChangeAspect="1"/>
          </p:cNvSpPr>
          <p:nvPr>
            <p:custDataLst>
              <p:tags r:id="rId9"/>
            </p:custDataLst>
          </p:nvPr>
        </p:nvSpPr>
        <p:spPr bwMode="auto">
          <a:xfrm>
            <a:off x="9087719" y="3714028"/>
            <a:ext cx="303800" cy="303800"/>
          </a:xfrm>
          <a:custGeom>
            <a:avLst/>
            <a:gdLst>
              <a:gd name="T0" fmla="*/ 199 w 439"/>
              <a:gd name="T1" fmla="*/ 199 h 439"/>
              <a:gd name="T2" fmla="*/ 0 w 439"/>
              <a:gd name="T3" fmla="*/ 199 h 439"/>
              <a:gd name="T4" fmla="*/ 199 w 439"/>
              <a:gd name="T5" fmla="*/ 0 h 439"/>
              <a:gd name="T6" fmla="*/ 199 w 439"/>
              <a:gd name="T7" fmla="*/ 199 h 439"/>
              <a:gd name="T8" fmla="*/ 239 w 439"/>
              <a:gd name="T9" fmla="*/ 0 h 439"/>
              <a:gd name="T10" fmla="*/ 239 w 439"/>
              <a:gd name="T11" fmla="*/ 219 h 439"/>
              <a:gd name="T12" fmla="*/ 219 w 439"/>
              <a:gd name="T13" fmla="*/ 239 h 439"/>
              <a:gd name="T14" fmla="*/ 0 w 439"/>
              <a:gd name="T15" fmla="*/ 239 h 439"/>
              <a:gd name="T16" fmla="*/ 219 w 439"/>
              <a:gd name="T17" fmla="*/ 439 h 439"/>
              <a:gd name="T18" fmla="*/ 439 w 439"/>
              <a:gd name="T19" fmla="*/ 219 h 439"/>
              <a:gd name="T20" fmla="*/ 239 w 439"/>
              <a:gd name="T21" fmla="*/ 0 h 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9" h="439">
                <a:moveTo>
                  <a:pt x="199" y="199"/>
                </a:moveTo>
                <a:lnTo>
                  <a:pt x="0" y="199"/>
                </a:lnTo>
                <a:cubicBezTo>
                  <a:pt x="10" y="93"/>
                  <a:pt x="93" y="10"/>
                  <a:pt x="199" y="0"/>
                </a:cubicBezTo>
                <a:lnTo>
                  <a:pt x="199" y="199"/>
                </a:lnTo>
                <a:close/>
                <a:moveTo>
                  <a:pt x="239" y="0"/>
                </a:moveTo>
                <a:lnTo>
                  <a:pt x="239" y="219"/>
                </a:lnTo>
                <a:cubicBezTo>
                  <a:pt x="239" y="230"/>
                  <a:pt x="230" y="239"/>
                  <a:pt x="219" y="239"/>
                </a:cubicBezTo>
                <a:lnTo>
                  <a:pt x="0" y="239"/>
                </a:lnTo>
                <a:cubicBezTo>
                  <a:pt x="10" y="351"/>
                  <a:pt x="104" y="439"/>
                  <a:pt x="219" y="439"/>
                </a:cubicBezTo>
                <a:cubicBezTo>
                  <a:pt x="340" y="439"/>
                  <a:pt x="439" y="340"/>
                  <a:pt x="439" y="219"/>
                </a:cubicBezTo>
                <a:cubicBezTo>
                  <a:pt x="439" y="104"/>
                  <a:pt x="351" y="10"/>
                  <a:pt x="239"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微软雅黑" pitchFamily="34" charset="-122"/>
              <a:ea typeface="微软雅黑" pitchFamily="34" charset="-122"/>
              <a:cs typeface="思源黑体 CN Regular" panose="020B0500000000000000" charset="-122"/>
            </a:endParaRPr>
          </a:p>
        </p:txBody>
      </p:sp>
      <p:pic>
        <p:nvPicPr>
          <p:cNvPr id="1026" name="Picture 2" descr="新能源汽车自动驾驶未来一片光明_搜狐汽车_搜狐网">
            <a:extLst>
              <a:ext uri="{FF2B5EF4-FFF2-40B4-BE49-F238E27FC236}">
                <a16:creationId xmlns:a16="http://schemas.microsoft.com/office/drawing/2014/main" id="{84AD1DC7-C7E6-0E52-591A-45FAEB4FAA6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5648" y="2028509"/>
            <a:ext cx="5149959" cy="30270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afterEffect">
                                  <p:stCondLst>
                                    <p:cond delay="250"/>
                                  </p:stCondLst>
                                  <p:childTnLst>
                                    <p:set>
                                      <p:cBhvr>
                                        <p:cTn id="6" dur="1" fill="hold">
                                          <p:stCondLst>
                                            <p:cond delay="0"/>
                                          </p:stCondLst>
                                        </p:cTn>
                                        <p:tgtEl>
                                          <p:spTgt spid="2"/>
                                        </p:tgtEl>
                                        <p:attrNameLst>
                                          <p:attrName>style.visibility</p:attrName>
                                        </p:attrNameLst>
                                      </p:cBhvr>
                                      <p:to>
                                        <p:strVal val="visible"/>
                                      </p:to>
                                    </p:set>
                                    <p:anim from="0" to="1" calcmode="lin" valueType="num">
                                      <p:cBhvr>
                                        <p:cTn id="7" dur="500" fill="hold">
                                          <p:stCondLst>
                                            <p:cond delay="0"/>
                                          </p:stCondLst>
                                        </p:cTn>
                                        <p:tgtEl>
                                          <p:spTgt spid="2"/>
                                        </p:tgtEl>
                                        <p:attrNameLst>
                                          <p:attrName>style.opacity</p:attrName>
                                        </p:attrNameLst>
                                      </p:cBhvr>
                                    </p:anim>
                                    <p:anim to="" calcmode="lin" valueType="num">
                                      <p:cBhvr>
                                        <p:cTn id="8" dur="500" fill="hold">
                                          <p:stCondLst>
                                            <p:cond delay="0"/>
                                          </p:stCondLst>
                                        </p:cTn>
                                        <p:tgtEl>
                                          <p:spTgt spid="2"/>
                                        </p:tgtEl>
                                        <p:attrNameLst>
                                          <p:attrName>ppt_x</p:attrName>
                                        </p:attrNameLst>
                                      </p:cBhvr>
                                      <p:tavLst>
                                        <p:tav tm="0" fmla="$">
                                          <p:val>
                                            <p:strVal val="#ppt_x+.05"/>
                                          </p:val>
                                        </p:tav>
                                        <p:tav tm="100000" fmla="$">
                                          <p:val>
                                            <p:strVal val="#ppt_x"/>
                                          </p:val>
                                        </p:tav>
                                      </p:tavLst>
                                    </p:anim>
                                  </p:childTnLst>
                                </p:cTn>
                              </p:par>
                              <p:par>
                                <p:cTn id="9" presetID="10" presetClass="entr" presetSubtype="0" decel="100000" fill="hold" grpId="0" nodeType="withEffect">
                                  <p:stCondLst>
                                    <p:cond delay="250"/>
                                  </p:stCondLst>
                                  <p:childTnLst>
                                    <p:set>
                                      <p:cBhvr>
                                        <p:cTn id="10" dur="1" fill="hold">
                                          <p:stCondLst>
                                            <p:cond delay="0"/>
                                          </p:stCondLst>
                                        </p:cTn>
                                        <p:tgtEl>
                                          <p:spTgt spid="3"/>
                                        </p:tgtEl>
                                        <p:attrNameLst>
                                          <p:attrName>style.visibility</p:attrName>
                                        </p:attrNameLst>
                                      </p:cBhvr>
                                      <p:to>
                                        <p:strVal val="visible"/>
                                      </p:to>
                                    </p:set>
                                    <p:anim from="0" to="1" calcmode="lin" valueType="num">
                                      <p:cBhvr>
                                        <p:cTn id="11" dur="500" fill="hold">
                                          <p:stCondLst>
                                            <p:cond delay="0"/>
                                          </p:stCondLst>
                                        </p:cTn>
                                        <p:tgtEl>
                                          <p:spTgt spid="3"/>
                                        </p:tgtEl>
                                        <p:attrNameLst>
                                          <p:attrName>style.opacity</p:attrName>
                                        </p:attrNameLst>
                                      </p:cBhvr>
                                    </p:anim>
                                    <p:anim to="" calcmode="lin" valueType="num">
                                      <p:cBhvr>
                                        <p:cTn id="12" dur="500" fill="hold">
                                          <p:stCondLst>
                                            <p:cond delay="0"/>
                                          </p:stCondLst>
                                        </p:cTn>
                                        <p:tgtEl>
                                          <p:spTgt spid="3"/>
                                        </p:tgtEl>
                                        <p:attrNameLst>
                                          <p:attrName>ppt_x</p:attrName>
                                        </p:attrNameLst>
                                      </p:cBhvr>
                                      <p:tavLst>
                                        <p:tav tm="0" fmla="$">
                                          <p:val>
                                            <p:strVal val="#ppt_x+.05"/>
                                          </p:val>
                                        </p:tav>
                                        <p:tav tm="100000" fmla="$">
                                          <p:val>
                                            <p:strVal val="#ppt_x"/>
                                          </p:val>
                                        </p:tav>
                                      </p:tavLst>
                                    </p:anim>
                                  </p:childTnLst>
                                </p:cTn>
                              </p:par>
                              <p:par>
                                <p:cTn id="13" presetID="10" presetClass="entr" presetSubtype="0" decel="100000" fill="hold" grpId="0" nodeType="withEffect">
                                  <p:stCondLst>
                                    <p:cond delay="250"/>
                                  </p:stCondLst>
                                  <p:childTnLst>
                                    <p:set>
                                      <p:cBhvr>
                                        <p:cTn id="14" dur="1" fill="hold">
                                          <p:stCondLst>
                                            <p:cond delay="0"/>
                                          </p:stCondLst>
                                        </p:cTn>
                                        <p:tgtEl>
                                          <p:spTgt spid="5"/>
                                        </p:tgtEl>
                                        <p:attrNameLst>
                                          <p:attrName>style.visibility</p:attrName>
                                        </p:attrNameLst>
                                      </p:cBhvr>
                                      <p:to>
                                        <p:strVal val="visible"/>
                                      </p:to>
                                    </p:set>
                                    <p:anim from="0" to="1" calcmode="lin" valueType="num">
                                      <p:cBhvr>
                                        <p:cTn id="15" dur="500" fill="hold">
                                          <p:stCondLst>
                                            <p:cond delay="0"/>
                                          </p:stCondLst>
                                        </p:cTn>
                                        <p:tgtEl>
                                          <p:spTgt spid="5"/>
                                        </p:tgtEl>
                                        <p:attrNameLst>
                                          <p:attrName>style.opacity</p:attrName>
                                        </p:attrNameLst>
                                      </p:cBhvr>
                                    </p:anim>
                                    <p:anim to="" calcmode="lin" valueType="num">
                                      <p:cBhvr>
                                        <p:cTn id="16" dur="500" fill="hold">
                                          <p:stCondLst>
                                            <p:cond delay="0"/>
                                          </p:stCondLst>
                                        </p:cTn>
                                        <p:tgtEl>
                                          <p:spTgt spid="5"/>
                                        </p:tgtEl>
                                        <p:attrNameLst>
                                          <p:attrName>ppt_x</p:attrName>
                                        </p:attrNameLst>
                                      </p:cBhvr>
                                      <p:tavLst>
                                        <p:tav tm="0" fmla="$">
                                          <p:val>
                                            <p:strVal val="#ppt_x+.05"/>
                                          </p:val>
                                        </p:tav>
                                        <p:tav tm="100000" fmla="$">
                                          <p:val>
                                            <p:strVal val="#ppt_x"/>
                                          </p:val>
                                        </p:tav>
                                      </p:tavLst>
                                    </p:anim>
                                  </p:childTnLst>
                                </p:cTn>
                              </p:par>
                              <p:par>
                                <p:cTn id="17" presetID="10" presetClass="entr" presetSubtype="0" decel="100000" fill="hold" nodeType="withEffect">
                                  <p:stCondLst>
                                    <p:cond delay="250"/>
                                  </p:stCondLst>
                                  <p:childTnLst>
                                    <p:set>
                                      <p:cBhvr>
                                        <p:cTn id="18" dur="1" fill="hold">
                                          <p:stCondLst>
                                            <p:cond delay="0"/>
                                          </p:stCondLst>
                                        </p:cTn>
                                        <p:tgtEl>
                                          <p:spTgt spid="6"/>
                                        </p:tgtEl>
                                        <p:attrNameLst>
                                          <p:attrName>style.visibility</p:attrName>
                                        </p:attrNameLst>
                                      </p:cBhvr>
                                      <p:to>
                                        <p:strVal val="visible"/>
                                      </p:to>
                                    </p:set>
                                    <p:anim from="0" to="1" calcmode="lin" valueType="num">
                                      <p:cBhvr>
                                        <p:cTn id="19" dur="500" fill="hold">
                                          <p:stCondLst>
                                            <p:cond delay="0"/>
                                          </p:stCondLst>
                                        </p:cTn>
                                        <p:tgtEl>
                                          <p:spTgt spid="6"/>
                                        </p:tgtEl>
                                        <p:attrNameLst>
                                          <p:attrName>style.opacity</p:attrName>
                                        </p:attrNameLst>
                                      </p:cBhvr>
                                    </p:anim>
                                    <p:anim to="" calcmode="lin" valueType="num">
                                      <p:cBhvr>
                                        <p:cTn id="20" dur="500" fill="hold">
                                          <p:stCondLst>
                                            <p:cond delay="0"/>
                                          </p:stCondLst>
                                        </p:cTn>
                                        <p:tgtEl>
                                          <p:spTgt spid="6"/>
                                        </p:tgtEl>
                                        <p:attrNameLst>
                                          <p:attrName>ppt_x</p:attrName>
                                        </p:attrNameLst>
                                      </p:cBhvr>
                                      <p:tavLst>
                                        <p:tav tm="0" fmla="$">
                                          <p:val>
                                            <p:strVal val="#ppt_x+.05"/>
                                          </p:val>
                                        </p:tav>
                                        <p:tav tm="100000" fmla="$">
                                          <p:val>
                                            <p:strVal val="#ppt_x"/>
                                          </p:val>
                                        </p:tav>
                                      </p:tavLst>
                                    </p:anim>
                                  </p:childTnLst>
                                </p:cTn>
                              </p:par>
                              <p:par>
                                <p:cTn id="21" presetID="10" presetClass="entr" presetSubtype="0" decel="100000" fill="hold" grpId="0" nodeType="withEffect">
                                  <p:stCondLst>
                                    <p:cond delay="250"/>
                                  </p:stCondLst>
                                  <p:childTnLst>
                                    <p:set>
                                      <p:cBhvr>
                                        <p:cTn id="22" dur="1" fill="hold">
                                          <p:stCondLst>
                                            <p:cond delay="0"/>
                                          </p:stCondLst>
                                        </p:cTn>
                                        <p:tgtEl>
                                          <p:spTgt spid="9"/>
                                        </p:tgtEl>
                                        <p:attrNameLst>
                                          <p:attrName>style.visibility</p:attrName>
                                        </p:attrNameLst>
                                      </p:cBhvr>
                                      <p:to>
                                        <p:strVal val="visible"/>
                                      </p:to>
                                    </p:set>
                                    <p:anim from="0" to="1" calcmode="lin" valueType="num">
                                      <p:cBhvr>
                                        <p:cTn id="23" dur="500" fill="hold">
                                          <p:stCondLst>
                                            <p:cond delay="0"/>
                                          </p:stCondLst>
                                        </p:cTn>
                                        <p:tgtEl>
                                          <p:spTgt spid="9"/>
                                        </p:tgtEl>
                                        <p:attrNameLst>
                                          <p:attrName>style.opacity</p:attrName>
                                        </p:attrNameLst>
                                      </p:cBhvr>
                                    </p:anim>
                                    <p:anim to="" calcmode="lin" valueType="num">
                                      <p:cBhvr>
                                        <p:cTn id="24" dur="500" fill="hold">
                                          <p:stCondLst>
                                            <p:cond delay="0"/>
                                          </p:stCondLst>
                                        </p:cTn>
                                        <p:tgtEl>
                                          <p:spTgt spid="9"/>
                                        </p:tgtEl>
                                        <p:attrNameLst>
                                          <p:attrName>ppt_x</p:attrName>
                                        </p:attrNameLst>
                                      </p:cBhvr>
                                      <p:tavLst>
                                        <p:tav tm="0" fmla="$">
                                          <p:val>
                                            <p:strVal val="#ppt_x+.05"/>
                                          </p:val>
                                        </p:tav>
                                        <p:tav tm="100000" fmla="$">
                                          <p:val>
                                            <p:strVal val="#ppt_x"/>
                                          </p:val>
                                        </p:tav>
                                      </p:tavLst>
                                    </p:anim>
                                  </p:childTnLst>
                                </p:cTn>
                              </p:par>
                              <p:par>
                                <p:cTn id="25" presetID="10" presetClass="entr" presetSubtype="0" decel="100000" fill="hold" nodeType="withEffect">
                                  <p:stCondLst>
                                    <p:cond delay="250"/>
                                  </p:stCondLst>
                                  <p:childTnLst>
                                    <p:set>
                                      <p:cBhvr>
                                        <p:cTn id="26" dur="1" fill="hold">
                                          <p:stCondLst>
                                            <p:cond delay="0"/>
                                          </p:stCondLst>
                                        </p:cTn>
                                        <p:tgtEl>
                                          <p:spTgt spid="10"/>
                                        </p:tgtEl>
                                        <p:attrNameLst>
                                          <p:attrName>style.visibility</p:attrName>
                                        </p:attrNameLst>
                                      </p:cBhvr>
                                      <p:to>
                                        <p:strVal val="visible"/>
                                      </p:to>
                                    </p:set>
                                    <p:anim from="0" to="1" calcmode="lin" valueType="num">
                                      <p:cBhvr>
                                        <p:cTn id="27" dur="500" fill="hold">
                                          <p:stCondLst>
                                            <p:cond delay="0"/>
                                          </p:stCondLst>
                                        </p:cTn>
                                        <p:tgtEl>
                                          <p:spTgt spid="10"/>
                                        </p:tgtEl>
                                        <p:attrNameLst>
                                          <p:attrName>style.opacity</p:attrName>
                                        </p:attrNameLst>
                                      </p:cBhvr>
                                    </p:anim>
                                    <p:anim to="" calcmode="lin" valueType="num">
                                      <p:cBhvr>
                                        <p:cTn id="28" dur="500" fill="hold">
                                          <p:stCondLst>
                                            <p:cond delay="0"/>
                                          </p:stCondLst>
                                        </p:cTn>
                                        <p:tgtEl>
                                          <p:spTgt spid="10"/>
                                        </p:tgtEl>
                                        <p:attrNameLst>
                                          <p:attrName>ppt_x</p:attrName>
                                        </p:attrNameLst>
                                      </p:cBhvr>
                                      <p:tavLst>
                                        <p:tav tm="0" fmla="$">
                                          <p:val>
                                            <p:strVal val="#ppt_x+.05"/>
                                          </p:val>
                                        </p:tav>
                                        <p:tav tm="100000" fmla="$">
                                          <p:val>
                                            <p:strVal val="#ppt_x"/>
                                          </p:val>
                                        </p:tav>
                                      </p:tavLst>
                                    </p:anim>
                                  </p:childTnLst>
                                </p:cTn>
                              </p:par>
                              <p:par>
                                <p:cTn id="29" presetID="10" presetClass="entr" presetSubtype="0" decel="100000" fill="hold" nodeType="withEffect">
                                  <p:stCondLst>
                                    <p:cond delay="250"/>
                                  </p:stCondLst>
                                  <p:childTnLst>
                                    <p:set>
                                      <p:cBhvr>
                                        <p:cTn id="30" dur="1" fill="hold">
                                          <p:stCondLst>
                                            <p:cond delay="0"/>
                                          </p:stCondLst>
                                        </p:cTn>
                                        <p:tgtEl>
                                          <p:spTgt spid="13"/>
                                        </p:tgtEl>
                                        <p:attrNameLst>
                                          <p:attrName>style.visibility</p:attrName>
                                        </p:attrNameLst>
                                      </p:cBhvr>
                                      <p:to>
                                        <p:strVal val="visible"/>
                                      </p:to>
                                    </p:set>
                                    <p:anim from="0" to="1" calcmode="lin" valueType="num">
                                      <p:cBhvr>
                                        <p:cTn id="31" dur="500" fill="hold">
                                          <p:stCondLst>
                                            <p:cond delay="0"/>
                                          </p:stCondLst>
                                        </p:cTn>
                                        <p:tgtEl>
                                          <p:spTgt spid="13"/>
                                        </p:tgtEl>
                                        <p:attrNameLst>
                                          <p:attrName>style.opacity</p:attrName>
                                        </p:attrNameLst>
                                      </p:cBhvr>
                                    </p:anim>
                                    <p:anim to="" calcmode="lin" valueType="num">
                                      <p:cBhvr>
                                        <p:cTn id="32" dur="500" fill="hold">
                                          <p:stCondLst>
                                            <p:cond delay="0"/>
                                          </p:stCondLst>
                                        </p:cTn>
                                        <p:tgtEl>
                                          <p:spTgt spid="13"/>
                                        </p:tgtEl>
                                        <p:attrNameLst>
                                          <p:attrName>ppt_x</p:attrName>
                                        </p:attrNameLst>
                                      </p:cBhvr>
                                      <p:tavLst>
                                        <p:tav tm="0" fmla="$">
                                          <p:val>
                                            <p:strVal val="#ppt_x+.05"/>
                                          </p:val>
                                        </p:tav>
                                        <p:tav tm="100000" fmla="$">
                                          <p:val>
                                            <p:strVal val="#ppt_x"/>
                                          </p:val>
                                        </p:tav>
                                      </p:tavLst>
                                    </p:anim>
                                  </p:childTnLst>
                                </p:cTn>
                              </p:par>
                              <p:par>
                                <p:cTn id="33" presetID="10" presetClass="entr" presetSubtype="0" decel="100000" fill="hold" grpId="0" nodeType="withEffect">
                                  <p:stCondLst>
                                    <p:cond delay="250"/>
                                  </p:stCondLst>
                                  <p:childTnLst>
                                    <p:set>
                                      <p:cBhvr>
                                        <p:cTn id="34" dur="1" fill="hold">
                                          <p:stCondLst>
                                            <p:cond delay="0"/>
                                          </p:stCondLst>
                                        </p:cTn>
                                        <p:tgtEl>
                                          <p:spTgt spid="26"/>
                                        </p:tgtEl>
                                        <p:attrNameLst>
                                          <p:attrName>style.visibility</p:attrName>
                                        </p:attrNameLst>
                                      </p:cBhvr>
                                      <p:to>
                                        <p:strVal val="visible"/>
                                      </p:to>
                                    </p:set>
                                    <p:anim from="0" to="1" calcmode="lin" valueType="num">
                                      <p:cBhvr>
                                        <p:cTn id="35" dur="500" fill="hold">
                                          <p:stCondLst>
                                            <p:cond delay="0"/>
                                          </p:stCondLst>
                                        </p:cTn>
                                        <p:tgtEl>
                                          <p:spTgt spid="26"/>
                                        </p:tgtEl>
                                        <p:attrNameLst>
                                          <p:attrName>style.opacity</p:attrName>
                                        </p:attrNameLst>
                                      </p:cBhvr>
                                    </p:anim>
                                    <p:anim to="" calcmode="lin" valueType="num">
                                      <p:cBhvr>
                                        <p:cTn id="36" dur="500" fill="hold">
                                          <p:stCondLst>
                                            <p:cond delay="0"/>
                                          </p:stCondLst>
                                        </p:cTn>
                                        <p:tgtEl>
                                          <p:spTgt spid="26"/>
                                        </p:tgtEl>
                                        <p:attrNameLst>
                                          <p:attrName>ppt_x</p:attrName>
                                        </p:attrNameLst>
                                      </p:cBhvr>
                                      <p:tavLst>
                                        <p:tav tm="0" fmla="$">
                                          <p:val>
                                            <p:strVal val="#ppt_x+.05"/>
                                          </p:val>
                                        </p:tav>
                                        <p:tav tm="100000" fmla="$">
                                          <p:val>
                                            <p:strVal val="#ppt_x"/>
                                          </p:val>
                                        </p:tav>
                                      </p:tavLst>
                                    </p:anim>
                                  </p:childTnLst>
                                </p:cTn>
                              </p:par>
                              <p:par>
                                <p:cTn id="37" presetID="10" presetClass="entr" presetSubtype="0" decel="100000" fill="hold" grpId="0" nodeType="withEffect">
                                  <p:stCondLst>
                                    <p:cond delay="0"/>
                                  </p:stCondLst>
                                  <p:iterate type="lt">
                                    <p:tmPct val="10000"/>
                                  </p:iterate>
                                  <p:childTnLst>
                                    <p:set>
                                      <p:cBhvr>
                                        <p:cTn id="38" dur="1" fill="hold">
                                          <p:stCondLst>
                                            <p:cond delay="0"/>
                                          </p:stCondLst>
                                        </p:cTn>
                                        <p:tgtEl>
                                          <p:spTgt spid="18"/>
                                        </p:tgtEl>
                                        <p:attrNameLst>
                                          <p:attrName>style.visibility</p:attrName>
                                        </p:attrNameLst>
                                      </p:cBhvr>
                                      <p:to>
                                        <p:strVal val="visible"/>
                                      </p:to>
                                    </p:set>
                                    <p:anim from="0" to="1" calcmode="lin" valueType="num">
                                      <p:cBhvr>
                                        <p:cTn id="39" dur="500" fill="hold">
                                          <p:stCondLst>
                                            <p:cond delay="0"/>
                                          </p:stCondLst>
                                        </p:cTn>
                                        <p:tgtEl>
                                          <p:spTgt spid="18"/>
                                        </p:tgtEl>
                                        <p:attrNameLst>
                                          <p:attrName>style.opacity</p:attrName>
                                        </p:attrNameLst>
                                      </p:cBhvr>
                                    </p:anim>
                                    <p:anim to="" calcmode="lin" valueType="num">
                                      <p:cBhvr>
                                        <p:cTn id="40" dur="500" fill="hold">
                                          <p:stCondLst>
                                            <p:cond delay="0"/>
                                          </p:stCondLst>
                                        </p:cTn>
                                        <p:tgtEl>
                                          <p:spTgt spid="18"/>
                                        </p:tgtEl>
                                        <p:attrNameLst>
                                          <p:attrName>ppt_y</p:attrName>
                                        </p:attrNameLst>
                                      </p:cBhvr>
                                      <p:tavLst>
                                        <p:tav tm="0" fmla="$">
                                          <p:val>
                                            <p:strVal val="#ppt_y+.05"/>
                                          </p:val>
                                        </p:tav>
                                        <p:tav tm="100000" fmla="$">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 grpId="0"/>
      <p:bldP spid="3" grpId="0"/>
      <p:bldP spid="5" grpId="0" animBg="1"/>
      <p:bldP spid="9" grpId="0" animBg="1"/>
      <p:bldP spid="2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觅知网-不倒翁ID:189359941"/>
          <p:cNvSpPr txBox="1"/>
          <p:nvPr>
            <p:custDataLst>
              <p:tags r:id="rId1"/>
            </p:custDataLst>
          </p:nvPr>
        </p:nvSpPr>
        <p:spPr>
          <a:xfrm>
            <a:off x="557987" y="554591"/>
            <a:ext cx="4600135" cy="584775"/>
          </a:xfrm>
          <a:prstGeom prst="rect">
            <a:avLst/>
          </a:prstGeom>
          <a:noFill/>
        </p:spPr>
        <p:txBody>
          <a:bodyPr wrap="square" rtlCol="0">
            <a:spAutoFit/>
          </a:bodyPr>
          <a:lstStyle/>
          <a:p>
            <a:r>
              <a:rPr lang="zh-CN" altLang="en-US" sz="3200" dirty="0">
                <a:solidFill>
                  <a:schemeClr val="accent1"/>
                </a:solidFill>
                <a:latin typeface="+mj-ea"/>
                <a:ea typeface="+mj-ea"/>
                <a:cs typeface="思源黑体 CN Regular" panose="020B0500000000000000" charset="-122"/>
              </a:rPr>
              <a:t>研究现状</a:t>
            </a:r>
          </a:p>
        </p:txBody>
      </p:sp>
      <p:sp>
        <p:nvSpPr>
          <p:cNvPr id="19" name="觅知网-不倒翁ID:189359941"/>
          <p:cNvSpPr/>
          <p:nvPr/>
        </p:nvSpPr>
        <p:spPr>
          <a:xfrm>
            <a:off x="672917" y="1144775"/>
            <a:ext cx="1754511" cy="119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itchFamily="34" charset="-122"/>
              <a:ea typeface="微软雅黑" pitchFamily="34" charset="-122"/>
              <a:cs typeface="思源黑体 CN Regular" panose="020B0500000000000000" charset="-122"/>
            </a:endParaRPr>
          </a:p>
        </p:txBody>
      </p:sp>
      <p:cxnSp>
        <p:nvCxnSpPr>
          <p:cNvPr id="20" name="觅知网-不倒翁ID:189359941"/>
          <p:cNvCxnSpPr/>
          <p:nvPr/>
        </p:nvCxnSpPr>
        <p:spPr>
          <a:xfrm>
            <a:off x="2427425" y="1201832"/>
            <a:ext cx="9058800"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觅知网-不倒翁ID:189359941"/>
          <p:cNvSpPr>
            <a:spLocks noChangeAspect="1"/>
          </p:cNvSpPr>
          <p:nvPr/>
        </p:nvSpPr>
        <p:spPr bwMode="auto">
          <a:xfrm>
            <a:off x="9920304" y="692655"/>
            <a:ext cx="404625" cy="255675"/>
          </a:xfrm>
          <a:custGeom>
            <a:avLst/>
            <a:gdLst>
              <a:gd name="connsiteX0" fmla="*/ 104550 w 604718"/>
              <a:gd name="connsiteY0" fmla="*/ 208330 h 382112"/>
              <a:gd name="connsiteX1" fmla="*/ 156180 w 604718"/>
              <a:gd name="connsiteY1" fmla="*/ 208330 h 382112"/>
              <a:gd name="connsiteX2" fmla="*/ 261642 w 604718"/>
              <a:gd name="connsiteY2" fmla="*/ 248878 h 382112"/>
              <a:gd name="connsiteX3" fmla="*/ 298947 w 604718"/>
              <a:gd name="connsiteY3" fmla="*/ 255007 h 382112"/>
              <a:gd name="connsiteX4" fmla="*/ 340187 w 604718"/>
              <a:gd name="connsiteY4" fmla="*/ 247621 h 382112"/>
              <a:gd name="connsiteX5" fmla="*/ 433687 w 604718"/>
              <a:gd name="connsiteY5" fmla="*/ 208330 h 382112"/>
              <a:gd name="connsiteX6" fmla="*/ 490825 w 604718"/>
              <a:gd name="connsiteY6" fmla="*/ 208330 h 382112"/>
              <a:gd name="connsiteX7" fmla="*/ 490825 w 604718"/>
              <a:gd name="connsiteY7" fmla="*/ 271509 h 382112"/>
              <a:gd name="connsiteX8" fmla="*/ 458400 w 604718"/>
              <a:gd name="connsiteY8" fmla="*/ 320701 h 382112"/>
              <a:gd name="connsiteX9" fmla="*/ 329326 w 604718"/>
              <a:gd name="connsiteY9" fmla="*/ 376337 h 382112"/>
              <a:gd name="connsiteX10" fmla="*/ 264632 w 604718"/>
              <a:gd name="connsiteY10" fmla="*/ 376337 h 382112"/>
              <a:gd name="connsiteX11" fmla="*/ 136819 w 604718"/>
              <a:gd name="connsiteY11" fmla="*/ 320701 h 382112"/>
              <a:gd name="connsiteX12" fmla="*/ 104550 w 604718"/>
              <a:gd name="connsiteY12" fmla="*/ 271509 h 382112"/>
              <a:gd name="connsiteX13" fmla="*/ 300973 w 604718"/>
              <a:gd name="connsiteY13" fmla="*/ 5 h 382112"/>
              <a:gd name="connsiteX14" fmla="*/ 334162 w 604718"/>
              <a:gd name="connsiteY14" fmla="*/ 4701 h 382112"/>
              <a:gd name="connsiteX15" fmla="*/ 581267 w 604718"/>
              <a:gd name="connsiteY15" fmla="*/ 92552 h 382112"/>
              <a:gd name="connsiteX16" fmla="*/ 588822 w 604718"/>
              <a:gd name="connsiteY16" fmla="*/ 114398 h 382112"/>
              <a:gd name="connsiteX17" fmla="*/ 589136 w 604718"/>
              <a:gd name="connsiteY17" fmla="*/ 114398 h 382112"/>
              <a:gd name="connsiteX18" fmla="*/ 589136 w 604718"/>
              <a:gd name="connsiteY18" fmla="*/ 270771 h 382112"/>
              <a:gd name="connsiteX19" fmla="*/ 604718 w 604718"/>
              <a:gd name="connsiteY19" fmla="*/ 321376 h 382112"/>
              <a:gd name="connsiteX20" fmla="*/ 561278 w 604718"/>
              <a:gd name="connsiteY20" fmla="*/ 321376 h 382112"/>
              <a:gd name="connsiteX21" fmla="*/ 576388 w 604718"/>
              <a:gd name="connsiteY21" fmla="*/ 271242 h 382112"/>
              <a:gd name="connsiteX22" fmla="*/ 576388 w 604718"/>
              <a:gd name="connsiteY22" fmla="*/ 120370 h 382112"/>
              <a:gd name="connsiteX23" fmla="*/ 333376 w 604718"/>
              <a:gd name="connsiteY23" fmla="*/ 222680 h 382112"/>
              <a:gd name="connsiteX24" fmla="*/ 268058 w 604718"/>
              <a:gd name="connsiteY24" fmla="*/ 223780 h 382112"/>
              <a:gd name="connsiteX25" fmla="*/ 13556 w 604718"/>
              <a:gd name="connsiteY25" fmla="*/ 125870 h 382112"/>
              <a:gd name="connsiteX26" fmla="*/ 13714 w 604718"/>
              <a:gd name="connsiteY26" fmla="*/ 100882 h 382112"/>
              <a:gd name="connsiteX27" fmla="*/ 267901 w 604718"/>
              <a:gd name="connsiteY27" fmla="*/ 5329 h 382112"/>
              <a:gd name="connsiteX28" fmla="*/ 300973 w 604718"/>
              <a:gd name="connsiteY28" fmla="*/ 5 h 38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4718" h="382112">
                <a:moveTo>
                  <a:pt x="104550" y="208330"/>
                </a:moveTo>
                <a:lnTo>
                  <a:pt x="156180" y="208330"/>
                </a:lnTo>
                <a:lnTo>
                  <a:pt x="261642" y="248878"/>
                </a:lnTo>
                <a:cubicBezTo>
                  <a:pt x="274864" y="253907"/>
                  <a:pt x="289188" y="255007"/>
                  <a:pt x="298947" y="255007"/>
                </a:cubicBezTo>
                <a:cubicBezTo>
                  <a:pt x="314373" y="255007"/>
                  <a:pt x="329012" y="252493"/>
                  <a:pt x="340187" y="247621"/>
                </a:cubicBezTo>
                <a:lnTo>
                  <a:pt x="433687" y="208330"/>
                </a:lnTo>
                <a:lnTo>
                  <a:pt x="490825" y="208330"/>
                </a:lnTo>
                <a:lnTo>
                  <a:pt x="490825" y="271509"/>
                </a:lnTo>
                <a:cubicBezTo>
                  <a:pt x="490825" y="290998"/>
                  <a:pt x="476344" y="313000"/>
                  <a:pt x="458400" y="320701"/>
                </a:cubicBezTo>
                <a:lnTo>
                  <a:pt x="329326" y="376337"/>
                </a:lnTo>
                <a:cubicBezTo>
                  <a:pt x="311382" y="384038"/>
                  <a:pt x="282419" y="384038"/>
                  <a:pt x="264632" y="376337"/>
                </a:cubicBezTo>
                <a:lnTo>
                  <a:pt x="136819" y="320701"/>
                </a:lnTo>
                <a:cubicBezTo>
                  <a:pt x="119032" y="313000"/>
                  <a:pt x="104550" y="290998"/>
                  <a:pt x="104550" y="271509"/>
                </a:cubicBezTo>
                <a:close/>
                <a:moveTo>
                  <a:pt x="300973" y="5"/>
                </a:moveTo>
                <a:cubicBezTo>
                  <a:pt x="312954" y="-93"/>
                  <a:pt x="324955" y="1479"/>
                  <a:pt x="334162" y="4701"/>
                </a:cubicBezTo>
                <a:lnTo>
                  <a:pt x="581267" y="92552"/>
                </a:lnTo>
                <a:cubicBezTo>
                  <a:pt x="596849" y="98053"/>
                  <a:pt x="599210" y="107168"/>
                  <a:pt x="588822" y="114398"/>
                </a:cubicBezTo>
                <a:lnTo>
                  <a:pt x="589136" y="114398"/>
                </a:lnTo>
                <a:lnTo>
                  <a:pt x="589136" y="270771"/>
                </a:lnTo>
                <a:lnTo>
                  <a:pt x="604718" y="321376"/>
                </a:lnTo>
                <a:lnTo>
                  <a:pt x="561278" y="321376"/>
                </a:lnTo>
                <a:lnTo>
                  <a:pt x="576388" y="271242"/>
                </a:lnTo>
                <a:lnTo>
                  <a:pt x="576388" y="120370"/>
                </a:lnTo>
                <a:lnTo>
                  <a:pt x="333376" y="222680"/>
                </a:lnTo>
                <a:cubicBezTo>
                  <a:pt x="315433" y="230224"/>
                  <a:pt x="286158" y="230695"/>
                  <a:pt x="268058" y="223780"/>
                </a:cubicBezTo>
                <a:lnTo>
                  <a:pt x="13556" y="125870"/>
                </a:lnTo>
                <a:cubicBezTo>
                  <a:pt x="-4544" y="118798"/>
                  <a:pt x="-4544" y="107640"/>
                  <a:pt x="13714" y="100882"/>
                </a:cubicBezTo>
                <a:lnTo>
                  <a:pt x="267901" y="5329"/>
                </a:lnTo>
                <a:cubicBezTo>
                  <a:pt x="277030" y="1872"/>
                  <a:pt x="288991" y="104"/>
                  <a:pt x="300973" y="5"/>
                </a:cubicBezTo>
                <a:close/>
              </a:path>
            </a:pathLst>
          </a:custGeom>
          <a:solidFill>
            <a:schemeClr val="bg1"/>
          </a:solidFill>
          <a:ln>
            <a:noFill/>
          </a:ln>
        </p:spPr>
        <p:txBody>
          <a:bodyPr/>
          <a:lstStyle/>
          <a:p>
            <a:endParaRPr lang="zh-CN" altLang="en-US" dirty="0">
              <a:latin typeface="微软雅黑" pitchFamily="34" charset="-122"/>
              <a:ea typeface="微软雅黑" pitchFamily="34" charset="-122"/>
              <a:cs typeface="思源黑体 CN Regular" panose="020B0500000000000000" charset="-122"/>
            </a:endParaRPr>
          </a:p>
        </p:txBody>
      </p:sp>
      <p:grpSp>
        <p:nvGrpSpPr>
          <p:cNvPr id="2" name="觅知网-不倒翁ID:189359941"/>
          <p:cNvGrpSpPr/>
          <p:nvPr>
            <p:custDataLst>
              <p:tags r:id="rId2"/>
            </p:custDataLst>
          </p:nvPr>
        </p:nvGrpSpPr>
        <p:grpSpPr>
          <a:xfrm>
            <a:off x="5457549" y="1556792"/>
            <a:ext cx="5474363" cy="1313589"/>
            <a:chOff x="4726093" y="4808220"/>
            <a:chExt cx="5474363" cy="1313589"/>
          </a:xfrm>
        </p:grpSpPr>
        <p:cxnSp>
          <p:nvCxnSpPr>
            <p:cNvPr id="3" name="觅知网-不倒翁ID:189359941"/>
            <p:cNvCxnSpPr/>
            <p:nvPr/>
          </p:nvCxnSpPr>
          <p:spPr>
            <a:xfrm>
              <a:off x="5918109" y="5385612"/>
              <a:ext cx="3411311" cy="7778"/>
            </a:xfrm>
            <a:prstGeom prst="line">
              <a:avLst/>
            </a:prstGeom>
            <a:noFill/>
            <a:ln w="12700" cap="flat" cmpd="sng" algn="ctr">
              <a:solidFill>
                <a:sysClr val="window" lastClr="FFFFFF">
                  <a:lumMod val="50000"/>
                </a:sysClr>
              </a:solidFill>
              <a:prstDash val="solid"/>
              <a:headEnd type="none" w="med" len="med"/>
              <a:tailEnd type="oval" w="med" len="med"/>
            </a:ln>
            <a:effectLst/>
          </p:spPr>
        </p:cxnSp>
        <p:grpSp>
          <p:nvGrpSpPr>
            <p:cNvPr id="4" name="觅知网-不倒翁ID:189359941"/>
            <p:cNvGrpSpPr/>
            <p:nvPr/>
          </p:nvGrpSpPr>
          <p:grpSpPr>
            <a:xfrm>
              <a:off x="4726093" y="4808220"/>
              <a:ext cx="1328569" cy="1185333"/>
              <a:chOff x="3835847" y="1395243"/>
              <a:chExt cx="1462116" cy="1303538"/>
            </a:xfrm>
          </p:grpSpPr>
          <p:sp>
            <p:nvSpPr>
              <p:cNvPr id="7" name="觅知网-不倒翁ID:189359941"/>
              <p:cNvSpPr/>
              <p:nvPr>
                <p:custDataLst>
                  <p:tags r:id="rId20"/>
                </p:custDataLst>
              </p:nvPr>
            </p:nvSpPr>
            <p:spPr>
              <a:xfrm>
                <a:off x="3835847" y="1395243"/>
                <a:ext cx="1303538" cy="1303538"/>
              </a:xfrm>
              <a:prstGeom prst="donut">
                <a:avLst>
                  <a:gd name="adj" fmla="val 3142"/>
                </a:avLst>
              </a:prstGeom>
              <a:solidFill>
                <a:schemeClr val="accent1"/>
              </a:solidFill>
              <a:ln w="25400" cap="flat" cmpd="sng" algn="ctr">
                <a:noFill/>
                <a:prstDash val="solid"/>
              </a:ln>
              <a:effectLst/>
            </p:spPr>
            <p:txBody>
              <a:bodyPr rtlCol="0" anchor="ctr"/>
              <a:lstStyle/>
              <a:p>
                <a:pPr algn="ctr">
                  <a:defRPr/>
                </a:pPr>
                <a:endParaRPr lang="zh-CN" altLang="en-US" sz="1955" kern="0" dirty="0">
                  <a:solidFill>
                    <a:sysClr val="windowText" lastClr="000000"/>
                  </a:solidFill>
                  <a:latin typeface="微软雅黑" pitchFamily="34" charset="-122"/>
                  <a:ea typeface="微软雅黑" pitchFamily="34" charset="-122"/>
                  <a:cs typeface="+mn-ea"/>
                  <a:sym typeface="+mn-lt"/>
                </a:endParaRPr>
              </a:p>
            </p:txBody>
          </p:sp>
          <p:grpSp>
            <p:nvGrpSpPr>
              <p:cNvPr id="8" name="觅知网-不倒翁ID:189359941"/>
              <p:cNvGrpSpPr/>
              <p:nvPr/>
            </p:nvGrpSpPr>
            <p:grpSpPr>
              <a:xfrm>
                <a:off x="4939609" y="1857832"/>
                <a:ext cx="358354" cy="358354"/>
                <a:chOff x="5917211" y="1835961"/>
                <a:chExt cx="504056" cy="504056"/>
              </a:xfrm>
            </p:grpSpPr>
            <p:sp>
              <p:nvSpPr>
                <p:cNvPr id="10" name="觅知网-不倒翁ID:189359941"/>
                <p:cNvSpPr/>
                <p:nvPr>
                  <p:custDataLst>
                    <p:tags r:id="rId22"/>
                  </p:custDataLst>
                </p:nvPr>
              </p:nvSpPr>
              <p:spPr>
                <a:xfrm>
                  <a:off x="5917211" y="1835961"/>
                  <a:ext cx="504056" cy="504056"/>
                </a:xfrm>
                <a:prstGeom prst="donut">
                  <a:avLst>
                    <a:gd name="adj" fmla="val 3142"/>
                  </a:avLst>
                </a:prstGeom>
                <a:solidFill>
                  <a:schemeClr val="accent6">
                    <a:lumMod val="65000"/>
                  </a:schemeClr>
                </a:solidFill>
                <a:ln w="25400" cap="flat" cmpd="sng" algn="ctr">
                  <a:noFill/>
                  <a:prstDash val="solid"/>
                </a:ln>
                <a:effectLst/>
              </p:spPr>
              <p:txBody>
                <a:bodyPr rtlCol="0" anchor="ctr"/>
                <a:lstStyle/>
                <a:p>
                  <a:pPr algn="ctr">
                    <a:defRPr/>
                  </a:pPr>
                  <a:endParaRPr lang="zh-CN" altLang="en-US" sz="1955" kern="0" dirty="0">
                    <a:solidFill>
                      <a:sysClr val="windowText" lastClr="000000"/>
                    </a:solidFill>
                    <a:latin typeface="微软雅黑" pitchFamily="34" charset="-122"/>
                    <a:ea typeface="微软雅黑" pitchFamily="34" charset="-122"/>
                    <a:cs typeface="+mn-ea"/>
                    <a:sym typeface="+mn-lt"/>
                  </a:endParaRPr>
                </a:p>
              </p:txBody>
            </p:sp>
            <p:sp>
              <p:nvSpPr>
                <p:cNvPr id="11" name="觅知网-不倒翁ID:189359941"/>
                <p:cNvSpPr/>
                <p:nvPr>
                  <p:custDataLst>
                    <p:tags r:id="rId23"/>
                  </p:custDataLst>
                </p:nvPr>
              </p:nvSpPr>
              <p:spPr>
                <a:xfrm>
                  <a:off x="6039087" y="1981663"/>
                  <a:ext cx="222754" cy="222754"/>
                </a:xfrm>
                <a:prstGeom prst="ellipse">
                  <a:avLst/>
                </a:prstGeom>
                <a:solidFill>
                  <a:schemeClr val="accent6">
                    <a:lumMod val="65000"/>
                  </a:schemeClr>
                </a:solidFill>
                <a:ln w="25400" cap="flat" cmpd="sng" algn="ctr">
                  <a:noFill/>
                  <a:prstDash val="solid"/>
                </a:ln>
                <a:effectLst/>
              </p:spPr>
              <p:txBody>
                <a:bodyPr rtlCol="0" anchor="ctr"/>
                <a:lstStyle/>
                <a:p>
                  <a:pPr algn="ctr">
                    <a:defRPr/>
                  </a:pPr>
                  <a:endParaRPr lang="zh-CN" altLang="en-US" sz="1955" kern="0" dirty="0">
                    <a:solidFill>
                      <a:sysClr val="window" lastClr="FFFFFF"/>
                    </a:solidFill>
                    <a:latin typeface="微软雅黑" pitchFamily="34" charset="-122"/>
                    <a:ea typeface="微软雅黑" pitchFamily="34" charset="-122"/>
                    <a:cs typeface="+mn-ea"/>
                    <a:sym typeface="+mn-lt"/>
                  </a:endParaRPr>
                </a:p>
              </p:txBody>
            </p:sp>
          </p:grpSp>
          <p:sp>
            <p:nvSpPr>
              <p:cNvPr id="9" name="觅知网-不倒翁ID:189359941"/>
              <p:cNvSpPr/>
              <p:nvPr>
                <p:custDataLst>
                  <p:tags r:id="rId21"/>
                </p:custDataLst>
              </p:nvPr>
            </p:nvSpPr>
            <p:spPr>
              <a:xfrm>
                <a:off x="4151028" y="1732853"/>
                <a:ext cx="676101" cy="676101"/>
              </a:xfrm>
              <a:prstGeom prst="ellipse">
                <a:avLst/>
              </a:prstGeom>
              <a:solidFill>
                <a:schemeClr val="accent1"/>
              </a:solidFill>
              <a:ln w="25400" cap="flat" cmpd="sng" algn="ctr">
                <a:noFill/>
                <a:prstDash val="solid"/>
              </a:ln>
              <a:effectLst/>
            </p:spPr>
            <p:txBody>
              <a:bodyPr rtlCol="0" anchor="ctr"/>
              <a:lstStyle/>
              <a:p>
                <a:pPr algn="ctr">
                  <a:defRPr/>
                </a:pPr>
                <a:r>
                  <a:rPr lang="en-US" altLang="zh-CN" sz="2485" kern="0" dirty="0">
                    <a:solidFill>
                      <a:srgbClr val="FFFFFF"/>
                    </a:solidFill>
                    <a:latin typeface="思源黑体 CN Bold" panose="020B0800000000000000" pitchFamily="34" charset="-122"/>
                    <a:ea typeface="思源黑体 CN Bold" panose="020B0800000000000000" pitchFamily="34" charset="-122"/>
                    <a:cs typeface="+mn-ea"/>
                    <a:sym typeface="+mn-lt"/>
                  </a:rPr>
                  <a:t>1</a:t>
                </a:r>
              </a:p>
            </p:txBody>
          </p:sp>
        </p:grpSp>
        <p:sp>
          <p:nvSpPr>
            <p:cNvPr id="5" name="觅知网-不倒翁ID:189359941"/>
            <p:cNvSpPr txBox="1"/>
            <p:nvPr>
              <p:custDataLst>
                <p:tags r:id="rId18"/>
              </p:custDataLst>
            </p:nvPr>
          </p:nvSpPr>
          <p:spPr>
            <a:xfrm>
              <a:off x="6125797" y="4881772"/>
              <a:ext cx="3203623" cy="400110"/>
            </a:xfrm>
            <a:prstGeom prst="rect">
              <a:avLst/>
            </a:prstGeom>
            <a:noFill/>
          </p:spPr>
          <p:txBody>
            <a:bodyPr wrap="square" rtlCol="0">
              <a:spAutoFit/>
            </a:bodyPr>
            <a:lstStyle/>
            <a:p>
              <a:pPr algn="l"/>
              <a:r>
                <a:rPr lang="zh-CN" altLang="en-US" sz="2000" dirty="0">
                  <a:solidFill>
                    <a:schemeClr val="accent1"/>
                  </a:solidFill>
                  <a:latin typeface="+mj-ea"/>
                  <a:ea typeface="+mj-ea"/>
                  <a:cs typeface="思源黑体 CN Regular" panose="020B0500000000000000" charset="-122"/>
                  <a:sym typeface="+mn-ea"/>
                </a:rPr>
                <a:t>基于模仿学习的自动驾驶</a:t>
              </a:r>
            </a:p>
          </p:txBody>
        </p:sp>
        <p:sp>
          <p:nvSpPr>
            <p:cNvPr id="6" name="觅知网-不倒翁ID:189359941"/>
            <p:cNvSpPr/>
            <p:nvPr>
              <p:custDataLst>
                <p:tags r:id="rId19"/>
              </p:custDataLst>
            </p:nvPr>
          </p:nvSpPr>
          <p:spPr>
            <a:xfrm>
              <a:off x="6038945" y="5375487"/>
              <a:ext cx="4161511" cy="746322"/>
            </a:xfrm>
            <a:prstGeom prst="rect">
              <a:avLst/>
            </a:prstGeom>
          </p:spPr>
          <p:txBody>
            <a:bodyPr wrap="square" lIns="162493" tIns="81248" rIns="162493" bIns="81248">
              <a:noAutofit/>
            </a:bodyPr>
            <a:lstStyle/>
            <a:p>
              <a:pPr>
                <a:lnSpc>
                  <a:spcPct val="150000"/>
                </a:lnSpc>
              </a:pPr>
              <a:r>
                <a:rPr lang="zh-CN" altLang="en-US" sz="1200" dirty="0"/>
                <a:t>基于生成对抗模仿学习方法实现的一种从真实驾驶数据中学习神经网络驾驶策略的框架</a:t>
              </a:r>
              <a:endParaRPr lang="en-US" altLang="zh-CN" sz="1200" dirty="0">
                <a:solidFill>
                  <a:schemeClr val="tx1">
                    <a:lumMod val="50000"/>
                    <a:lumOff val="50000"/>
                  </a:schemeClr>
                </a:solidFill>
                <a:latin typeface="微软雅黑" pitchFamily="34" charset="-122"/>
                <a:ea typeface="微软雅黑" pitchFamily="34" charset="-122"/>
                <a:cs typeface="思源黑体 CN Regular" panose="020B0500000000000000" charset="-122"/>
                <a:sym typeface="+mn-ea"/>
              </a:endParaRPr>
            </a:p>
          </p:txBody>
        </p:sp>
      </p:grpSp>
      <p:grpSp>
        <p:nvGrpSpPr>
          <p:cNvPr id="12" name="觅知网-不倒翁ID:189359941"/>
          <p:cNvGrpSpPr/>
          <p:nvPr>
            <p:custDataLst>
              <p:tags r:id="rId3"/>
            </p:custDataLst>
          </p:nvPr>
        </p:nvGrpSpPr>
        <p:grpSpPr>
          <a:xfrm>
            <a:off x="5917289" y="3027811"/>
            <a:ext cx="5474363" cy="1450287"/>
            <a:chOff x="4726093" y="4808220"/>
            <a:chExt cx="5474363" cy="1450287"/>
          </a:xfrm>
        </p:grpSpPr>
        <p:cxnSp>
          <p:nvCxnSpPr>
            <p:cNvPr id="13" name="觅知网-不倒翁ID:189359941"/>
            <p:cNvCxnSpPr/>
            <p:nvPr/>
          </p:nvCxnSpPr>
          <p:spPr>
            <a:xfrm>
              <a:off x="5918109" y="5385612"/>
              <a:ext cx="3411311" cy="7778"/>
            </a:xfrm>
            <a:prstGeom prst="line">
              <a:avLst/>
            </a:prstGeom>
            <a:noFill/>
            <a:ln w="12700" cap="flat" cmpd="sng" algn="ctr">
              <a:solidFill>
                <a:sysClr val="window" lastClr="FFFFFF">
                  <a:lumMod val="50000"/>
                </a:sysClr>
              </a:solidFill>
              <a:prstDash val="solid"/>
              <a:headEnd type="none" w="med" len="med"/>
              <a:tailEnd type="oval" w="med" len="med"/>
            </a:ln>
            <a:effectLst/>
          </p:spPr>
        </p:cxnSp>
        <p:grpSp>
          <p:nvGrpSpPr>
            <p:cNvPr id="14" name="觅知网-不倒翁ID:189359941"/>
            <p:cNvGrpSpPr/>
            <p:nvPr/>
          </p:nvGrpSpPr>
          <p:grpSpPr>
            <a:xfrm>
              <a:off x="4726093" y="4808220"/>
              <a:ext cx="1328569" cy="1185333"/>
              <a:chOff x="3835847" y="1395243"/>
              <a:chExt cx="1462116" cy="1303538"/>
            </a:xfrm>
          </p:grpSpPr>
          <p:sp>
            <p:nvSpPr>
              <p:cNvPr id="17" name="觅知网-不倒翁ID:189359941"/>
              <p:cNvSpPr/>
              <p:nvPr>
                <p:custDataLst>
                  <p:tags r:id="rId14"/>
                </p:custDataLst>
              </p:nvPr>
            </p:nvSpPr>
            <p:spPr>
              <a:xfrm>
                <a:off x="3835847" y="1395243"/>
                <a:ext cx="1303538" cy="1303538"/>
              </a:xfrm>
              <a:prstGeom prst="donut">
                <a:avLst>
                  <a:gd name="adj" fmla="val 3142"/>
                </a:avLst>
              </a:prstGeom>
              <a:solidFill>
                <a:schemeClr val="accent1"/>
              </a:solidFill>
              <a:ln w="25400" cap="flat" cmpd="sng" algn="ctr">
                <a:noFill/>
                <a:prstDash val="solid"/>
              </a:ln>
              <a:effectLst/>
            </p:spPr>
            <p:txBody>
              <a:bodyPr rtlCol="0" anchor="ctr"/>
              <a:lstStyle/>
              <a:p>
                <a:pPr algn="ctr">
                  <a:defRPr/>
                </a:pPr>
                <a:endParaRPr lang="zh-CN" altLang="en-US" sz="1955" kern="0" dirty="0">
                  <a:solidFill>
                    <a:sysClr val="windowText" lastClr="000000"/>
                  </a:solidFill>
                  <a:latin typeface="微软雅黑" pitchFamily="34" charset="-122"/>
                  <a:ea typeface="微软雅黑" pitchFamily="34" charset="-122"/>
                  <a:cs typeface="+mn-ea"/>
                  <a:sym typeface="+mn-lt"/>
                </a:endParaRPr>
              </a:p>
            </p:txBody>
          </p:sp>
          <p:grpSp>
            <p:nvGrpSpPr>
              <p:cNvPr id="23" name="觅知网-不倒翁ID:189359941"/>
              <p:cNvGrpSpPr/>
              <p:nvPr/>
            </p:nvGrpSpPr>
            <p:grpSpPr>
              <a:xfrm>
                <a:off x="4939609" y="1857832"/>
                <a:ext cx="358354" cy="358354"/>
                <a:chOff x="5917211" y="1835961"/>
                <a:chExt cx="504056" cy="504056"/>
              </a:xfrm>
            </p:grpSpPr>
            <p:sp>
              <p:nvSpPr>
                <p:cNvPr id="27" name="觅知网-不倒翁ID:189359941"/>
                <p:cNvSpPr/>
                <p:nvPr>
                  <p:custDataLst>
                    <p:tags r:id="rId16"/>
                  </p:custDataLst>
                </p:nvPr>
              </p:nvSpPr>
              <p:spPr>
                <a:xfrm>
                  <a:off x="5917211" y="1835961"/>
                  <a:ext cx="504056" cy="504056"/>
                </a:xfrm>
                <a:prstGeom prst="donut">
                  <a:avLst>
                    <a:gd name="adj" fmla="val 3142"/>
                  </a:avLst>
                </a:prstGeom>
                <a:solidFill>
                  <a:schemeClr val="accent6">
                    <a:lumMod val="65000"/>
                  </a:schemeClr>
                </a:solidFill>
                <a:ln w="25400" cap="flat" cmpd="sng" algn="ctr">
                  <a:noFill/>
                  <a:prstDash val="solid"/>
                </a:ln>
                <a:effectLst/>
              </p:spPr>
              <p:txBody>
                <a:bodyPr rtlCol="0" anchor="ctr"/>
                <a:lstStyle/>
                <a:p>
                  <a:pPr algn="ctr">
                    <a:defRPr/>
                  </a:pPr>
                  <a:endParaRPr lang="zh-CN" altLang="en-US" sz="1955" kern="0" dirty="0">
                    <a:solidFill>
                      <a:sysClr val="windowText" lastClr="000000"/>
                    </a:solidFill>
                    <a:latin typeface="微软雅黑" pitchFamily="34" charset="-122"/>
                    <a:ea typeface="微软雅黑" pitchFamily="34" charset="-122"/>
                    <a:cs typeface="+mn-ea"/>
                    <a:sym typeface="+mn-lt"/>
                  </a:endParaRPr>
                </a:p>
              </p:txBody>
            </p:sp>
            <p:sp>
              <p:nvSpPr>
                <p:cNvPr id="28" name="觅知网-不倒翁ID:189359941"/>
                <p:cNvSpPr/>
                <p:nvPr>
                  <p:custDataLst>
                    <p:tags r:id="rId17"/>
                  </p:custDataLst>
                </p:nvPr>
              </p:nvSpPr>
              <p:spPr>
                <a:xfrm>
                  <a:off x="6039087" y="1981663"/>
                  <a:ext cx="222754" cy="222754"/>
                </a:xfrm>
                <a:prstGeom prst="ellipse">
                  <a:avLst/>
                </a:prstGeom>
                <a:solidFill>
                  <a:schemeClr val="accent6">
                    <a:lumMod val="65000"/>
                  </a:schemeClr>
                </a:solidFill>
                <a:ln w="25400" cap="flat" cmpd="sng" algn="ctr">
                  <a:noFill/>
                  <a:prstDash val="solid"/>
                </a:ln>
                <a:effectLst/>
              </p:spPr>
              <p:txBody>
                <a:bodyPr rtlCol="0" anchor="ctr"/>
                <a:lstStyle/>
                <a:p>
                  <a:pPr algn="ctr">
                    <a:defRPr/>
                  </a:pPr>
                  <a:endParaRPr lang="zh-CN" altLang="en-US" sz="1955" kern="0" dirty="0">
                    <a:solidFill>
                      <a:sysClr val="window" lastClr="FFFFFF"/>
                    </a:solidFill>
                    <a:latin typeface="微软雅黑" pitchFamily="34" charset="-122"/>
                    <a:ea typeface="微软雅黑" pitchFamily="34" charset="-122"/>
                    <a:cs typeface="+mn-ea"/>
                    <a:sym typeface="+mn-lt"/>
                  </a:endParaRPr>
                </a:p>
              </p:txBody>
            </p:sp>
          </p:grpSp>
          <p:sp>
            <p:nvSpPr>
              <p:cNvPr id="26" name="觅知网-不倒翁ID:189359941"/>
              <p:cNvSpPr/>
              <p:nvPr>
                <p:custDataLst>
                  <p:tags r:id="rId15"/>
                </p:custDataLst>
              </p:nvPr>
            </p:nvSpPr>
            <p:spPr>
              <a:xfrm>
                <a:off x="4151028" y="1732853"/>
                <a:ext cx="676101" cy="676101"/>
              </a:xfrm>
              <a:prstGeom prst="ellipse">
                <a:avLst/>
              </a:prstGeom>
              <a:solidFill>
                <a:schemeClr val="accent1"/>
              </a:solidFill>
              <a:ln w="25400" cap="flat" cmpd="sng" algn="ctr">
                <a:noFill/>
                <a:prstDash val="solid"/>
              </a:ln>
              <a:effectLst/>
            </p:spPr>
            <p:txBody>
              <a:bodyPr rtlCol="0" anchor="ctr"/>
              <a:lstStyle/>
              <a:p>
                <a:pPr algn="ctr">
                  <a:defRPr/>
                </a:pPr>
                <a:r>
                  <a:rPr lang="en-US" altLang="zh-CN" sz="2485" kern="0" dirty="0">
                    <a:solidFill>
                      <a:srgbClr val="FFFFFF"/>
                    </a:solidFill>
                    <a:latin typeface="思源黑体 CN Bold" panose="020B0800000000000000" pitchFamily="34" charset="-122"/>
                    <a:ea typeface="思源黑体 CN Bold" panose="020B0800000000000000" pitchFamily="34" charset="-122"/>
                    <a:cs typeface="+mn-ea"/>
                    <a:sym typeface="+mn-lt"/>
                  </a:rPr>
                  <a:t>2</a:t>
                </a:r>
              </a:p>
            </p:txBody>
          </p:sp>
        </p:grpSp>
        <p:sp>
          <p:nvSpPr>
            <p:cNvPr id="15" name="觅知网-不倒翁ID:189359941"/>
            <p:cNvSpPr txBox="1"/>
            <p:nvPr>
              <p:custDataLst>
                <p:tags r:id="rId12"/>
              </p:custDataLst>
            </p:nvPr>
          </p:nvSpPr>
          <p:spPr>
            <a:xfrm>
              <a:off x="6125797" y="4881772"/>
              <a:ext cx="3203623" cy="707886"/>
            </a:xfrm>
            <a:prstGeom prst="rect">
              <a:avLst/>
            </a:prstGeom>
            <a:noFill/>
          </p:spPr>
          <p:txBody>
            <a:bodyPr wrap="square" rtlCol="0">
              <a:spAutoFit/>
            </a:bodyPr>
            <a:lstStyle/>
            <a:p>
              <a:r>
                <a:rPr lang="zh-CN" altLang="en-US" sz="2000" dirty="0">
                  <a:solidFill>
                    <a:schemeClr val="accent1"/>
                  </a:solidFill>
                  <a:latin typeface="+mj-ea"/>
                  <a:cs typeface="思源黑体 CN Regular" panose="020B0500000000000000" charset="-122"/>
                  <a:sym typeface="+mn-ea"/>
                </a:rPr>
                <a:t>基于模仿学习的自动驾驶</a:t>
              </a:r>
            </a:p>
            <a:p>
              <a:pPr algn="l"/>
              <a:endParaRPr lang="zh-CN" altLang="en-US" sz="2000" dirty="0">
                <a:solidFill>
                  <a:schemeClr val="accent1"/>
                </a:solidFill>
                <a:latin typeface="+mj-ea"/>
                <a:ea typeface="+mj-ea"/>
                <a:cs typeface="思源黑体 CN Regular" panose="020B0500000000000000" charset="-122"/>
                <a:sym typeface="+mn-ea"/>
              </a:endParaRPr>
            </a:p>
          </p:txBody>
        </p:sp>
        <p:sp>
          <p:nvSpPr>
            <p:cNvPr id="16" name="觅知网-不倒翁ID:189359941"/>
            <p:cNvSpPr/>
            <p:nvPr>
              <p:custDataLst>
                <p:tags r:id="rId13"/>
              </p:custDataLst>
            </p:nvPr>
          </p:nvSpPr>
          <p:spPr>
            <a:xfrm>
              <a:off x="6038945" y="5375487"/>
              <a:ext cx="4161511" cy="883020"/>
            </a:xfrm>
            <a:prstGeom prst="rect">
              <a:avLst/>
            </a:prstGeom>
          </p:spPr>
          <p:txBody>
            <a:bodyPr wrap="square" lIns="162493" tIns="81248" rIns="162493" bIns="81248">
              <a:noAutofit/>
            </a:bodyPr>
            <a:lstStyle/>
            <a:p>
              <a:pPr>
                <a:lnSpc>
                  <a:spcPct val="150000"/>
                </a:lnSpc>
              </a:pPr>
              <a:r>
                <a:rPr lang="en-US" altLang="zh-CN" sz="1200" dirty="0"/>
                <a:t>Mayank Bansal </a:t>
              </a:r>
              <a:r>
                <a:rPr lang="zh-CN" altLang="en-US" sz="1200" dirty="0"/>
                <a:t>等人提出的</a:t>
              </a:r>
              <a:r>
                <a:rPr lang="en-US" altLang="zh-CN" sz="1200" dirty="0" err="1"/>
                <a:t>ChauffeurNet</a:t>
              </a:r>
              <a:r>
                <a:rPr lang="en-US" altLang="zh-CN" sz="1200" dirty="0"/>
                <a:t> </a:t>
              </a:r>
              <a:r>
                <a:rPr lang="zh-CN" altLang="en-US" sz="1200" dirty="0"/>
                <a:t>模型着重考虑了驾驶数据中的错误行为，增强了模型对异常情况的健壮性</a:t>
              </a:r>
              <a:endParaRPr lang="en-US" altLang="zh-CN" sz="1200" dirty="0">
                <a:solidFill>
                  <a:schemeClr val="tx1">
                    <a:lumMod val="50000"/>
                    <a:lumOff val="50000"/>
                  </a:schemeClr>
                </a:solidFill>
                <a:latin typeface="微软雅黑" pitchFamily="34" charset="-122"/>
                <a:ea typeface="微软雅黑" pitchFamily="34" charset="-122"/>
                <a:cs typeface="思源黑体 CN Regular" panose="020B0500000000000000" charset="-122"/>
                <a:sym typeface="+mn-ea"/>
              </a:endParaRPr>
            </a:p>
          </p:txBody>
        </p:sp>
      </p:grpSp>
      <p:grpSp>
        <p:nvGrpSpPr>
          <p:cNvPr id="29" name="觅知网-不倒翁ID:189359941"/>
          <p:cNvGrpSpPr/>
          <p:nvPr>
            <p:custDataLst>
              <p:tags r:id="rId4"/>
            </p:custDataLst>
          </p:nvPr>
        </p:nvGrpSpPr>
        <p:grpSpPr>
          <a:xfrm>
            <a:off x="5457549" y="4498151"/>
            <a:ext cx="5474363" cy="1581741"/>
            <a:chOff x="4726093" y="4808220"/>
            <a:chExt cx="5474363" cy="1581741"/>
          </a:xfrm>
        </p:grpSpPr>
        <p:cxnSp>
          <p:nvCxnSpPr>
            <p:cNvPr id="30" name="觅知网-不倒翁ID:189359941"/>
            <p:cNvCxnSpPr/>
            <p:nvPr/>
          </p:nvCxnSpPr>
          <p:spPr>
            <a:xfrm>
              <a:off x="5918109" y="5385612"/>
              <a:ext cx="3411311" cy="7778"/>
            </a:xfrm>
            <a:prstGeom prst="line">
              <a:avLst/>
            </a:prstGeom>
            <a:noFill/>
            <a:ln w="12700" cap="flat" cmpd="sng" algn="ctr">
              <a:solidFill>
                <a:sysClr val="window" lastClr="FFFFFF">
                  <a:lumMod val="50000"/>
                </a:sysClr>
              </a:solidFill>
              <a:prstDash val="solid"/>
              <a:headEnd type="none" w="med" len="med"/>
              <a:tailEnd type="oval" w="med" len="med"/>
            </a:ln>
            <a:effectLst/>
          </p:spPr>
        </p:cxnSp>
        <p:grpSp>
          <p:nvGrpSpPr>
            <p:cNvPr id="31" name="觅知网-不倒翁ID:189359941"/>
            <p:cNvGrpSpPr/>
            <p:nvPr/>
          </p:nvGrpSpPr>
          <p:grpSpPr>
            <a:xfrm>
              <a:off x="4726093" y="4808220"/>
              <a:ext cx="1328569" cy="1185333"/>
              <a:chOff x="3835847" y="1395243"/>
              <a:chExt cx="1462116" cy="1303538"/>
            </a:xfrm>
          </p:grpSpPr>
          <p:sp>
            <p:nvSpPr>
              <p:cNvPr id="34" name="觅知网-不倒翁ID:189359941"/>
              <p:cNvSpPr/>
              <p:nvPr>
                <p:custDataLst>
                  <p:tags r:id="rId8"/>
                </p:custDataLst>
              </p:nvPr>
            </p:nvSpPr>
            <p:spPr>
              <a:xfrm>
                <a:off x="3835847" y="1395243"/>
                <a:ext cx="1303538" cy="1303538"/>
              </a:xfrm>
              <a:prstGeom prst="donut">
                <a:avLst>
                  <a:gd name="adj" fmla="val 3142"/>
                </a:avLst>
              </a:prstGeom>
              <a:solidFill>
                <a:schemeClr val="accent1"/>
              </a:solidFill>
              <a:ln w="25400" cap="flat" cmpd="sng" algn="ctr">
                <a:noFill/>
                <a:prstDash val="solid"/>
              </a:ln>
              <a:effectLst/>
            </p:spPr>
            <p:txBody>
              <a:bodyPr rtlCol="0" anchor="ctr"/>
              <a:lstStyle/>
              <a:p>
                <a:pPr algn="ctr">
                  <a:defRPr/>
                </a:pPr>
                <a:endParaRPr lang="zh-CN" altLang="en-US" sz="1955" kern="0" dirty="0">
                  <a:solidFill>
                    <a:sysClr val="windowText" lastClr="000000"/>
                  </a:solidFill>
                  <a:latin typeface="微软雅黑" pitchFamily="34" charset="-122"/>
                  <a:ea typeface="微软雅黑" pitchFamily="34" charset="-122"/>
                  <a:cs typeface="+mn-ea"/>
                  <a:sym typeface="+mn-lt"/>
                </a:endParaRPr>
              </a:p>
            </p:txBody>
          </p:sp>
          <p:grpSp>
            <p:nvGrpSpPr>
              <p:cNvPr id="35" name="觅知网-不倒翁ID:189359941"/>
              <p:cNvGrpSpPr/>
              <p:nvPr/>
            </p:nvGrpSpPr>
            <p:grpSpPr>
              <a:xfrm>
                <a:off x="4939609" y="1857832"/>
                <a:ext cx="358354" cy="358354"/>
                <a:chOff x="5917211" y="1835961"/>
                <a:chExt cx="504056" cy="504056"/>
              </a:xfrm>
            </p:grpSpPr>
            <p:sp>
              <p:nvSpPr>
                <p:cNvPr id="37" name="觅知网-不倒翁ID:189359941"/>
                <p:cNvSpPr/>
                <p:nvPr>
                  <p:custDataLst>
                    <p:tags r:id="rId10"/>
                  </p:custDataLst>
                </p:nvPr>
              </p:nvSpPr>
              <p:spPr>
                <a:xfrm>
                  <a:off x="5917211" y="1835961"/>
                  <a:ext cx="504056" cy="504056"/>
                </a:xfrm>
                <a:prstGeom prst="donut">
                  <a:avLst>
                    <a:gd name="adj" fmla="val 3142"/>
                  </a:avLst>
                </a:prstGeom>
                <a:solidFill>
                  <a:schemeClr val="accent6">
                    <a:lumMod val="65000"/>
                  </a:schemeClr>
                </a:solidFill>
                <a:ln w="25400" cap="flat" cmpd="sng" algn="ctr">
                  <a:noFill/>
                  <a:prstDash val="solid"/>
                </a:ln>
                <a:effectLst/>
              </p:spPr>
              <p:txBody>
                <a:bodyPr rtlCol="0" anchor="ctr"/>
                <a:lstStyle/>
                <a:p>
                  <a:pPr algn="ctr">
                    <a:defRPr/>
                  </a:pPr>
                  <a:endParaRPr lang="zh-CN" altLang="en-US" sz="1955" kern="0" dirty="0">
                    <a:solidFill>
                      <a:sysClr val="windowText" lastClr="000000"/>
                    </a:solidFill>
                    <a:latin typeface="微软雅黑" pitchFamily="34" charset="-122"/>
                    <a:ea typeface="微软雅黑" pitchFamily="34" charset="-122"/>
                    <a:cs typeface="+mn-ea"/>
                    <a:sym typeface="+mn-lt"/>
                  </a:endParaRPr>
                </a:p>
              </p:txBody>
            </p:sp>
            <p:sp>
              <p:nvSpPr>
                <p:cNvPr id="38" name="觅知网-不倒翁ID:189359941"/>
                <p:cNvSpPr/>
                <p:nvPr>
                  <p:custDataLst>
                    <p:tags r:id="rId11"/>
                  </p:custDataLst>
                </p:nvPr>
              </p:nvSpPr>
              <p:spPr>
                <a:xfrm>
                  <a:off x="6039087" y="1981663"/>
                  <a:ext cx="222754" cy="222754"/>
                </a:xfrm>
                <a:prstGeom prst="ellipse">
                  <a:avLst/>
                </a:prstGeom>
                <a:solidFill>
                  <a:schemeClr val="accent6">
                    <a:lumMod val="65000"/>
                  </a:schemeClr>
                </a:solidFill>
                <a:ln w="25400" cap="flat" cmpd="sng" algn="ctr">
                  <a:noFill/>
                  <a:prstDash val="solid"/>
                </a:ln>
                <a:effectLst/>
              </p:spPr>
              <p:txBody>
                <a:bodyPr rtlCol="0" anchor="ctr"/>
                <a:lstStyle/>
                <a:p>
                  <a:pPr algn="ctr">
                    <a:defRPr/>
                  </a:pPr>
                  <a:endParaRPr lang="zh-CN" altLang="en-US" sz="1955" kern="0" dirty="0">
                    <a:solidFill>
                      <a:sysClr val="window" lastClr="FFFFFF"/>
                    </a:solidFill>
                    <a:latin typeface="微软雅黑" pitchFamily="34" charset="-122"/>
                    <a:ea typeface="微软雅黑" pitchFamily="34" charset="-122"/>
                    <a:cs typeface="+mn-ea"/>
                    <a:sym typeface="+mn-lt"/>
                  </a:endParaRPr>
                </a:p>
              </p:txBody>
            </p:sp>
          </p:grpSp>
          <p:sp>
            <p:nvSpPr>
              <p:cNvPr id="36" name="觅知网-不倒翁ID:189359941"/>
              <p:cNvSpPr/>
              <p:nvPr>
                <p:custDataLst>
                  <p:tags r:id="rId9"/>
                </p:custDataLst>
              </p:nvPr>
            </p:nvSpPr>
            <p:spPr>
              <a:xfrm>
                <a:off x="4151028" y="1732853"/>
                <a:ext cx="676101" cy="676101"/>
              </a:xfrm>
              <a:prstGeom prst="ellipse">
                <a:avLst/>
              </a:prstGeom>
              <a:solidFill>
                <a:schemeClr val="accent1"/>
              </a:solidFill>
              <a:ln w="25400" cap="flat" cmpd="sng" algn="ctr">
                <a:noFill/>
                <a:prstDash val="solid"/>
              </a:ln>
              <a:effectLst/>
            </p:spPr>
            <p:txBody>
              <a:bodyPr rtlCol="0" anchor="ctr"/>
              <a:lstStyle/>
              <a:p>
                <a:pPr algn="ctr">
                  <a:defRPr/>
                </a:pPr>
                <a:r>
                  <a:rPr lang="en-US" altLang="zh-CN" sz="2485" kern="0" dirty="0">
                    <a:solidFill>
                      <a:srgbClr val="FFFFFF"/>
                    </a:solidFill>
                    <a:latin typeface="思源黑体 CN Bold" panose="020B0800000000000000" pitchFamily="34" charset="-122"/>
                    <a:ea typeface="思源黑体 CN Bold" panose="020B0800000000000000" pitchFamily="34" charset="-122"/>
                    <a:cs typeface="+mn-ea"/>
                    <a:sym typeface="+mn-lt"/>
                  </a:rPr>
                  <a:t>3</a:t>
                </a:r>
              </a:p>
            </p:txBody>
          </p:sp>
        </p:grpSp>
        <p:sp>
          <p:nvSpPr>
            <p:cNvPr id="32" name="觅知网-不倒翁ID:189359941"/>
            <p:cNvSpPr txBox="1"/>
            <p:nvPr>
              <p:custDataLst>
                <p:tags r:id="rId6"/>
              </p:custDataLst>
            </p:nvPr>
          </p:nvSpPr>
          <p:spPr>
            <a:xfrm>
              <a:off x="6125797" y="4881772"/>
              <a:ext cx="3332000" cy="400110"/>
            </a:xfrm>
            <a:prstGeom prst="rect">
              <a:avLst/>
            </a:prstGeom>
            <a:noFill/>
          </p:spPr>
          <p:txBody>
            <a:bodyPr wrap="square" rtlCol="0">
              <a:spAutoFit/>
            </a:bodyPr>
            <a:lstStyle/>
            <a:p>
              <a:pPr algn="l"/>
              <a:r>
                <a:rPr lang="zh-CN" altLang="en-US" sz="2000" dirty="0">
                  <a:solidFill>
                    <a:schemeClr val="accent1"/>
                  </a:solidFill>
                  <a:latin typeface="+mj-ea"/>
                  <a:ea typeface="+mj-ea"/>
                  <a:cs typeface="思源黑体 CN Regular" panose="020B0500000000000000" charset="-122"/>
                  <a:sym typeface="+mn-ea"/>
                </a:rPr>
                <a:t>自动驾驶中的数据增强策略</a:t>
              </a:r>
            </a:p>
          </p:txBody>
        </p:sp>
        <p:sp>
          <p:nvSpPr>
            <p:cNvPr id="33" name="觅知网-不倒翁ID:189359941"/>
            <p:cNvSpPr/>
            <p:nvPr>
              <p:custDataLst>
                <p:tags r:id="rId7"/>
              </p:custDataLst>
            </p:nvPr>
          </p:nvSpPr>
          <p:spPr>
            <a:xfrm>
              <a:off x="6038945" y="5375486"/>
              <a:ext cx="4161511" cy="1014475"/>
            </a:xfrm>
            <a:prstGeom prst="rect">
              <a:avLst/>
            </a:prstGeom>
          </p:spPr>
          <p:txBody>
            <a:bodyPr wrap="square" lIns="162493" tIns="81248" rIns="162493" bIns="81248">
              <a:noAutofit/>
            </a:bodyPr>
            <a:lstStyle/>
            <a:p>
              <a:pPr>
                <a:lnSpc>
                  <a:spcPct val="150000"/>
                </a:lnSpc>
              </a:pPr>
              <a:r>
                <a:rPr lang="en-US" altLang="zh-CN" sz="1200" dirty="0" err="1"/>
                <a:t>WenzhaoZheng</a:t>
              </a:r>
              <a:r>
                <a:rPr lang="zh-CN" altLang="en-US" sz="1200" dirty="0"/>
                <a:t>等人提出了一 种基于稀疏高斯场的端到端自动驾驶建模方法，可以有效地依据概率构建一些罕见的长尾场景，以有效的提升模型在一些特殊场景的表现。</a:t>
              </a:r>
              <a:endParaRPr lang="en-US" altLang="zh-CN" sz="1200" dirty="0">
                <a:solidFill>
                  <a:schemeClr val="tx1">
                    <a:lumMod val="50000"/>
                    <a:lumOff val="50000"/>
                  </a:schemeClr>
                </a:solidFill>
                <a:latin typeface="微软雅黑" pitchFamily="34" charset="-122"/>
                <a:ea typeface="微软雅黑" pitchFamily="34" charset="-122"/>
                <a:cs typeface="思源黑体 CN Regular" panose="020B0500000000000000" charset="-122"/>
                <a:sym typeface="+mn-ea"/>
              </a:endParaRPr>
            </a:p>
          </p:txBody>
        </p:sp>
      </p:grpSp>
      <p:sp>
        <p:nvSpPr>
          <p:cNvPr id="42" name="觅知网-不倒翁ID:189359941"/>
          <p:cNvSpPr>
            <a:spLocks noEditPoints="1"/>
          </p:cNvSpPr>
          <p:nvPr>
            <p:custDataLst>
              <p:tags r:id="rId5"/>
            </p:custDataLst>
          </p:nvPr>
        </p:nvSpPr>
        <p:spPr bwMode="auto">
          <a:xfrm>
            <a:off x="4110038" y="2329630"/>
            <a:ext cx="577215" cy="533237"/>
          </a:xfrm>
          <a:custGeom>
            <a:avLst/>
            <a:gdLst>
              <a:gd name="T0" fmla="*/ 158 w 158"/>
              <a:gd name="T1" fmla="*/ 34 h 146"/>
              <a:gd name="T2" fmla="*/ 158 w 158"/>
              <a:gd name="T3" fmla="*/ 46 h 146"/>
              <a:gd name="T4" fmla="*/ 154 w 158"/>
              <a:gd name="T5" fmla="*/ 59 h 146"/>
              <a:gd name="T6" fmla="*/ 143 w 158"/>
              <a:gd name="T7" fmla="*/ 72 h 146"/>
              <a:gd name="T8" fmla="*/ 127 w 158"/>
              <a:gd name="T9" fmla="*/ 81 h 146"/>
              <a:gd name="T10" fmla="*/ 106 w 158"/>
              <a:gd name="T11" fmla="*/ 85 h 146"/>
              <a:gd name="T12" fmla="*/ 97 w 158"/>
              <a:gd name="T13" fmla="*/ 94 h 146"/>
              <a:gd name="T14" fmla="*/ 92 w 158"/>
              <a:gd name="T15" fmla="*/ 101 h 146"/>
              <a:gd name="T16" fmla="*/ 91 w 158"/>
              <a:gd name="T17" fmla="*/ 109 h 146"/>
              <a:gd name="T18" fmla="*/ 94 w 158"/>
              <a:gd name="T19" fmla="*/ 118 h 146"/>
              <a:gd name="T20" fmla="*/ 103 w 158"/>
              <a:gd name="T21" fmla="*/ 121 h 146"/>
              <a:gd name="T22" fmla="*/ 116 w 158"/>
              <a:gd name="T23" fmla="*/ 126 h 146"/>
              <a:gd name="T24" fmla="*/ 121 w 158"/>
              <a:gd name="T25" fmla="*/ 136 h 146"/>
              <a:gd name="T26" fmla="*/ 121 w 158"/>
              <a:gd name="T27" fmla="*/ 143 h 146"/>
              <a:gd name="T28" fmla="*/ 120 w 158"/>
              <a:gd name="T29" fmla="*/ 145 h 146"/>
              <a:gd name="T30" fmla="*/ 118 w 158"/>
              <a:gd name="T31" fmla="*/ 146 h 146"/>
              <a:gd name="T32" fmla="*/ 40 w 158"/>
              <a:gd name="T33" fmla="*/ 146 h 146"/>
              <a:gd name="T34" fmla="*/ 37 w 158"/>
              <a:gd name="T35" fmla="*/ 145 h 146"/>
              <a:gd name="T36" fmla="*/ 37 w 158"/>
              <a:gd name="T37" fmla="*/ 143 h 146"/>
              <a:gd name="T38" fmla="*/ 37 w 158"/>
              <a:gd name="T39" fmla="*/ 136 h 146"/>
              <a:gd name="T40" fmla="*/ 42 w 158"/>
              <a:gd name="T41" fmla="*/ 126 h 146"/>
              <a:gd name="T42" fmla="*/ 55 w 158"/>
              <a:gd name="T43" fmla="*/ 121 h 146"/>
              <a:gd name="T44" fmla="*/ 64 w 158"/>
              <a:gd name="T45" fmla="*/ 118 h 146"/>
              <a:gd name="T46" fmla="*/ 67 w 158"/>
              <a:gd name="T47" fmla="*/ 109 h 146"/>
              <a:gd name="T48" fmla="*/ 65 w 158"/>
              <a:gd name="T49" fmla="*/ 101 h 146"/>
              <a:gd name="T50" fmla="*/ 61 w 158"/>
              <a:gd name="T51" fmla="*/ 94 h 146"/>
              <a:gd name="T52" fmla="*/ 52 w 158"/>
              <a:gd name="T53" fmla="*/ 85 h 146"/>
              <a:gd name="T54" fmla="*/ 31 w 158"/>
              <a:gd name="T55" fmla="*/ 81 h 146"/>
              <a:gd name="T56" fmla="*/ 15 w 158"/>
              <a:gd name="T57" fmla="*/ 72 h 146"/>
              <a:gd name="T58" fmla="*/ 4 w 158"/>
              <a:gd name="T59" fmla="*/ 59 h 146"/>
              <a:gd name="T60" fmla="*/ 0 w 158"/>
              <a:gd name="T61" fmla="*/ 46 h 146"/>
              <a:gd name="T62" fmla="*/ 0 w 158"/>
              <a:gd name="T63" fmla="*/ 34 h 146"/>
              <a:gd name="T64" fmla="*/ 3 w 158"/>
              <a:gd name="T65" fmla="*/ 27 h 146"/>
              <a:gd name="T66" fmla="*/ 9 w 158"/>
              <a:gd name="T67" fmla="*/ 25 h 146"/>
              <a:gd name="T68" fmla="*/ 37 w 158"/>
              <a:gd name="T69" fmla="*/ 25 h 146"/>
              <a:gd name="T70" fmla="*/ 37 w 158"/>
              <a:gd name="T71" fmla="*/ 15 h 146"/>
              <a:gd name="T72" fmla="*/ 41 w 158"/>
              <a:gd name="T73" fmla="*/ 5 h 146"/>
              <a:gd name="T74" fmla="*/ 52 w 158"/>
              <a:gd name="T75" fmla="*/ 0 h 146"/>
              <a:gd name="T76" fmla="*/ 106 w 158"/>
              <a:gd name="T77" fmla="*/ 0 h 146"/>
              <a:gd name="T78" fmla="*/ 117 w 158"/>
              <a:gd name="T79" fmla="*/ 5 h 146"/>
              <a:gd name="T80" fmla="*/ 121 w 158"/>
              <a:gd name="T81" fmla="*/ 15 h 146"/>
              <a:gd name="T82" fmla="*/ 121 w 158"/>
              <a:gd name="T83" fmla="*/ 25 h 146"/>
              <a:gd name="T84" fmla="*/ 149 w 158"/>
              <a:gd name="T85" fmla="*/ 25 h 146"/>
              <a:gd name="T86" fmla="*/ 155 w 158"/>
              <a:gd name="T87" fmla="*/ 27 h 146"/>
              <a:gd name="T88" fmla="*/ 158 w 158"/>
              <a:gd name="T89" fmla="*/ 34 h 146"/>
              <a:gd name="T90" fmla="*/ 44 w 158"/>
              <a:gd name="T91" fmla="*/ 72 h 146"/>
              <a:gd name="T92" fmla="*/ 37 w 158"/>
              <a:gd name="T93" fmla="*/ 37 h 146"/>
              <a:gd name="T94" fmla="*/ 12 w 158"/>
              <a:gd name="T95" fmla="*/ 37 h 146"/>
              <a:gd name="T96" fmla="*/ 12 w 158"/>
              <a:gd name="T97" fmla="*/ 46 h 146"/>
              <a:gd name="T98" fmla="*/ 21 w 158"/>
              <a:gd name="T99" fmla="*/ 61 h 146"/>
              <a:gd name="T100" fmla="*/ 44 w 158"/>
              <a:gd name="T101" fmla="*/ 72 h 146"/>
              <a:gd name="T102" fmla="*/ 146 w 158"/>
              <a:gd name="T103" fmla="*/ 46 h 146"/>
              <a:gd name="T104" fmla="*/ 146 w 158"/>
              <a:gd name="T105" fmla="*/ 37 h 146"/>
              <a:gd name="T106" fmla="*/ 121 w 158"/>
              <a:gd name="T107" fmla="*/ 37 h 146"/>
              <a:gd name="T108" fmla="*/ 114 w 158"/>
              <a:gd name="T109" fmla="*/ 72 h 146"/>
              <a:gd name="T110" fmla="*/ 137 w 158"/>
              <a:gd name="T111" fmla="*/ 61 h 146"/>
              <a:gd name="T112" fmla="*/ 146 w 158"/>
              <a:gd name="T113" fmla="*/ 46 h 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58" h="146">
                <a:moveTo>
                  <a:pt x="158" y="34"/>
                </a:moveTo>
                <a:cubicBezTo>
                  <a:pt x="158" y="46"/>
                  <a:pt x="158" y="46"/>
                  <a:pt x="158" y="46"/>
                </a:cubicBezTo>
                <a:cubicBezTo>
                  <a:pt x="158" y="50"/>
                  <a:pt x="156" y="55"/>
                  <a:pt x="154" y="59"/>
                </a:cubicBezTo>
                <a:cubicBezTo>
                  <a:pt x="151" y="64"/>
                  <a:pt x="148" y="68"/>
                  <a:pt x="143" y="72"/>
                </a:cubicBezTo>
                <a:cubicBezTo>
                  <a:pt x="139" y="75"/>
                  <a:pt x="133" y="78"/>
                  <a:pt x="127" y="81"/>
                </a:cubicBezTo>
                <a:cubicBezTo>
                  <a:pt x="120" y="83"/>
                  <a:pt x="113" y="85"/>
                  <a:pt x="106" y="85"/>
                </a:cubicBezTo>
                <a:cubicBezTo>
                  <a:pt x="104" y="88"/>
                  <a:pt x="101" y="91"/>
                  <a:pt x="97" y="94"/>
                </a:cubicBezTo>
                <a:cubicBezTo>
                  <a:pt x="95" y="96"/>
                  <a:pt x="93" y="98"/>
                  <a:pt x="92" y="101"/>
                </a:cubicBezTo>
                <a:cubicBezTo>
                  <a:pt x="92" y="103"/>
                  <a:pt x="91" y="106"/>
                  <a:pt x="91" y="109"/>
                </a:cubicBezTo>
                <a:cubicBezTo>
                  <a:pt x="91" y="113"/>
                  <a:pt x="92" y="116"/>
                  <a:pt x="94" y="118"/>
                </a:cubicBezTo>
                <a:cubicBezTo>
                  <a:pt x="96" y="120"/>
                  <a:pt x="99" y="121"/>
                  <a:pt x="103" y="121"/>
                </a:cubicBezTo>
                <a:cubicBezTo>
                  <a:pt x="108" y="121"/>
                  <a:pt x="112" y="123"/>
                  <a:pt x="116" y="126"/>
                </a:cubicBezTo>
                <a:cubicBezTo>
                  <a:pt x="119" y="129"/>
                  <a:pt x="121" y="132"/>
                  <a:pt x="121" y="136"/>
                </a:cubicBezTo>
                <a:cubicBezTo>
                  <a:pt x="121" y="143"/>
                  <a:pt x="121" y="143"/>
                  <a:pt x="121" y="143"/>
                </a:cubicBezTo>
                <a:cubicBezTo>
                  <a:pt x="121" y="143"/>
                  <a:pt x="121" y="144"/>
                  <a:pt x="120" y="145"/>
                </a:cubicBezTo>
                <a:cubicBezTo>
                  <a:pt x="120" y="145"/>
                  <a:pt x="119" y="146"/>
                  <a:pt x="118" y="146"/>
                </a:cubicBezTo>
                <a:cubicBezTo>
                  <a:pt x="40" y="146"/>
                  <a:pt x="40" y="146"/>
                  <a:pt x="40" y="146"/>
                </a:cubicBezTo>
                <a:cubicBezTo>
                  <a:pt x="39" y="146"/>
                  <a:pt x="38" y="145"/>
                  <a:pt x="37" y="145"/>
                </a:cubicBezTo>
                <a:cubicBezTo>
                  <a:pt x="37" y="144"/>
                  <a:pt x="37" y="143"/>
                  <a:pt x="37" y="143"/>
                </a:cubicBezTo>
                <a:cubicBezTo>
                  <a:pt x="37" y="136"/>
                  <a:pt x="37" y="136"/>
                  <a:pt x="37" y="136"/>
                </a:cubicBezTo>
                <a:cubicBezTo>
                  <a:pt x="37" y="132"/>
                  <a:pt x="38" y="129"/>
                  <a:pt x="42" y="126"/>
                </a:cubicBezTo>
                <a:cubicBezTo>
                  <a:pt x="46" y="123"/>
                  <a:pt x="50" y="121"/>
                  <a:pt x="55" y="121"/>
                </a:cubicBezTo>
                <a:cubicBezTo>
                  <a:pt x="59" y="121"/>
                  <a:pt x="62" y="120"/>
                  <a:pt x="64" y="118"/>
                </a:cubicBezTo>
                <a:cubicBezTo>
                  <a:pt x="66" y="116"/>
                  <a:pt x="67" y="113"/>
                  <a:pt x="67" y="109"/>
                </a:cubicBezTo>
                <a:cubicBezTo>
                  <a:pt x="67" y="106"/>
                  <a:pt x="66" y="103"/>
                  <a:pt x="65" y="101"/>
                </a:cubicBezTo>
                <a:cubicBezTo>
                  <a:pt x="65" y="98"/>
                  <a:pt x="63" y="96"/>
                  <a:pt x="61" y="94"/>
                </a:cubicBezTo>
                <a:cubicBezTo>
                  <a:pt x="57" y="91"/>
                  <a:pt x="54" y="88"/>
                  <a:pt x="52" y="85"/>
                </a:cubicBezTo>
                <a:cubicBezTo>
                  <a:pt x="44" y="85"/>
                  <a:pt x="38" y="83"/>
                  <a:pt x="31" y="81"/>
                </a:cubicBezTo>
                <a:cubicBezTo>
                  <a:pt x="25" y="78"/>
                  <a:pt x="19" y="75"/>
                  <a:pt x="15" y="72"/>
                </a:cubicBezTo>
                <a:cubicBezTo>
                  <a:pt x="10" y="68"/>
                  <a:pt x="7" y="64"/>
                  <a:pt x="4" y="59"/>
                </a:cubicBezTo>
                <a:cubicBezTo>
                  <a:pt x="2" y="55"/>
                  <a:pt x="0" y="50"/>
                  <a:pt x="0" y="46"/>
                </a:cubicBezTo>
                <a:cubicBezTo>
                  <a:pt x="0" y="34"/>
                  <a:pt x="0" y="34"/>
                  <a:pt x="0" y="34"/>
                </a:cubicBezTo>
                <a:cubicBezTo>
                  <a:pt x="0" y="31"/>
                  <a:pt x="1" y="29"/>
                  <a:pt x="3" y="27"/>
                </a:cubicBezTo>
                <a:cubicBezTo>
                  <a:pt x="5" y="25"/>
                  <a:pt x="7" y="25"/>
                  <a:pt x="9" y="25"/>
                </a:cubicBezTo>
                <a:cubicBezTo>
                  <a:pt x="37" y="25"/>
                  <a:pt x="37" y="25"/>
                  <a:pt x="37" y="25"/>
                </a:cubicBezTo>
                <a:cubicBezTo>
                  <a:pt x="37" y="15"/>
                  <a:pt x="37" y="15"/>
                  <a:pt x="37" y="15"/>
                </a:cubicBezTo>
                <a:cubicBezTo>
                  <a:pt x="37" y="11"/>
                  <a:pt x="38" y="8"/>
                  <a:pt x="41" y="5"/>
                </a:cubicBezTo>
                <a:cubicBezTo>
                  <a:pt x="44" y="2"/>
                  <a:pt x="48" y="0"/>
                  <a:pt x="52" y="0"/>
                </a:cubicBezTo>
                <a:cubicBezTo>
                  <a:pt x="106" y="0"/>
                  <a:pt x="106" y="0"/>
                  <a:pt x="106" y="0"/>
                </a:cubicBezTo>
                <a:cubicBezTo>
                  <a:pt x="110" y="0"/>
                  <a:pt x="114" y="2"/>
                  <a:pt x="117" y="5"/>
                </a:cubicBezTo>
                <a:cubicBezTo>
                  <a:pt x="120" y="8"/>
                  <a:pt x="121" y="11"/>
                  <a:pt x="121" y="15"/>
                </a:cubicBezTo>
                <a:cubicBezTo>
                  <a:pt x="121" y="25"/>
                  <a:pt x="121" y="25"/>
                  <a:pt x="121" y="25"/>
                </a:cubicBezTo>
                <a:cubicBezTo>
                  <a:pt x="149" y="25"/>
                  <a:pt x="149" y="25"/>
                  <a:pt x="149" y="25"/>
                </a:cubicBezTo>
                <a:cubicBezTo>
                  <a:pt x="151" y="25"/>
                  <a:pt x="153" y="25"/>
                  <a:pt x="155" y="27"/>
                </a:cubicBezTo>
                <a:cubicBezTo>
                  <a:pt x="157" y="29"/>
                  <a:pt x="158" y="31"/>
                  <a:pt x="158" y="34"/>
                </a:cubicBezTo>
                <a:close/>
                <a:moveTo>
                  <a:pt x="44" y="72"/>
                </a:moveTo>
                <a:cubicBezTo>
                  <a:pt x="39" y="62"/>
                  <a:pt x="37" y="50"/>
                  <a:pt x="37" y="37"/>
                </a:cubicBezTo>
                <a:cubicBezTo>
                  <a:pt x="12" y="37"/>
                  <a:pt x="12" y="37"/>
                  <a:pt x="12" y="37"/>
                </a:cubicBezTo>
                <a:cubicBezTo>
                  <a:pt x="12" y="46"/>
                  <a:pt x="12" y="46"/>
                  <a:pt x="12" y="46"/>
                </a:cubicBezTo>
                <a:cubicBezTo>
                  <a:pt x="12" y="51"/>
                  <a:pt x="15" y="56"/>
                  <a:pt x="21" y="61"/>
                </a:cubicBezTo>
                <a:cubicBezTo>
                  <a:pt x="27" y="66"/>
                  <a:pt x="35" y="70"/>
                  <a:pt x="44" y="72"/>
                </a:cubicBezTo>
                <a:close/>
                <a:moveTo>
                  <a:pt x="146" y="46"/>
                </a:moveTo>
                <a:cubicBezTo>
                  <a:pt x="146" y="37"/>
                  <a:pt x="146" y="37"/>
                  <a:pt x="146" y="37"/>
                </a:cubicBezTo>
                <a:cubicBezTo>
                  <a:pt x="121" y="37"/>
                  <a:pt x="121" y="37"/>
                  <a:pt x="121" y="37"/>
                </a:cubicBezTo>
                <a:cubicBezTo>
                  <a:pt x="121" y="50"/>
                  <a:pt x="119" y="62"/>
                  <a:pt x="114" y="72"/>
                </a:cubicBezTo>
                <a:cubicBezTo>
                  <a:pt x="123" y="70"/>
                  <a:pt x="131" y="66"/>
                  <a:pt x="137" y="61"/>
                </a:cubicBezTo>
                <a:cubicBezTo>
                  <a:pt x="143" y="56"/>
                  <a:pt x="146" y="51"/>
                  <a:pt x="146" y="46"/>
                </a:cubicBezTo>
                <a:close/>
              </a:path>
            </a:pathLst>
          </a:custGeom>
          <a:solidFill>
            <a:schemeClr val="bg1"/>
          </a:solidFill>
          <a:ln>
            <a:noFill/>
          </a:ln>
        </p:spPr>
        <p:txBody>
          <a:bodyPr vert="horz" wrap="square" lIns="57150" tIns="28575" rIns="57150" bIns="28575"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125" dirty="0">
              <a:latin typeface="微软雅黑" pitchFamily="34" charset="-122"/>
              <a:ea typeface="微软雅黑" pitchFamily="34" charset="-122"/>
              <a:cs typeface="思源黑体 CN Regular" panose="020B0500000000000000" charset="-122"/>
            </a:endParaRPr>
          </a:p>
        </p:txBody>
      </p:sp>
      <p:sp>
        <p:nvSpPr>
          <p:cNvPr id="43" name="AutoShape 2" descr="模仿学习(Imitation Learning)入门指南 - 知乎">
            <a:extLst>
              <a:ext uri="{FF2B5EF4-FFF2-40B4-BE49-F238E27FC236}">
                <a16:creationId xmlns:a16="http://schemas.microsoft.com/office/drawing/2014/main" id="{6F60A91F-E89B-E6D2-6551-947B90E573E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AutoShape 4" descr="模仿学习(Imitation Learning)入门指南 - 知乎">
            <a:extLst>
              <a:ext uri="{FF2B5EF4-FFF2-40B4-BE49-F238E27FC236}">
                <a16:creationId xmlns:a16="http://schemas.microsoft.com/office/drawing/2014/main" id="{B1F26152-FB7E-4853-32B4-EAB736F87EFC}"/>
              </a:ext>
            </a:extLst>
          </p:cNvPr>
          <p:cNvSpPr>
            <a:spLocks noChangeAspect="1" noChangeArrowheads="1"/>
          </p:cNvSpPr>
          <p:nvPr/>
        </p:nvSpPr>
        <p:spPr bwMode="auto">
          <a:xfrm>
            <a:off x="1487488" y="2141963"/>
            <a:ext cx="3226076" cy="2465378"/>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46" name="图片 45">
            <a:extLst>
              <a:ext uri="{FF2B5EF4-FFF2-40B4-BE49-F238E27FC236}">
                <a16:creationId xmlns:a16="http://schemas.microsoft.com/office/drawing/2014/main" id="{C0E10539-14CE-8503-DD19-3FE87BC3E933}"/>
              </a:ext>
            </a:extLst>
          </p:cNvPr>
          <p:cNvPicPr>
            <a:picLocks noChangeAspect="1"/>
          </p:cNvPicPr>
          <p:nvPr/>
        </p:nvPicPr>
        <p:blipFill>
          <a:blip r:embed="rId26"/>
          <a:stretch>
            <a:fillRect/>
          </a:stretch>
        </p:blipFill>
        <p:spPr>
          <a:xfrm>
            <a:off x="495340" y="2659341"/>
            <a:ext cx="4949054" cy="187147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0"/>
                                  </p:stCondLst>
                                  <p:iterate type="lt">
                                    <p:tmPct val="10000"/>
                                  </p:iterate>
                                  <p:childTnLst>
                                    <p:set>
                                      <p:cBhvr>
                                        <p:cTn id="6" dur="1" fill="hold">
                                          <p:stCondLst>
                                            <p:cond delay="0"/>
                                          </p:stCondLst>
                                        </p:cTn>
                                        <p:tgtEl>
                                          <p:spTgt spid="18"/>
                                        </p:tgtEl>
                                        <p:attrNameLst>
                                          <p:attrName>style.visibility</p:attrName>
                                        </p:attrNameLst>
                                      </p:cBhvr>
                                      <p:to>
                                        <p:strVal val="visible"/>
                                      </p:to>
                                    </p:set>
                                    <p:anim from="0" to="1" calcmode="lin" valueType="num">
                                      <p:cBhvr>
                                        <p:cTn id="7" dur="500" fill="hold">
                                          <p:stCondLst>
                                            <p:cond delay="0"/>
                                          </p:stCondLst>
                                        </p:cTn>
                                        <p:tgtEl>
                                          <p:spTgt spid="18"/>
                                        </p:tgtEl>
                                        <p:attrNameLst>
                                          <p:attrName>style.opacity</p:attrName>
                                        </p:attrNameLst>
                                      </p:cBhvr>
                                    </p:anim>
                                    <p:anim to="" calcmode="lin" valueType="num">
                                      <p:cBhvr>
                                        <p:cTn id="8" dur="500" fill="hold">
                                          <p:stCondLst>
                                            <p:cond delay="0"/>
                                          </p:stCondLst>
                                        </p:cTn>
                                        <p:tgtEl>
                                          <p:spTgt spid="18"/>
                                        </p:tgtEl>
                                        <p:attrNameLst>
                                          <p:attrName>ppt_y</p:attrName>
                                        </p:attrNameLst>
                                      </p:cBhvr>
                                      <p:tavLst>
                                        <p:tav tm="0" fmla="$">
                                          <p:val>
                                            <p:strVal val="#ppt_y+.05"/>
                                          </p:val>
                                        </p:tav>
                                        <p:tav tm="100000" fmla="$">
                                          <p:val>
                                            <p:strVal val="#ppt_y"/>
                                          </p:val>
                                        </p:tav>
                                      </p:tavLst>
                                    </p:anim>
                                  </p:childTnLst>
                                </p:cTn>
                              </p:par>
                              <p:par>
                                <p:cTn id="9" presetID="0" presetClass="entr" presetSubtype="0" decel="100000" fill="hold" nodeType="withEffect">
                                  <p:stCondLst>
                                    <p:cond delay="250"/>
                                  </p:stCondLst>
                                  <p:childTnLst>
                                    <p:set>
                                      <p:cBhvr>
                                        <p:cTn id="10" dur="1" fill="hold">
                                          <p:stCondLst>
                                            <p:cond delay="0"/>
                                          </p:stCondLst>
                                        </p:cTn>
                                        <p:tgtEl>
                                          <p:spTgt spid="2"/>
                                        </p:tgtEl>
                                        <p:attrNameLst>
                                          <p:attrName>style.visibility</p:attrName>
                                        </p:attrNameLst>
                                      </p:cBhvr>
                                      <p:to>
                                        <p:strVal val="visible"/>
                                      </p:to>
                                    </p:set>
                                    <p:anim from="0" to="1" calcmode="lin" valueType="num">
                                      <p:cBhvr>
                                        <p:cTn id="11" dur="500" fill="hold">
                                          <p:stCondLst>
                                            <p:cond delay="0"/>
                                          </p:stCondLst>
                                        </p:cTn>
                                        <p:tgtEl>
                                          <p:spTgt spid="2"/>
                                        </p:tgtEl>
                                        <p:attrNameLst>
                                          <p:attrName>style.opacity</p:attrName>
                                        </p:attrNameLst>
                                      </p:cBhvr>
                                    </p:anim>
                                    <p:anim to="" calcmode="lin" valueType="num">
                                      <p:cBhvr>
                                        <p:cTn id="12" dur="500" fill="hold">
                                          <p:stCondLst>
                                            <p:cond delay="0"/>
                                          </p:stCondLst>
                                        </p:cTn>
                                        <p:tgtEl>
                                          <p:spTgt spid="2"/>
                                        </p:tgtEl>
                                        <p:attrNameLst>
                                          <p:attrName>ppt_x</p:attrName>
                                        </p:attrNameLst>
                                      </p:cBhvr>
                                      <p:tavLst>
                                        <p:tav tm="0" fmla="$">
                                          <p:val>
                                            <p:strVal val="#ppt_x+.05"/>
                                          </p:val>
                                        </p:tav>
                                        <p:tav tm="100000" fmla="$">
                                          <p:val>
                                            <p:strVal val="#ppt_x"/>
                                          </p:val>
                                        </p:tav>
                                      </p:tavLst>
                                    </p:anim>
                                  </p:childTnLst>
                                </p:cTn>
                              </p:par>
                              <p:par>
                                <p:cTn id="13" presetID="0" presetClass="entr" presetSubtype="0" decel="100000" fill="hold" nodeType="withEffect">
                                  <p:stCondLst>
                                    <p:cond delay="500"/>
                                  </p:stCondLst>
                                  <p:childTnLst>
                                    <p:set>
                                      <p:cBhvr>
                                        <p:cTn id="14" dur="1" fill="hold">
                                          <p:stCondLst>
                                            <p:cond delay="0"/>
                                          </p:stCondLst>
                                        </p:cTn>
                                        <p:tgtEl>
                                          <p:spTgt spid="12"/>
                                        </p:tgtEl>
                                        <p:attrNameLst>
                                          <p:attrName>style.visibility</p:attrName>
                                        </p:attrNameLst>
                                      </p:cBhvr>
                                      <p:to>
                                        <p:strVal val="visible"/>
                                      </p:to>
                                    </p:set>
                                    <p:anim from="0" to="1" calcmode="lin" valueType="num">
                                      <p:cBhvr>
                                        <p:cTn id="15" dur="500" fill="hold">
                                          <p:stCondLst>
                                            <p:cond delay="0"/>
                                          </p:stCondLst>
                                        </p:cTn>
                                        <p:tgtEl>
                                          <p:spTgt spid="12"/>
                                        </p:tgtEl>
                                        <p:attrNameLst>
                                          <p:attrName>style.opacity</p:attrName>
                                        </p:attrNameLst>
                                      </p:cBhvr>
                                    </p:anim>
                                    <p:anim to="" calcmode="lin" valueType="num">
                                      <p:cBhvr>
                                        <p:cTn id="16" dur="500" fill="hold">
                                          <p:stCondLst>
                                            <p:cond delay="0"/>
                                          </p:stCondLst>
                                        </p:cTn>
                                        <p:tgtEl>
                                          <p:spTgt spid="12"/>
                                        </p:tgtEl>
                                        <p:attrNameLst>
                                          <p:attrName>ppt_x</p:attrName>
                                        </p:attrNameLst>
                                      </p:cBhvr>
                                      <p:tavLst>
                                        <p:tav tm="0" fmla="$">
                                          <p:val>
                                            <p:strVal val="#ppt_x+.05"/>
                                          </p:val>
                                        </p:tav>
                                        <p:tav tm="100000" fmla="$">
                                          <p:val>
                                            <p:strVal val="#ppt_x"/>
                                          </p:val>
                                        </p:tav>
                                      </p:tavLst>
                                    </p:anim>
                                  </p:childTnLst>
                                </p:cTn>
                              </p:par>
                              <p:par>
                                <p:cTn id="17" presetID="0" presetClass="entr" presetSubtype="0" decel="100000" fill="hold" nodeType="withEffect">
                                  <p:stCondLst>
                                    <p:cond delay="750"/>
                                  </p:stCondLst>
                                  <p:childTnLst>
                                    <p:set>
                                      <p:cBhvr>
                                        <p:cTn id="18" dur="1" fill="hold">
                                          <p:stCondLst>
                                            <p:cond delay="0"/>
                                          </p:stCondLst>
                                        </p:cTn>
                                        <p:tgtEl>
                                          <p:spTgt spid="29"/>
                                        </p:tgtEl>
                                        <p:attrNameLst>
                                          <p:attrName>style.visibility</p:attrName>
                                        </p:attrNameLst>
                                      </p:cBhvr>
                                      <p:to>
                                        <p:strVal val="visible"/>
                                      </p:to>
                                    </p:set>
                                    <p:anim from="0" to="1" calcmode="lin" valueType="num">
                                      <p:cBhvr>
                                        <p:cTn id="19" dur="500" fill="hold">
                                          <p:stCondLst>
                                            <p:cond delay="0"/>
                                          </p:stCondLst>
                                        </p:cTn>
                                        <p:tgtEl>
                                          <p:spTgt spid="29"/>
                                        </p:tgtEl>
                                        <p:attrNameLst>
                                          <p:attrName>style.opacity</p:attrName>
                                        </p:attrNameLst>
                                      </p:cBhvr>
                                    </p:anim>
                                    <p:anim to="" calcmode="lin" valueType="num">
                                      <p:cBhvr>
                                        <p:cTn id="20" dur="500" fill="hold">
                                          <p:stCondLst>
                                            <p:cond delay="0"/>
                                          </p:stCondLst>
                                        </p:cTn>
                                        <p:tgtEl>
                                          <p:spTgt spid="29"/>
                                        </p:tgtEl>
                                        <p:attrNameLst>
                                          <p:attrName>ppt_x</p:attrName>
                                        </p:attrNameLst>
                                      </p:cBhvr>
                                      <p:tavLst>
                                        <p:tav tm="0" fmla="$">
                                          <p:val>
                                            <p:strVal val="#ppt_x+.05"/>
                                          </p:val>
                                        </p:tav>
                                        <p:tav tm="100000" fmla="$">
                                          <p:val>
                                            <p:strVal val="#ppt_x"/>
                                          </p:val>
                                        </p:tav>
                                      </p:tavLst>
                                    </p:anim>
                                  </p:childTnLst>
                                </p:cTn>
                              </p:par>
                              <p:par>
                                <p:cTn id="21" presetID="10" presetClass="entr" presetSubtype="0" decel="100000" fill="hold" grpId="0" nodeType="withEffect">
                                  <p:stCondLst>
                                    <p:cond delay="250"/>
                                  </p:stCondLst>
                                  <p:childTnLst>
                                    <p:set>
                                      <p:cBhvr>
                                        <p:cTn id="22" dur="1" fill="hold">
                                          <p:stCondLst>
                                            <p:cond delay="0"/>
                                          </p:stCondLst>
                                        </p:cTn>
                                        <p:tgtEl>
                                          <p:spTgt spid="42"/>
                                        </p:tgtEl>
                                        <p:attrNameLst>
                                          <p:attrName>style.visibility</p:attrName>
                                        </p:attrNameLst>
                                      </p:cBhvr>
                                      <p:to>
                                        <p:strVal val="visible"/>
                                      </p:to>
                                    </p:set>
                                    <p:anim from="0" to="1" calcmode="lin" valueType="num">
                                      <p:cBhvr>
                                        <p:cTn id="23" dur="500" fill="hold">
                                          <p:stCondLst>
                                            <p:cond delay="0"/>
                                          </p:stCondLst>
                                        </p:cTn>
                                        <p:tgtEl>
                                          <p:spTgt spid="42"/>
                                        </p:tgtEl>
                                        <p:attrNameLst>
                                          <p:attrName>style.opacity</p:attrName>
                                        </p:attrNameLst>
                                      </p:cBhvr>
                                    </p:anim>
                                    <p:anim to="" calcmode="lin" valueType="num">
                                      <p:cBhvr>
                                        <p:cTn id="24" dur="500" fill="hold">
                                          <p:stCondLst>
                                            <p:cond delay="0"/>
                                          </p:stCondLst>
                                        </p:cTn>
                                        <p:tgtEl>
                                          <p:spTgt spid="42"/>
                                        </p:tgtEl>
                                        <p:attrNameLst>
                                          <p:attrName>ppt_y</p:attrName>
                                        </p:attrNameLst>
                                      </p:cBhvr>
                                      <p:tavLst>
                                        <p:tav tm="0" fmla="$">
                                          <p:val>
                                            <p:strVal val="#ppt_y+.05"/>
                                          </p:val>
                                        </p:tav>
                                        <p:tav tm="100000" fmla="$">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4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 name="觅知网-不倒翁ID:189359941"/>
          <p:cNvGrpSpPr/>
          <p:nvPr/>
        </p:nvGrpSpPr>
        <p:grpSpPr>
          <a:xfrm>
            <a:off x="-178347" y="-186482"/>
            <a:ext cx="3810736" cy="6483102"/>
            <a:chOff x="695400" y="8111548"/>
            <a:chExt cx="3810736" cy="6483102"/>
          </a:xfrm>
          <a:solidFill>
            <a:srgbClr val="344778">
              <a:alpha val="5000"/>
            </a:srgbClr>
          </a:solidFill>
        </p:grpSpPr>
        <p:sp>
          <p:nvSpPr>
            <p:cNvPr id="113" name="觅知网-不倒翁ID:189359941"/>
            <p:cNvSpPr/>
            <p:nvPr/>
          </p:nvSpPr>
          <p:spPr bwMode="auto">
            <a:xfrm>
              <a:off x="3812011" y="13747819"/>
              <a:ext cx="694125" cy="465063"/>
            </a:xfrm>
            <a:custGeom>
              <a:avLst/>
              <a:gdLst>
                <a:gd name="T0" fmla="*/ 0 w 93"/>
                <a:gd name="T1" fmla="*/ 6 h 62"/>
                <a:gd name="T2" fmla="*/ 93 w 93"/>
                <a:gd name="T3" fmla="*/ 62 h 62"/>
                <a:gd name="T4" fmla="*/ 0 w 93"/>
                <a:gd name="T5" fmla="*/ 6 h 62"/>
              </a:gdLst>
              <a:ahLst/>
              <a:cxnLst>
                <a:cxn ang="0">
                  <a:pos x="T0" y="T1"/>
                </a:cxn>
                <a:cxn ang="0">
                  <a:pos x="T2" y="T3"/>
                </a:cxn>
                <a:cxn ang="0">
                  <a:pos x="T4" y="T5"/>
                </a:cxn>
              </a:cxnLst>
              <a:rect l="0" t="0" r="r" b="b"/>
              <a:pathLst>
                <a:path w="93" h="62">
                  <a:moveTo>
                    <a:pt x="0" y="6"/>
                  </a:moveTo>
                  <a:cubicBezTo>
                    <a:pt x="54" y="0"/>
                    <a:pt x="75" y="57"/>
                    <a:pt x="93" y="62"/>
                  </a:cubicBezTo>
                  <a:cubicBezTo>
                    <a:pt x="35" y="57"/>
                    <a:pt x="7" y="30"/>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4" name="觅知网-不倒翁ID:189359941"/>
            <p:cNvSpPr/>
            <p:nvPr/>
          </p:nvSpPr>
          <p:spPr bwMode="auto">
            <a:xfrm>
              <a:off x="3360830" y="13685350"/>
              <a:ext cx="631656" cy="492830"/>
            </a:xfrm>
            <a:custGeom>
              <a:avLst/>
              <a:gdLst>
                <a:gd name="T0" fmla="*/ 0 w 85"/>
                <a:gd name="T1" fmla="*/ 2 h 66"/>
                <a:gd name="T2" fmla="*/ 85 w 85"/>
                <a:gd name="T3" fmla="*/ 66 h 66"/>
                <a:gd name="T4" fmla="*/ 0 w 85"/>
                <a:gd name="T5" fmla="*/ 2 h 66"/>
              </a:gdLst>
              <a:ahLst/>
              <a:cxnLst>
                <a:cxn ang="0">
                  <a:pos x="T0" y="T1"/>
                </a:cxn>
                <a:cxn ang="0">
                  <a:pos x="T2" y="T3"/>
                </a:cxn>
                <a:cxn ang="0">
                  <a:pos x="T4" y="T5"/>
                </a:cxn>
              </a:cxnLst>
              <a:rect l="0" t="0" r="r" b="b"/>
              <a:pathLst>
                <a:path w="85" h="66">
                  <a:moveTo>
                    <a:pt x="0" y="2"/>
                  </a:moveTo>
                  <a:cubicBezTo>
                    <a:pt x="50" y="0"/>
                    <a:pt x="69" y="60"/>
                    <a:pt x="85" y="66"/>
                  </a:cubicBezTo>
                  <a:cubicBezTo>
                    <a:pt x="26" y="57"/>
                    <a:pt x="4" y="24"/>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5" name="觅知网-不倒翁ID:189359941"/>
            <p:cNvSpPr/>
            <p:nvPr/>
          </p:nvSpPr>
          <p:spPr bwMode="auto">
            <a:xfrm>
              <a:off x="2930473" y="13532643"/>
              <a:ext cx="562243" cy="555300"/>
            </a:xfrm>
            <a:custGeom>
              <a:avLst/>
              <a:gdLst>
                <a:gd name="T0" fmla="*/ 0 w 75"/>
                <a:gd name="T1" fmla="*/ 0 h 74"/>
                <a:gd name="T2" fmla="*/ 75 w 75"/>
                <a:gd name="T3" fmla="*/ 74 h 74"/>
                <a:gd name="T4" fmla="*/ 0 w 75"/>
                <a:gd name="T5" fmla="*/ 0 h 74"/>
              </a:gdLst>
              <a:ahLst/>
              <a:cxnLst>
                <a:cxn ang="0">
                  <a:pos x="T0" y="T1"/>
                </a:cxn>
                <a:cxn ang="0">
                  <a:pos x="T2" y="T3"/>
                </a:cxn>
                <a:cxn ang="0">
                  <a:pos x="T4" y="T5"/>
                </a:cxn>
              </a:cxnLst>
              <a:rect l="0" t="0" r="r" b="b"/>
              <a:pathLst>
                <a:path w="75" h="74">
                  <a:moveTo>
                    <a:pt x="0" y="0"/>
                  </a:moveTo>
                  <a:cubicBezTo>
                    <a:pt x="49" y="8"/>
                    <a:pt x="60" y="66"/>
                    <a:pt x="75" y="74"/>
                  </a:cubicBezTo>
                  <a:cubicBezTo>
                    <a:pt x="25" y="62"/>
                    <a:pt x="0" y="28"/>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6" name="觅知网-不倒翁ID:189359941"/>
            <p:cNvSpPr/>
            <p:nvPr/>
          </p:nvSpPr>
          <p:spPr bwMode="auto">
            <a:xfrm>
              <a:off x="2513998" y="13310524"/>
              <a:ext cx="492831" cy="624708"/>
            </a:xfrm>
            <a:custGeom>
              <a:avLst/>
              <a:gdLst>
                <a:gd name="T0" fmla="*/ 4 w 66"/>
                <a:gd name="T1" fmla="*/ 0 h 84"/>
                <a:gd name="T2" fmla="*/ 66 w 66"/>
                <a:gd name="T3" fmla="*/ 84 h 84"/>
                <a:gd name="T4" fmla="*/ 4 w 66"/>
                <a:gd name="T5" fmla="*/ 0 h 84"/>
              </a:gdLst>
              <a:ahLst/>
              <a:cxnLst>
                <a:cxn ang="0">
                  <a:pos x="T0" y="T1"/>
                </a:cxn>
                <a:cxn ang="0">
                  <a:pos x="T2" y="T3"/>
                </a:cxn>
                <a:cxn ang="0">
                  <a:pos x="T4" y="T5"/>
                </a:cxn>
              </a:cxnLst>
              <a:rect l="0" t="0" r="r" b="b"/>
              <a:pathLst>
                <a:path w="66" h="84">
                  <a:moveTo>
                    <a:pt x="4" y="0"/>
                  </a:moveTo>
                  <a:cubicBezTo>
                    <a:pt x="48" y="15"/>
                    <a:pt x="53" y="74"/>
                    <a:pt x="66" y="84"/>
                  </a:cubicBezTo>
                  <a:cubicBezTo>
                    <a:pt x="16" y="64"/>
                    <a:pt x="0" y="26"/>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7" name="觅知网-不倒翁ID:189359941"/>
            <p:cNvSpPr/>
            <p:nvPr/>
          </p:nvSpPr>
          <p:spPr bwMode="auto">
            <a:xfrm>
              <a:off x="2118352" y="13018993"/>
              <a:ext cx="437300" cy="694121"/>
            </a:xfrm>
            <a:custGeom>
              <a:avLst/>
              <a:gdLst>
                <a:gd name="T0" fmla="*/ 11 w 58"/>
                <a:gd name="T1" fmla="*/ 0 h 93"/>
                <a:gd name="T2" fmla="*/ 58 w 58"/>
                <a:gd name="T3" fmla="*/ 93 h 93"/>
                <a:gd name="T4" fmla="*/ 11 w 58"/>
                <a:gd name="T5" fmla="*/ 0 h 93"/>
              </a:gdLst>
              <a:ahLst/>
              <a:cxnLst>
                <a:cxn ang="0">
                  <a:pos x="T0" y="T1"/>
                </a:cxn>
                <a:cxn ang="0">
                  <a:pos x="T2" y="T3"/>
                </a:cxn>
                <a:cxn ang="0">
                  <a:pos x="T4" y="T5"/>
                </a:cxn>
              </a:cxnLst>
              <a:rect l="0" t="0" r="r" b="b"/>
              <a:pathLst>
                <a:path w="58" h="93">
                  <a:moveTo>
                    <a:pt x="11" y="0"/>
                  </a:moveTo>
                  <a:cubicBezTo>
                    <a:pt x="46" y="20"/>
                    <a:pt x="52" y="88"/>
                    <a:pt x="58" y="93"/>
                  </a:cubicBezTo>
                  <a:cubicBezTo>
                    <a:pt x="24" y="77"/>
                    <a:pt x="0" y="37"/>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8" name="觅知网-不倒翁ID:189359941"/>
            <p:cNvSpPr/>
            <p:nvPr/>
          </p:nvSpPr>
          <p:spPr bwMode="auto">
            <a:xfrm>
              <a:off x="1833759" y="12678873"/>
              <a:ext cx="347063" cy="735770"/>
            </a:xfrm>
            <a:custGeom>
              <a:avLst/>
              <a:gdLst>
                <a:gd name="T0" fmla="*/ 11 w 46"/>
                <a:gd name="T1" fmla="*/ 0 h 99"/>
                <a:gd name="T2" fmla="*/ 41 w 46"/>
                <a:gd name="T3" fmla="*/ 99 h 99"/>
                <a:gd name="T4" fmla="*/ 11 w 46"/>
                <a:gd name="T5" fmla="*/ 0 h 99"/>
              </a:gdLst>
              <a:ahLst/>
              <a:cxnLst>
                <a:cxn ang="0">
                  <a:pos x="T0" y="T1"/>
                </a:cxn>
                <a:cxn ang="0">
                  <a:pos x="T2" y="T3"/>
                </a:cxn>
                <a:cxn ang="0">
                  <a:pos x="T4" y="T5"/>
                </a:cxn>
              </a:cxnLst>
              <a:rect l="0" t="0" r="r" b="b"/>
              <a:pathLst>
                <a:path w="46" h="99">
                  <a:moveTo>
                    <a:pt x="11" y="0"/>
                  </a:moveTo>
                  <a:cubicBezTo>
                    <a:pt x="46" y="29"/>
                    <a:pt x="32" y="86"/>
                    <a:pt x="41" y="99"/>
                  </a:cubicBezTo>
                  <a:cubicBezTo>
                    <a:pt x="1" y="71"/>
                    <a:pt x="0" y="24"/>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9" name="觅知网-不倒翁ID:189359941"/>
            <p:cNvSpPr/>
            <p:nvPr/>
          </p:nvSpPr>
          <p:spPr bwMode="auto">
            <a:xfrm>
              <a:off x="1569991" y="12283223"/>
              <a:ext cx="347063" cy="770476"/>
            </a:xfrm>
            <a:custGeom>
              <a:avLst/>
              <a:gdLst>
                <a:gd name="T0" fmla="*/ 19 w 47"/>
                <a:gd name="T1" fmla="*/ 0 h 103"/>
                <a:gd name="T2" fmla="*/ 31 w 47"/>
                <a:gd name="T3" fmla="*/ 103 h 103"/>
                <a:gd name="T4" fmla="*/ 19 w 47"/>
                <a:gd name="T5" fmla="*/ 0 h 103"/>
              </a:gdLst>
              <a:ahLst/>
              <a:cxnLst>
                <a:cxn ang="0">
                  <a:pos x="T0" y="T1"/>
                </a:cxn>
                <a:cxn ang="0">
                  <a:pos x="T2" y="T3"/>
                </a:cxn>
                <a:cxn ang="0">
                  <a:pos x="T4" y="T5"/>
                </a:cxn>
              </a:cxnLst>
              <a:rect l="0" t="0" r="r" b="b"/>
              <a:pathLst>
                <a:path w="47" h="103">
                  <a:moveTo>
                    <a:pt x="19" y="0"/>
                  </a:moveTo>
                  <a:cubicBezTo>
                    <a:pt x="47" y="36"/>
                    <a:pt x="25" y="89"/>
                    <a:pt x="31" y="103"/>
                  </a:cubicBezTo>
                  <a:cubicBezTo>
                    <a:pt x="1" y="71"/>
                    <a:pt x="0" y="29"/>
                    <a:pt x="1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0" name="觅知网-不倒翁ID:189359941"/>
            <p:cNvSpPr/>
            <p:nvPr/>
          </p:nvSpPr>
          <p:spPr bwMode="auto">
            <a:xfrm>
              <a:off x="1361753" y="11852871"/>
              <a:ext cx="360944" cy="770476"/>
            </a:xfrm>
            <a:custGeom>
              <a:avLst/>
              <a:gdLst>
                <a:gd name="T0" fmla="*/ 26 w 49"/>
                <a:gd name="T1" fmla="*/ 0 h 104"/>
                <a:gd name="T2" fmla="*/ 22 w 49"/>
                <a:gd name="T3" fmla="*/ 104 h 104"/>
                <a:gd name="T4" fmla="*/ 26 w 49"/>
                <a:gd name="T5" fmla="*/ 0 h 104"/>
              </a:gdLst>
              <a:ahLst/>
              <a:cxnLst>
                <a:cxn ang="0">
                  <a:pos x="T0" y="T1"/>
                </a:cxn>
                <a:cxn ang="0">
                  <a:pos x="T2" y="T3"/>
                </a:cxn>
                <a:cxn ang="0">
                  <a:pos x="T4" y="T5"/>
                </a:cxn>
              </a:cxnLst>
              <a:rect l="0" t="0" r="r" b="b"/>
              <a:pathLst>
                <a:path w="49" h="104">
                  <a:moveTo>
                    <a:pt x="26" y="0"/>
                  </a:moveTo>
                  <a:cubicBezTo>
                    <a:pt x="49" y="46"/>
                    <a:pt x="18" y="90"/>
                    <a:pt x="22" y="104"/>
                  </a:cubicBezTo>
                  <a:cubicBezTo>
                    <a:pt x="0" y="72"/>
                    <a:pt x="0" y="32"/>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1" name="觅知网-不倒翁ID:189359941"/>
            <p:cNvSpPr/>
            <p:nvPr/>
          </p:nvSpPr>
          <p:spPr bwMode="auto">
            <a:xfrm>
              <a:off x="1181283" y="11401685"/>
              <a:ext cx="402593" cy="770476"/>
            </a:xfrm>
            <a:custGeom>
              <a:avLst/>
              <a:gdLst>
                <a:gd name="T0" fmla="*/ 38 w 54"/>
                <a:gd name="T1" fmla="*/ 0 h 103"/>
                <a:gd name="T2" fmla="*/ 20 w 54"/>
                <a:gd name="T3" fmla="*/ 103 h 103"/>
                <a:gd name="T4" fmla="*/ 38 w 54"/>
                <a:gd name="T5" fmla="*/ 0 h 103"/>
              </a:gdLst>
              <a:ahLst/>
              <a:cxnLst>
                <a:cxn ang="0">
                  <a:pos x="T0" y="T1"/>
                </a:cxn>
                <a:cxn ang="0">
                  <a:pos x="T2" y="T3"/>
                </a:cxn>
                <a:cxn ang="0">
                  <a:pos x="T4" y="T5"/>
                </a:cxn>
              </a:cxnLst>
              <a:rect l="0" t="0" r="r" b="b"/>
              <a:pathLst>
                <a:path w="54" h="103">
                  <a:moveTo>
                    <a:pt x="38" y="0"/>
                  </a:moveTo>
                  <a:cubicBezTo>
                    <a:pt x="54" y="46"/>
                    <a:pt x="19" y="89"/>
                    <a:pt x="20" y="103"/>
                  </a:cubicBezTo>
                  <a:cubicBezTo>
                    <a:pt x="0" y="66"/>
                    <a:pt x="11" y="27"/>
                    <a:pt x="3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2" name="觅知网-不倒翁ID:189359941"/>
            <p:cNvSpPr/>
            <p:nvPr/>
          </p:nvSpPr>
          <p:spPr bwMode="auto">
            <a:xfrm>
              <a:off x="1118814" y="10950508"/>
              <a:ext cx="381769" cy="735770"/>
            </a:xfrm>
            <a:custGeom>
              <a:avLst/>
              <a:gdLst>
                <a:gd name="T0" fmla="*/ 42 w 51"/>
                <a:gd name="T1" fmla="*/ 0 h 99"/>
                <a:gd name="T2" fmla="*/ 11 w 51"/>
                <a:gd name="T3" fmla="*/ 99 h 99"/>
                <a:gd name="T4" fmla="*/ 42 w 51"/>
                <a:gd name="T5" fmla="*/ 0 h 99"/>
              </a:gdLst>
              <a:ahLst/>
              <a:cxnLst>
                <a:cxn ang="0">
                  <a:pos x="T0" y="T1"/>
                </a:cxn>
                <a:cxn ang="0">
                  <a:pos x="T2" y="T3"/>
                </a:cxn>
                <a:cxn ang="0">
                  <a:pos x="T4" y="T5"/>
                </a:cxn>
              </a:cxnLst>
              <a:rect l="0" t="0" r="r" b="b"/>
              <a:pathLst>
                <a:path w="51" h="99">
                  <a:moveTo>
                    <a:pt x="42" y="0"/>
                  </a:moveTo>
                  <a:cubicBezTo>
                    <a:pt x="51" y="36"/>
                    <a:pt x="12" y="95"/>
                    <a:pt x="11" y="99"/>
                  </a:cubicBezTo>
                  <a:cubicBezTo>
                    <a:pt x="0" y="67"/>
                    <a:pt x="4" y="33"/>
                    <a:pt x="4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3" name="觅知网-不倒翁ID:189359941"/>
            <p:cNvSpPr/>
            <p:nvPr/>
          </p:nvSpPr>
          <p:spPr bwMode="auto">
            <a:xfrm>
              <a:off x="1084103" y="10492388"/>
              <a:ext cx="402593" cy="701064"/>
            </a:xfrm>
            <a:custGeom>
              <a:avLst/>
              <a:gdLst>
                <a:gd name="T0" fmla="*/ 52 w 54"/>
                <a:gd name="T1" fmla="*/ 0 h 94"/>
                <a:gd name="T2" fmla="*/ 9 w 54"/>
                <a:gd name="T3" fmla="*/ 94 h 94"/>
                <a:gd name="T4" fmla="*/ 52 w 54"/>
                <a:gd name="T5" fmla="*/ 0 h 94"/>
              </a:gdLst>
              <a:ahLst/>
              <a:cxnLst>
                <a:cxn ang="0">
                  <a:pos x="T0" y="T1"/>
                </a:cxn>
                <a:cxn ang="0">
                  <a:pos x="T2" y="T3"/>
                </a:cxn>
                <a:cxn ang="0">
                  <a:pos x="T4" y="T5"/>
                </a:cxn>
              </a:cxnLst>
              <a:rect l="0" t="0" r="r" b="b"/>
              <a:pathLst>
                <a:path w="54" h="94">
                  <a:moveTo>
                    <a:pt x="52" y="0"/>
                  </a:moveTo>
                  <a:cubicBezTo>
                    <a:pt x="54" y="48"/>
                    <a:pt x="11" y="81"/>
                    <a:pt x="9" y="94"/>
                  </a:cubicBezTo>
                  <a:cubicBezTo>
                    <a:pt x="0" y="61"/>
                    <a:pt x="9" y="29"/>
                    <a:pt x="5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4" name="觅知网-不倒翁ID:189359941"/>
            <p:cNvSpPr/>
            <p:nvPr/>
          </p:nvSpPr>
          <p:spPr bwMode="auto">
            <a:xfrm>
              <a:off x="1097989" y="10055089"/>
              <a:ext cx="472006" cy="645537"/>
            </a:xfrm>
            <a:custGeom>
              <a:avLst/>
              <a:gdLst>
                <a:gd name="T0" fmla="*/ 63 w 63"/>
                <a:gd name="T1" fmla="*/ 0 h 87"/>
                <a:gd name="T2" fmla="*/ 8 w 63"/>
                <a:gd name="T3" fmla="*/ 87 h 87"/>
                <a:gd name="T4" fmla="*/ 63 w 63"/>
                <a:gd name="T5" fmla="*/ 0 h 87"/>
              </a:gdLst>
              <a:ahLst/>
              <a:cxnLst>
                <a:cxn ang="0">
                  <a:pos x="T0" y="T1"/>
                </a:cxn>
                <a:cxn ang="0">
                  <a:pos x="T2" y="T3"/>
                </a:cxn>
                <a:cxn ang="0">
                  <a:pos x="T4" y="T5"/>
                </a:cxn>
              </a:cxnLst>
              <a:rect l="0" t="0" r="r" b="b"/>
              <a:pathLst>
                <a:path w="63" h="87">
                  <a:moveTo>
                    <a:pt x="63" y="0"/>
                  </a:moveTo>
                  <a:cubicBezTo>
                    <a:pt x="59" y="44"/>
                    <a:pt x="11" y="75"/>
                    <a:pt x="8" y="87"/>
                  </a:cubicBezTo>
                  <a:cubicBezTo>
                    <a:pt x="0" y="39"/>
                    <a:pt x="32" y="19"/>
                    <a:pt x="6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5" name="觅知网-不倒翁ID:189359941"/>
            <p:cNvSpPr/>
            <p:nvPr/>
          </p:nvSpPr>
          <p:spPr bwMode="auto">
            <a:xfrm>
              <a:off x="3464953" y="14115706"/>
              <a:ext cx="1013420" cy="478944"/>
            </a:xfrm>
            <a:custGeom>
              <a:avLst/>
              <a:gdLst>
                <a:gd name="T0" fmla="*/ 0 w 136"/>
                <a:gd name="T1" fmla="*/ 37 h 64"/>
                <a:gd name="T2" fmla="*/ 136 w 136"/>
                <a:gd name="T3" fmla="*/ 19 h 64"/>
                <a:gd name="T4" fmla="*/ 0 w 136"/>
                <a:gd name="T5" fmla="*/ 37 h 64"/>
              </a:gdLst>
              <a:ahLst/>
              <a:cxnLst>
                <a:cxn ang="0">
                  <a:pos x="T0" y="T1"/>
                </a:cxn>
                <a:cxn ang="0">
                  <a:pos x="T2" y="T3"/>
                </a:cxn>
                <a:cxn ang="0">
                  <a:pos x="T4" y="T5"/>
                </a:cxn>
              </a:cxnLst>
              <a:rect l="0" t="0" r="r" b="b"/>
              <a:pathLst>
                <a:path w="136" h="64">
                  <a:moveTo>
                    <a:pt x="0" y="37"/>
                  </a:moveTo>
                  <a:cubicBezTo>
                    <a:pt x="68" y="64"/>
                    <a:pt x="104" y="27"/>
                    <a:pt x="136" y="19"/>
                  </a:cubicBezTo>
                  <a:cubicBezTo>
                    <a:pt x="70" y="0"/>
                    <a:pt x="50" y="35"/>
                    <a:pt x="0"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6" name="觅知网-不倒翁ID:189359941"/>
            <p:cNvSpPr/>
            <p:nvPr/>
          </p:nvSpPr>
          <p:spPr bwMode="auto">
            <a:xfrm>
              <a:off x="2965184" y="14039351"/>
              <a:ext cx="1013420" cy="472001"/>
            </a:xfrm>
            <a:custGeom>
              <a:avLst/>
              <a:gdLst>
                <a:gd name="T0" fmla="*/ 0 w 136"/>
                <a:gd name="T1" fmla="*/ 28 h 63"/>
                <a:gd name="T2" fmla="*/ 136 w 136"/>
                <a:gd name="T3" fmla="*/ 24 h 63"/>
                <a:gd name="T4" fmla="*/ 0 w 136"/>
                <a:gd name="T5" fmla="*/ 28 h 63"/>
              </a:gdLst>
              <a:ahLst/>
              <a:cxnLst>
                <a:cxn ang="0">
                  <a:pos x="T0" y="T1"/>
                </a:cxn>
                <a:cxn ang="0">
                  <a:pos x="T2" y="T3"/>
                </a:cxn>
                <a:cxn ang="0">
                  <a:pos x="T4" y="T5"/>
                </a:cxn>
              </a:cxnLst>
              <a:rect l="0" t="0" r="r" b="b"/>
              <a:pathLst>
                <a:path w="136" h="63">
                  <a:moveTo>
                    <a:pt x="0" y="28"/>
                  </a:moveTo>
                  <a:cubicBezTo>
                    <a:pt x="67" y="63"/>
                    <a:pt x="106" y="28"/>
                    <a:pt x="136" y="24"/>
                  </a:cubicBezTo>
                  <a:cubicBezTo>
                    <a:pt x="72" y="0"/>
                    <a:pt x="49" y="31"/>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7" name="觅知网-不倒翁ID:189359941"/>
            <p:cNvSpPr/>
            <p:nvPr/>
          </p:nvSpPr>
          <p:spPr bwMode="auto">
            <a:xfrm>
              <a:off x="2479296" y="13893587"/>
              <a:ext cx="999538" cy="478944"/>
            </a:xfrm>
            <a:custGeom>
              <a:avLst/>
              <a:gdLst>
                <a:gd name="T0" fmla="*/ 0 w 134"/>
                <a:gd name="T1" fmla="*/ 19 h 64"/>
                <a:gd name="T2" fmla="*/ 134 w 134"/>
                <a:gd name="T3" fmla="*/ 32 h 64"/>
                <a:gd name="T4" fmla="*/ 0 w 134"/>
                <a:gd name="T5" fmla="*/ 19 h 64"/>
              </a:gdLst>
              <a:ahLst/>
              <a:cxnLst>
                <a:cxn ang="0">
                  <a:pos x="T0" y="T1"/>
                </a:cxn>
                <a:cxn ang="0">
                  <a:pos x="T2" y="T3"/>
                </a:cxn>
                <a:cxn ang="0">
                  <a:pos x="T4" y="T5"/>
                </a:cxn>
              </a:cxnLst>
              <a:rect l="0" t="0" r="r" b="b"/>
              <a:pathLst>
                <a:path w="134" h="64">
                  <a:moveTo>
                    <a:pt x="0" y="19"/>
                  </a:moveTo>
                  <a:cubicBezTo>
                    <a:pt x="60" y="64"/>
                    <a:pt x="106" y="33"/>
                    <a:pt x="134" y="32"/>
                  </a:cubicBezTo>
                  <a:cubicBezTo>
                    <a:pt x="69" y="0"/>
                    <a:pt x="48" y="30"/>
                    <a:pt x="0"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8" name="觅知网-不倒翁ID:189359941"/>
            <p:cNvSpPr/>
            <p:nvPr/>
          </p:nvSpPr>
          <p:spPr bwMode="auto">
            <a:xfrm>
              <a:off x="2028115" y="13692288"/>
              <a:ext cx="964832" cy="444238"/>
            </a:xfrm>
            <a:custGeom>
              <a:avLst/>
              <a:gdLst>
                <a:gd name="T0" fmla="*/ 0 w 129"/>
                <a:gd name="T1" fmla="*/ 7 h 60"/>
                <a:gd name="T2" fmla="*/ 129 w 129"/>
                <a:gd name="T3" fmla="*/ 39 h 60"/>
                <a:gd name="T4" fmla="*/ 0 w 129"/>
                <a:gd name="T5" fmla="*/ 7 h 60"/>
              </a:gdLst>
              <a:ahLst/>
              <a:cxnLst>
                <a:cxn ang="0">
                  <a:pos x="T0" y="T1"/>
                </a:cxn>
                <a:cxn ang="0">
                  <a:pos x="T2" y="T3"/>
                </a:cxn>
                <a:cxn ang="0">
                  <a:pos x="T4" y="T5"/>
                </a:cxn>
              </a:cxnLst>
              <a:rect l="0" t="0" r="r" b="b"/>
              <a:pathLst>
                <a:path w="129" h="60">
                  <a:moveTo>
                    <a:pt x="0" y="7"/>
                  </a:moveTo>
                  <a:cubicBezTo>
                    <a:pt x="53" y="60"/>
                    <a:pt x="106" y="36"/>
                    <a:pt x="129" y="39"/>
                  </a:cubicBezTo>
                  <a:cubicBezTo>
                    <a:pt x="76" y="0"/>
                    <a:pt x="39" y="22"/>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9" name="觅知网-不倒翁ID:189359941"/>
            <p:cNvSpPr/>
            <p:nvPr/>
          </p:nvSpPr>
          <p:spPr bwMode="auto">
            <a:xfrm>
              <a:off x="1639403" y="13372994"/>
              <a:ext cx="895420" cy="423418"/>
            </a:xfrm>
            <a:custGeom>
              <a:avLst/>
              <a:gdLst>
                <a:gd name="T0" fmla="*/ 0 w 120"/>
                <a:gd name="T1" fmla="*/ 1 h 57"/>
                <a:gd name="T2" fmla="*/ 120 w 120"/>
                <a:gd name="T3" fmla="*/ 52 h 57"/>
                <a:gd name="T4" fmla="*/ 0 w 120"/>
                <a:gd name="T5" fmla="*/ 1 h 57"/>
              </a:gdLst>
              <a:ahLst/>
              <a:cxnLst>
                <a:cxn ang="0">
                  <a:pos x="T0" y="T1"/>
                </a:cxn>
                <a:cxn ang="0">
                  <a:pos x="T2" y="T3"/>
                </a:cxn>
                <a:cxn ang="0">
                  <a:pos x="T4" y="T5"/>
                </a:cxn>
              </a:cxnLst>
              <a:rect l="0" t="0" r="r" b="b"/>
              <a:pathLst>
                <a:path w="120" h="57">
                  <a:moveTo>
                    <a:pt x="0" y="1"/>
                  </a:moveTo>
                  <a:cubicBezTo>
                    <a:pt x="37" y="57"/>
                    <a:pt x="98" y="47"/>
                    <a:pt x="120" y="52"/>
                  </a:cubicBezTo>
                  <a:cubicBezTo>
                    <a:pt x="60" y="0"/>
                    <a:pt x="40" y="25"/>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0" name="觅知网-不倒翁ID:189359941"/>
            <p:cNvSpPr/>
            <p:nvPr/>
          </p:nvSpPr>
          <p:spPr bwMode="auto">
            <a:xfrm>
              <a:off x="1327051" y="12956519"/>
              <a:ext cx="798244" cy="506712"/>
            </a:xfrm>
            <a:custGeom>
              <a:avLst/>
              <a:gdLst>
                <a:gd name="T0" fmla="*/ 0 w 107"/>
                <a:gd name="T1" fmla="*/ 0 h 68"/>
                <a:gd name="T2" fmla="*/ 107 w 107"/>
                <a:gd name="T3" fmla="*/ 68 h 68"/>
                <a:gd name="T4" fmla="*/ 0 w 107"/>
                <a:gd name="T5" fmla="*/ 0 h 68"/>
              </a:gdLst>
              <a:ahLst/>
              <a:cxnLst>
                <a:cxn ang="0">
                  <a:pos x="T0" y="T1"/>
                </a:cxn>
                <a:cxn ang="0">
                  <a:pos x="T2" y="T3"/>
                </a:cxn>
                <a:cxn ang="0">
                  <a:pos x="T4" y="T5"/>
                </a:cxn>
              </a:cxnLst>
              <a:rect l="0" t="0" r="r" b="b"/>
              <a:pathLst>
                <a:path w="107" h="68">
                  <a:moveTo>
                    <a:pt x="0" y="0"/>
                  </a:moveTo>
                  <a:cubicBezTo>
                    <a:pt x="29" y="64"/>
                    <a:pt x="87" y="60"/>
                    <a:pt x="107" y="68"/>
                  </a:cubicBezTo>
                  <a:cubicBezTo>
                    <a:pt x="57" y="8"/>
                    <a:pt x="35" y="28"/>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1" name="觅知网-不倒翁ID:189359941"/>
            <p:cNvSpPr/>
            <p:nvPr/>
          </p:nvSpPr>
          <p:spPr bwMode="auto">
            <a:xfrm>
              <a:off x="1084103" y="12484517"/>
              <a:ext cx="701068" cy="617769"/>
            </a:xfrm>
            <a:custGeom>
              <a:avLst/>
              <a:gdLst>
                <a:gd name="T0" fmla="*/ 0 w 94"/>
                <a:gd name="T1" fmla="*/ 0 h 83"/>
                <a:gd name="T2" fmla="*/ 94 w 94"/>
                <a:gd name="T3" fmla="*/ 83 h 83"/>
                <a:gd name="T4" fmla="*/ 0 w 94"/>
                <a:gd name="T5" fmla="*/ 0 h 83"/>
              </a:gdLst>
              <a:ahLst/>
              <a:cxnLst>
                <a:cxn ang="0">
                  <a:pos x="T0" y="T1"/>
                </a:cxn>
                <a:cxn ang="0">
                  <a:pos x="T2" y="T3"/>
                </a:cxn>
                <a:cxn ang="0">
                  <a:pos x="T4" y="T5"/>
                </a:cxn>
              </a:cxnLst>
              <a:rect l="0" t="0" r="r" b="b"/>
              <a:pathLst>
                <a:path w="94" h="83">
                  <a:moveTo>
                    <a:pt x="0" y="0"/>
                  </a:moveTo>
                  <a:cubicBezTo>
                    <a:pt x="20" y="67"/>
                    <a:pt x="83" y="75"/>
                    <a:pt x="94" y="83"/>
                  </a:cubicBezTo>
                  <a:cubicBezTo>
                    <a:pt x="65" y="24"/>
                    <a:pt x="27" y="28"/>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2" name="觅知网-不倒翁ID:189359941"/>
            <p:cNvSpPr/>
            <p:nvPr/>
          </p:nvSpPr>
          <p:spPr bwMode="auto">
            <a:xfrm>
              <a:off x="917515" y="11991691"/>
              <a:ext cx="590006" cy="694121"/>
            </a:xfrm>
            <a:custGeom>
              <a:avLst/>
              <a:gdLst>
                <a:gd name="T0" fmla="*/ 0 w 79"/>
                <a:gd name="T1" fmla="*/ 0 h 93"/>
                <a:gd name="T2" fmla="*/ 79 w 79"/>
                <a:gd name="T3" fmla="*/ 93 h 93"/>
                <a:gd name="T4" fmla="*/ 0 w 79"/>
                <a:gd name="T5" fmla="*/ 0 h 93"/>
              </a:gdLst>
              <a:ahLst/>
              <a:cxnLst>
                <a:cxn ang="0">
                  <a:pos x="T0" y="T1"/>
                </a:cxn>
                <a:cxn ang="0">
                  <a:pos x="T2" y="T3"/>
                </a:cxn>
                <a:cxn ang="0">
                  <a:pos x="T4" y="T5"/>
                </a:cxn>
              </a:cxnLst>
              <a:rect l="0" t="0" r="r" b="b"/>
              <a:pathLst>
                <a:path w="79" h="93">
                  <a:moveTo>
                    <a:pt x="0" y="0"/>
                  </a:moveTo>
                  <a:cubicBezTo>
                    <a:pt x="8" y="67"/>
                    <a:pt x="68" y="82"/>
                    <a:pt x="79" y="93"/>
                  </a:cubicBezTo>
                  <a:cubicBezTo>
                    <a:pt x="59" y="30"/>
                    <a:pt x="22" y="2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3" name="觅知网-不倒翁ID:189359941"/>
            <p:cNvSpPr/>
            <p:nvPr/>
          </p:nvSpPr>
          <p:spPr bwMode="auto">
            <a:xfrm>
              <a:off x="792571" y="11484984"/>
              <a:ext cx="506712" cy="742713"/>
            </a:xfrm>
            <a:custGeom>
              <a:avLst/>
              <a:gdLst>
                <a:gd name="T0" fmla="*/ 3 w 68"/>
                <a:gd name="T1" fmla="*/ 0 h 100"/>
                <a:gd name="T2" fmla="*/ 68 w 68"/>
                <a:gd name="T3" fmla="*/ 100 h 100"/>
                <a:gd name="T4" fmla="*/ 3 w 68"/>
                <a:gd name="T5" fmla="*/ 0 h 100"/>
              </a:gdLst>
              <a:ahLst/>
              <a:cxnLst>
                <a:cxn ang="0">
                  <a:pos x="T0" y="T1"/>
                </a:cxn>
                <a:cxn ang="0">
                  <a:pos x="T2" y="T3"/>
                </a:cxn>
                <a:cxn ang="0">
                  <a:pos x="T4" y="T5"/>
                </a:cxn>
              </a:cxnLst>
              <a:rect l="0" t="0" r="r" b="b"/>
              <a:pathLst>
                <a:path w="68" h="100">
                  <a:moveTo>
                    <a:pt x="3" y="0"/>
                  </a:moveTo>
                  <a:cubicBezTo>
                    <a:pt x="0" y="62"/>
                    <a:pt x="62" y="91"/>
                    <a:pt x="68" y="100"/>
                  </a:cubicBezTo>
                  <a:cubicBezTo>
                    <a:pt x="61" y="41"/>
                    <a:pt x="17" y="23"/>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4" name="觅知网-不倒翁ID:189359941"/>
            <p:cNvSpPr/>
            <p:nvPr/>
          </p:nvSpPr>
          <p:spPr bwMode="auto">
            <a:xfrm>
              <a:off x="723159" y="10978276"/>
              <a:ext cx="444238" cy="777419"/>
            </a:xfrm>
            <a:custGeom>
              <a:avLst/>
              <a:gdLst>
                <a:gd name="T0" fmla="*/ 8 w 59"/>
                <a:gd name="T1" fmla="*/ 0 h 104"/>
                <a:gd name="T2" fmla="*/ 59 w 59"/>
                <a:gd name="T3" fmla="*/ 104 h 104"/>
                <a:gd name="T4" fmla="*/ 8 w 59"/>
                <a:gd name="T5" fmla="*/ 0 h 104"/>
              </a:gdLst>
              <a:ahLst/>
              <a:cxnLst>
                <a:cxn ang="0">
                  <a:pos x="T0" y="T1"/>
                </a:cxn>
                <a:cxn ang="0">
                  <a:pos x="T2" y="T3"/>
                </a:cxn>
                <a:cxn ang="0">
                  <a:pos x="T4" y="T5"/>
                </a:cxn>
              </a:cxnLst>
              <a:rect l="0" t="0" r="r" b="b"/>
              <a:pathLst>
                <a:path w="59" h="104">
                  <a:moveTo>
                    <a:pt x="8" y="0"/>
                  </a:moveTo>
                  <a:cubicBezTo>
                    <a:pt x="0" y="61"/>
                    <a:pt x="53" y="92"/>
                    <a:pt x="59" y="104"/>
                  </a:cubicBezTo>
                  <a:cubicBezTo>
                    <a:pt x="56" y="39"/>
                    <a:pt x="25" y="3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5" name="觅知网-不倒翁ID:189359941"/>
            <p:cNvSpPr/>
            <p:nvPr/>
          </p:nvSpPr>
          <p:spPr bwMode="auto">
            <a:xfrm>
              <a:off x="695400" y="10464625"/>
              <a:ext cx="458120" cy="798244"/>
            </a:xfrm>
            <a:custGeom>
              <a:avLst/>
              <a:gdLst>
                <a:gd name="T0" fmla="*/ 16 w 61"/>
                <a:gd name="T1" fmla="*/ 0 h 107"/>
                <a:gd name="T2" fmla="*/ 54 w 61"/>
                <a:gd name="T3" fmla="*/ 107 h 107"/>
                <a:gd name="T4" fmla="*/ 16 w 61"/>
                <a:gd name="T5" fmla="*/ 0 h 107"/>
              </a:gdLst>
              <a:ahLst/>
              <a:cxnLst>
                <a:cxn ang="0">
                  <a:pos x="T0" y="T1"/>
                </a:cxn>
                <a:cxn ang="0">
                  <a:pos x="T2" y="T3"/>
                </a:cxn>
                <a:cxn ang="0">
                  <a:pos x="T4" y="T5"/>
                </a:cxn>
              </a:cxnLst>
              <a:rect l="0" t="0" r="r" b="b"/>
              <a:pathLst>
                <a:path w="61" h="107">
                  <a:moveTo>
                    <a:pt x="16" y="0"/>
                  </a:moveTo>
                  <a:cubicBezTo>
                    <a:pt x="0" y="59"/>
                    <a:pt x="51" y="98"/>
                    <a:pt x="54" y="107"/>
                  </a:cubicBezTo>
                  <a:cubicBezTo>
                    <a:pt x="61" y="50"/>
                    <a:pt x="30" y="28"/>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6" name="觅知网-不倒翁ID:189359941"/>
            <p:cNvSpPr/>
            <p:nvPr/>
          </p:nvSpPr>
          <p:spPr bwMode="auto">
            <a:xfrm>
              <a:off x="743997" y="9957913"/>
              <a:ext cx="458120" cy="812125"/>
            </a:xfrm>
            <a:custGeom>
              <a:avLst/>
              <a:gdLst>
                <a:gd name="T0" fmla="*/ 24 w 62"/>
                <a:gd name="T1" fmla="*/ 0 h 109"/>
                <a:gd name="T2" fmla="*/ 48 w 62"/>
                <a:gd name="T3" fmla="*/ 109 h 109"/>
                <a:gd name="T4" fmla="*/ 24 w 62"/>
                <a:gd name="T5" fmla="*/ 0 h 109"/>
              </a:gdLst>
              <a:ahLst/>
              <a:cxnLst>
                <a:cxn ang="0">
                  <a:pos x="T0" y="T1"/>
                </a:cxn>
                <a:cxn ang="0">
                  <a:pos x="T2" y="T3"/>
                </a:cxn>
                <a:cxn ang="0">
                  <a:pos x="T4" y="T5"/>
                </a:cxn>
              </a:cxnLst>
              <a:rect l="0" t="0" r="r" b="b"/>
              <a:pathLst>
                <a:path w="62" h="109">
                  <a:moveTo>
                    <a:pt x="24" y="0"/>
                  </a:moveTo>
                  <a:cubicBezTo>
                    <a:pt x="0" y="50"/>
                    <a:pt x="47" y="102"/>
                    <a:pt x="48" y="109"/>
                  </a:cubicBezTo>
                  <a:cubicBezTo>
                    <a:pt x="62" y="56"/>
                    <a:pt x="34" y="26"/>
                    <a:pt x="2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7" name="觅知网-不倒翁ID:189359941"/>
            <p:cNvSpPr/>
            <p:nvPr/>
          </p:nvSpPr>
          <p:spPr bwMode="auto">
            <a:xfrm>
              <a:off x="1410354" y="8451672"/>
              <a:ext cx="874595" cy="1478482"/>
            </a:xfrm>
            <a:custGeom>
              <a:avLst/>
              <a:gdLst>
                <a:gd name="T0" fmla="*/ 114 w 117"/>
                <a:gd name="T1" fmla="*/ 0 h 198"/>
                <a:gd name="T2" fmla="*/ 0 w 117"/>
                <a:gd name="T3" fmla="*/ 197 h 198"/>
                <a:gd name="T4" fmla="*/ 4 w 117"/>
                <a:gd name="T5" fmla="*/ 198 h 198"/>
                <a:gd name="T6" fmla="*/ 117 w 117"/>
                <a:gd name="T7" fmla="*/ 3 h 198"/>
                <a:gd name="T8" fmla="*/ 114 w 117"/>
                <a:gd name="T9" fmla="*/ 0 h 198"/>
              </a:gdLst>
              <a:ahLst/>
              <a:cxnLst>
                <a:cxn ang="0">
                  <a:pos x="T0" y="T1"/>
                </a:cxn>
                <a:cxn ang="0">
                  <a:pos x="T2" y="T3"/>
                </a:cxn>
                <a:cxn ang="0">
                  <a:pos x="T4" y="T5"/>
                </a:cxn>
                <a:cxn ang="0">
                  <a:pos x="T6" y="T7"/>
                </a:cxn>
                <a:cxn ang="0">
                  <a:pos x="T8" y="T9"/>
                </a:cxn>
              </a:cxnLst>
              <a:rect l="0" t="0" r="r" b="b"/>
              <a:pathLst>
                <a:path w="117" h="198">
                  <a:moveTo>
                    <a:pt x="114" y="0"/>
                  </a:moveTo>
                  <a:cubicBezTo>
                    <a:pt x="70" y="46"/>
                    <a:pt x="25" y="118"/>
                    <a:pt x="0" y="197"/>
                  </a:cubicBezTo>
                  <a:cubicBezTo>
                    <a:pt x="4" y="198"/>
                    <a:pt x="4" y="198"/>
                    <a:pt x="4" y="198"/>
                  </a:cubicBezTo>
                  <a:cubicBezTo>
                    <a:pt x="28" y="120"/>
                    <a:pt x="73" y="48"/>
                    <a:pt x="117" y="3"/>
                  </a:cubicBezTo>
                  <a:lnTo>
                    <a:pt x="11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8" name="觅知网-不倒翁ID:189359941"/>
            <p:cNvSpPr/>
            <p:nvPr/>
          </p:nvSpPr>
          <p:spPr bwMode="auto">
            <a:xfrm>
              <a:off x="1167410" y="8410023"/>
              <a:ext cx="916244" cy="1735303"/>
            </a:xfrm>
            <a:custGeom>
              <a:avLst/>
              <a:gdLst>
                <a:gd name="T0" fmla="*/ 120 w 123"/>
                <a:gd name="T1" fmla="*/ 0 h 233"/>
                <a:gd name="T2" fmla="*/ 0 w 123"/>
                <a:gd name="T3" fmla="*/ 233 h 233"/>
                <a:gd name="T4" fmla="*/ 4 w 123"/>
                <a:gd name="T5" fmla="*/ 233 h 233"/>
                <a:gd name="T6" fmla="*/ 123 w 123"/>
                <a:gd name="T7" fmla="*/ 2 h 233"/>
                <a:gd name="T8" fmla="*/ 120 w 123"/>
                <a:gd name="T9" fmla="*/ 0 h 233"/>
              </a:gdLst>
              <a:ahLst/>
              <a:cxnLst>
                <a:cxn ang="0">
                  <a:pos x="T0" y="T1"/>
                </a:cxn>
                <a:cxn ang="0">
                  <a:pos x="T2" y="T3"/>
                </a:cxn>
                <a:cxn ang="0">
                  <a:pos x="T4" y="T5"/>
                </a:cxn>
                <a:cxn ang="0">
                  <a:pos x="T6" y="T7"/>
                </a:cxn>
                <a:cxn ang="0">
                  <a:pos x="T8" y="T9"/>
                </a:cxn>
              </a:cxnLst>
              <a:rect l="0" t="0" r="r" b="b"/>
              <a:pathLst>
                <a:path w="123" h="233">
                  <a:moveTo>
                    <a:pt x="120" y="0"/>
                  </a:moveTo>
                  <a:cubicBezTo>
                    <a:pt x="67" y="58"/>
                    <a:pt x="21" y="141"/>
                    <a:pt x="0" y="233"/>
                  </a:cubicBezTo>
                  <a:cubicBezTo>
                    <a:pt x="4" y="233"/>
                    <a:pt x="4" y="233"/>
                    <a:pt x="4" y="233"/>
                  </a:cubicBezTo>
                  <a:cubicBezTo>
                    <a:pt x="24" y="143"/>
                    <a:pt x="70" y="60"/>
                    <a:pt x="123" y="2"/>
                  </a:cubicBezTo>
                  <a:lnTo>
                    <a:pt x="12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9" name="觅知网-不倒翁ID:189359941"/>
            <p:cNvSpPr/>
            <p:nvPr/>
          </p:nvSpPr>
          <p:spPr bwMode="auto">
            <a:xfrm>
              <a:off x="1070230" y="8111548"/>
              <a:ext cx="1055069" cy="1721422"/>
            </a:xfrm>
            <a:custGeom>
              <a:avLst/>
              <a:gdLst>
                <a:gd name="T0" fmla="*/ 139 w 142"/>
                <a:gd name="T1" fmla="*/ 0 h 231"/>
                <a:gd name="T2" fmla="*/ 0 w 142"/>
                <a:gd name="T3" fmla="*/ 230 h 231"/>
                <a:gd name="T4" fmla="*/ 4 w 142"/>
                <a:gd name="T5" fmla="*/ 231 h 231"/>
                <a:gd name="T6" fmla="*/ 142 w 142"/>
                <a:gd name="T7" fmla="*/ 2 h 231"/>
                <a:gd name="T8" fmla="*/ 139 w 142"/>
                <a:gd name="T9" fmla="*/ 0 h 231"/>
              </a:gdLst>
              <a:ahLst/>
              <a:cxnLst>
                <a:cxn ang="0">
                  <a:pos x="T0" y="T1"/>
                </a:cxn>
                <a:cxn ang="0">
                  <a:pos x="T2" y="T3"/>
                </a:cxn>
                <a:cxn ang="0">
                  <a:pos x="T4" y="T5"/>
                </a:cxn>
                <a:cxn ang="0">
                  <a:pos x="T6" y="T7"/>
                </a:cxn>
                <a:cxn ang="0">
                  <a:pos x="T8" y="T9"/>
                </a:cxn>
              </a:cxnLst>
              <a:rect l="0" t="0" r="r" b="b"/>
              <a:pathLst>
                <a:path w="142" h="231">
                  <a:moveTo>
                    <a:pt x="139" y="0"/>
                  </a:moveTo>
                  <a:cubicBezTo>
                    <a:pt x="90" y="44"/>
                    <a:pt x="31" y="132"/>
                    <a:pt x="0" y="230"/>
                  </a:cubicBezTo>
                  <a:cubicBezTo>
                    <a:pt x="4" y="231"/>
                    <a:pt x="4" y="231"/>
                    <a:pt x="4" y="231"/>
                  </a:cubicBezTo>
                  <a:cubicBezTo>
                    <a:pt x="33" y="135"/>
                    <a:pt x="92" y="47"/>
                    <a:pt x="142" y="2"/>
                  </a:cubicBezTo>
                  <a:lnTo>
                    <a:pt x="13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grpSp>
      <p:grpSp>
        <p:nvGrpSpPr>
          <p:cNvPr id="140" name="觅知网-不倒翁ID:189359941"/>
          <p:cNvGrpSpPr/>
          <p:nvPr/>
        </p:nvGrpSpPr>
        <p:grpSpPr>
          <a:xfrm>
            <a:off x="8538181" y="-186482"/>
            <a:ext cx="3885111" cy="6528617"/>
            <a:chOff x="5056479" y="8111548"/>
            <a:chExt cx="3885111" cy="6528617"/>
          </a:xfrm>
          <a:solidFill>
            <a:srgbClr val="344778">
              <a:alpha val="5000"/>
            </a:srgbClr>
          </a:solidFill>
        </p:grpSpPr>
        <p:sp>
          <p:nvSpPr>
            <p:cNvPr id="141" name="觅知网-不倒翁ID:189359941"/>
            <p:cNvSpPr/>
            <p:nvPr/>
          </p:nvSpPr>
          <p:spPr bwMode="auto">
            <a:xfrm>
              <a:off x="5137796" y="13747819"/>
              <a:ext cx="687182" cy="465063"/>
            </a:xfrm>
            <a:custGeom>
              <a:avLst/>
              <a:gdLst>
                <a:gd name="T0" fmla="*/ 92 w 92"/>
                <a:gd name="T1" fmla="*/ 6 h 62"/>
                <a:gd name="T2" fmla="*/ 0 w 92"/>
                <a:gd name="T3" fmla="*/ 62 h 62"/>
                <a:gd name="T4" fmla="*/ 92 w 92"/>
                <a:gd name="T5" fmla="*/ 6 h 62"/>
              </a:gdLst>
              <a:ahLst/>
              <a:cxnLst>
                <a:cxn ang="0">
                  <a:pos x="T0" y="T1"/>
                </a:cxn>
                <a:cxn ang="0">
                  <a:pos x="T2" y="T3"/>
                </a:cxn>
                <a:cxn ang="0">
                  <a:pos x="T4" y="T5"/>
                </a:cxn>
              </a:cxnLst>
              <a:rect l="0" t="0" r="r" b="b"/>
              <a:pathLst>
                <a:path w="92" h="62">
                  <a:moveTo>
                    <a:pt x="92" y="6"/>
                  </a:moveTo>
                  <a:cubicBezTo>
                    <a:pt x="39" y="0"/>
                    <a:pt x="18" y="57"/>
                    <a:pt x="0" y="62"/>
                  </a:cubicBezTo>
                  <a:cubicBezTo>
                    <a:pt x="58" y="57"/>
                    <a:pt x="86" y="30"/>
                    <a:pt x="9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2" name="觅知网-不倒翁ID:189359941"/>
            <p:cNvSpPr/>
            <p:nvPr/>
          </p:nvSpPr>
          <p:spPr bwMode="auto">
            <a:xfrm>
              <a:off x="5644509" y="13685350"/>
              <a:ext cx="638594" cy="492830"/>
            </a:xfrm>
            <a:custGeom>
              <a:avLst/>
              <a:gdLst>
                <a:gd name="T0" fmla="*/ 85 w 85"/>
                <a:gd name="T1" fmla="*/ 2 h 66"/>
                <a:gd name="T2" fmla="*/ 0 w 85"/>
                <a:gd name="T3" fmla="*/ 66 h 66"/>
                <a:gd name="T4" fmla="*/ 85 w 85"/>
                <a:gd name="T5" fmla="*/ 2 h 66"/>
              </a:gdLst>
              <a:ahLst/>
              <a:cxnLst>
                <a:cxn ang="0">
                  <a:pos x="T0" y="T1"/>
                </a:cxn>
                <a:cxn ang="0">
                  <a:pos x="T2" y="T3"/>
                </a:cxn>
                <a:cxn ang="0">
                  <a:pos x="T4" y="T5"/>
                </a:cxn>
              </a:cxnLst>
              <a:rect l="0" t="0" r="r" b="b"/>
              <a:pathLst>
                <a:path w="85" h="66">
                  <a:moveTo>
                    <a:pt x="85" y="2"/>
                  </a:moveTo>
                  <a:cubicBezTo>
                    <a:pt x="35" y="0"/>
                    <a:pt x="17" y="60"/>
                    <a:pt x="0" y="66"/>
                  </a:cubicBezTo>
                  <a:cubicBezTo>
                    <a:pt x="59" y="57"/>
                    <a:pt x="82" y="24"/>
                    <a:pt x="85"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3" name="觅知网-不倒翁ID:189359941"/>
            <p:cNvSpPr/>
            <p:nvPr/>
          </p:nvSpPr>
          <p:spPr bwMode="auto">
            <a:xfrm>
              <a:off x="6151217" y="13532643"/>
              <a:ext cx="562243" cy="555300"/>
            </a:xfrm>
            <a:custGeom>
              <a:avLst/>
              <a:gdLst>
                <a:gd name="T0" fmla="*/ 75 w 75"/>
                <a:gd name="T1" fmla="*/ 0 h 74"/>
                <a:gd name="T2" fmla="*/ 0 w 75"/>
                <a:gd name="T3" fmla="*/ 74 h 74"/>
                <a:gd name="T4" fmla="*/ 75 w 75"/>
                <a:gd name="T5" fmla="*/ 0 h 74"/>
              </a:gdLst>
              <a:ahLst/>
              <a:cxnLst>
                <a:cxn ang="0">
                  <a:pos x="T0" y="T1"/>
                </a:cxn>
                <a:cxn ang="0">
                  <a:pos x="T2" y="T3"/>
                </a:cxn>
                <a:cxn ang="0">
                  <a:pos x="T4" y="T5"/>
                </a:cxn>
              </a:cxnLst>
              <a:rect l="0" t="0" r="r" b="b"/>
              <a:pathLst>
                <a:path w="75" h="74">
                  <a:moveTo>
                    <a:pt x="75" y="0"/>
                  </a:moveTo>
                  <a:cubicBezTo>
                    <a:pt x="26" y="8"/>
                    <a:pt x="15" y="66"/>
                    <a:pt x="0" y="74"/>
                  </a:cubicBezTo>
                  <a:cubicBezTo>
                    <a:pt x="50" y="62"/>
                    <a:pt x="74" y="28"/>
                    <a:pt x="7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4" name="觅知网-不倒翁ID:189359941"/>
            <p:cNvSpPr/>
            <p:nvPr/>
          </p:nvSpPr>
          <p:spPr bwMode="auto">
            <a:xfrm>
              <a:off x="6637104" y="13310524"/>
              <a:ext cx="492831" cy="624708"/>
            </a:xfrm>
            <a:custGeom>
              <a:avLst/>
              <a:gdLst>
                <a:gd name="T0" fmla="*/ 62 w 66"/>
                <a:gd name="T1" fmla="*/ 0 h 84"/>
                <a:gd name="T2" fmla="*/ 0 w 66"/>
                <a:gd name="T3" fmla="*/ 84 h 84"/>
                <a:gd name="T4" fmla="*/ 62 w 66"/>
                <a:gd name="T5" fmla="*/ 0 h 84"/>
              </a:gdLst>
              <a:ahLst/>
              <a:cxnLst>
                <a:cxn ang="0">
                  <a:pos x="T0" y="T1"/>
                </a:cxn>
                <a:cxn ang="0">
                  <a:pos x="T2" y="T3"/>
                </a:cxn>
                <a:cxn ang="0">
                  <a:pos x="T4" y="T5"/>
                </a:cxn>
              </a:cxnLst>
              <a:rect l="0" t="0" r="r" b="b"/>
              <a:pathLst>
                <a:path w="66" h="84">
                  <a:moveTo>
                    <a:pt x="62" y="0"/>
                  </a:moveTo>
                  <a:cubicBezTo>
                    <a:pt x="18" y="15"/>
                    <a:pt x="13" y="74"/>
                    <a:pt x="0" y="84"/>
                  </a:cubicBezTo>
                  <a:cubicBezTo>
                    <a:pt x="50" y="64"/>
                    <a:pt x="66" y="26"/>
                    <a:pt x="6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5" name="觅知网-不倒翁ID:189359941"/>
            <p:cNvSpPr/>
            <p:nvPr/>
          </p:nvSpPr>
          <p:spPr bwMode="auto">
            <a:xfrm>
              <a:off x="7095224" y="13018993"/>
              <a:ext cx="430357" cy="694121"/>
            </a:xfrm>
            <a:custGeom>
              <a:avLst/>
              <a:gdLst>
                <a:gd name="T0" fmla="*/ 47 w 58"/>
                <a:gd name="T1" fmla="*/ 0 h 93"/>
                <a:gd name="T2" fmla="*/ 0 w 58"/>
                <a:gd name="T3" fmla="*/ 93 h 93"/>
                <a:gd name="T4" fmla="*/ 47 w 58"/>
                <a:gd name="T5" fmla="*/ 0 h 93"/>
              </a:gdLst>
              <a:ahLst/>
              <a:cxnLst>
                <a:cxn ang="0">
                  <a:pos x="T0" y="T1"/>
                </a:cxn>
                <a:cxn ang="0">
                  <a:pos x="T2" y="T3"/>
                </a:cxn>
                <a:cxn ang="0">
                  <a:pos x="T4" y="T5"/>
                </a:cxn>
              </a:cxnLst>
              <a:rect l="0" t="0" r="r" b="b"/>
              <a:pathLst>
                <a:path w="58" h="93">
                  <a:moveTo>
                    <a:pt x="47" y="0"/>
                  </a:moveTo>
                  <a:cubicBezTo>
                    <a:pt x="11" y="20"/>
                    <a:pt x="6" y="88"/>
                    <a:pt x="0" y="93"/>
                  </a:cubicBezTo>
                  <a:cubicBezTo>
                    <a:pt x="34" y="77"/>
                    <a:pt x="58" y="37"/>
                    <a:pt x="4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6" name="觅知网-不倒翁ID:189359941"/>
            <p:cNvSpPr/>
            <p:nvPr/>
          </p:nvSpPr>
          <p:spPr bwMode="auto">
            <a:xfrm>
              <a:off x="7463111" y="12678873"/>
              <a:ext cx="347063" cy="735770"/>
            </a:xfrm>
            <a:custGeom>
              <a:avLst/>
              <a:gdLst>
                <a:gd name="T0" fmla="*/ 34 w 46"/>
                <a:gd name="T1" fmla="*/ 0 h 99"/>
                <a:gd name="T2" fmla="*/ 5 w 46"/>
                <a:gd name="T3" fmla="*/ 99 h 99"/>
                <a:gd name="T4" fmla="*/ 34 w 46"/>
                <a:gd name="T5" fmla="*/ 0 h 99"/>
              </a:gdLst>
              <a:ahLst/>
              <a:cxnLst>
                <a:cxn ang="0">
                  <a:pos x="T0" y="T1"/>
                </a:cxn>
                <a:cxn ang="0">
                  <a:pos x="T2" y="T3"/>
                </a:cxn>
                <a:cxn ang="0">
                  <a:pos x="T4" y="T5"/>
                </a:cxn>
              </a:cxnLst>
              <a:rect l="0" t="0" r="r" b="b"/>
              <a:pathLst>
                <a:path w="46" h="99">
                  <a:moveTo>
                    <a:pt x="34" y="0"/>
                  </a:moveTo>
                  <a:cubicBezTo>
                    <a:pt x="0" y="29"/>
                    <a:pt x="14" y="86"/>
                    <a:pt x="5" y="99"/>
                  </a:cubicBezTo>
                  <a:cubicBezTo>
                    <a:pt x="45" y="71"/>
                    <a:pt x="46" y="24"/>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7" name="觅知网-不倒翁ID:189359941"/>
            <p:cNvSpPr/>
            <p:nvPr/>
          </p:nvSpPr>
          <p:spPr bwMode="auto">
            <a:xfrm>
              <a:off x="7726880" y="12283223"/>
              <a:ext cx="347063" cy="770476"/>
            </a:xfrm>
            <a:custGeom>
              <a:avLst/>
              <a:gdLst>
                <a:gd name="T0" fmla="*/ 28 w 47"/>
                <a:gd name="T1" fmla="*/ 0 h 103"/>
                <a:gd name="T2" fmla="*/ 16 w 47"/>
                <a:gd name="T3" fmla="*/ 103 h 103"/>
                <a:gd name="T4" fmla="*/ 28 w 47"/>
                <a:gd name="T5" fmla="*/ 0 h 103"/>
              </a:gdLst>
              <a:ahLst/>
              <a:cxnLst>
                <a:cxn ang="0">
                  <a:pos x="T0" y="T1"/>
                </a:cxn>
                <a:cxn ang="0">
                  <a:pos x="T2" y="T3"/>
                </a:cxn>
                <a:cxn ang="0">
                  <a:pos x="T4" y="T5"/>
                </a:cxn>
              </a:cxnLst>
              <a:rect l="0" t="0" r="r" b="b"/>
              <a:pathLst>
                <a:path w="47" h="103">
                  <a:moveTo>
                    <a:pt x="28" y="0"/>
                  </a:moveTo>
                  <a:cubicBezTo>
                    <a:pt x="0" y="36"/>
                    <a:pt x="22" y="89"/>
                    <a:pt x="16" y="103"/>
                  </a:cubicBezTo>
                  <a:cubicBezTo>
                    <a:pt x="46" y="71"/>
                    <a:pt x="47" y="29"/>
                    <a:pt x="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8" name="觅知网-不倒翁ID:189359941"/>
            <p:cNvSpPr/>
            <p:nvPr/>
          </p:nvSpPr>
          <p:spPr bwMode="auto">
            <a:xfrm>
              <a:off x="7921231" y="11852871"/>
              <a:ext cx="360944" cy="770476"/>
            </a:xfrm>
            <a:custGeom>
              <a:avLst/>
              <a:gdLst>
                <a:gd name="T0" fmla="*/ 23 w 49"/>
                <a:gd name="T1" fmla="*/ 0 h 104"/>
                <a:gd name="T2" fmla="*/ 26 w 49"/>
                <a:gd name="T3" fmla="*/ 104 h 104"/>
                <a:gd name="T4" fmla="*/ 23 w 49"/>
                <a:gd name="T5" fmla="*/ 0 h 104"/>
              </a:gdLst>
              <a:ahLst/>
              <a:cxnLst>
                <a:cxn ang="0">
                  <a:pos x="T0" y="T1"/>
                </a:cxn>
                <a:cxn ang="0">
                  <a:pos x="T2" y="T3"/>
                </a:cxn>
                <a:cxn ang="0">
                  <a:pos x="T4" y="T5"/>
                </a:cxn>
              </a:cxnLst>
              <a:rect l="0" t="0" r="r" b="b"/>
              <a:pathLst>
                <a:path w="49" h="104">
                  <a:moveTo>
                    <a:pt x="23" y="0"/>
                  </a:moveTo>
                  <a:cubicBezTo>
                    <a:pt x="0" y="46"/>
                    <a:pt x="31" y="90"/>
                    <a:pt x="26" y="104"/>
                  </a:cubicBezTo>
                  <a:cubicBezTo>
                    <a:pt x="48" y="72"/>
                    <a:pt x="49" y="32"/>
                    <a:pt x="2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9" name="觅知网-不倒翁ID:189359941"/>
            <p:cNvSpPr/>
            <p:nvPr/>
          </p:nvSpPr>
          <p:spPr bwMode="auto">
            <a:xfrm>
              <a:off x="8060056" y="11401685"/>
              <a:ext cx="395655" cy="770476"/>
            </a:xfrm>
            <a:custGeom>
              <a:avLst/>
              <a:gdLst>
                <a:gd name="T0" fmla="*/ 16 w 53"/>
                <a:gd name="T1" fmla="*/ 0 h 103"/>
                <a:gd name="T2" fmla="*/ 34 w 53"/>
                <a:gd name="T3" fmla="*/ 103 h 103"/>
                <a:gd name="T4" fmla="*/ 16 w 53"/>
                <a:gd name="T5" fmla="*/ 0 h 103"/>
              </a:gdLst>
              <a:ahLst/>
              <a:cxnLst>
                <a:cxn ang="0">
                  <a:pos x="T0" y="T1"/>
                </a:cxn>
                <a:cxn ang="0">
                  <a:pos x="T2" y="T3"/>
                </a:cxn>
                <a:cxn ang="0">
                  <a:pos x="T4" y="T5"/>
                </a:cxn>
              </a:cxnLst>
              <a:rect l="0" t="0" r="r" b="b"/>
              <a:pathLst>
                <a:path w="53" h="103">
                  <a:moveTo>
                    <a:pt x="16" y="0"/>
                  </a:moveTo>
                  <a:cubicBezTo>
                    <a:pt x="0" y="46"/>
                    <a:pt x="35" y="89"/>
                    <a:pt x="34" y="103"/>
                  </a:cubicBezTo>
                  <a:cubicBezTo>
                    <a:pt x="53" y="66"/>
                    <a:pt x="43" y="27"/>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0" name="觅知网-不倒翁ID:189359941"/>
            <p:cNvSpPr/>
            <p:nvPr/>
          </p:nvSpPr>
          <p:spPr bwMode="auto">
            <a:xfrm>
              <a:off x="8143355" y="10950508"/>
              <a:ext cx="381769" cy="735770"/>
            </a:xfrm>
            <a:custGeom>
              <a:avLst/>
              <a:gdLst>
                <a:gd name="T0" fmla="*/ 8 w 51"/>
                <a:gd name="T1" fmla="*/ 0 h 99"/>
                <a:gd name="T2" fmla="*/ 39 w 51"/>
                <a:gd name="T3" fmla="*/ 99 h 99"/>
                <a:gd name="T4" fmla="*/ 8 w 51"/>
                <a:gd name="T5" fmla="*/ 0 h 99"/>
              </a:gdLst>
              <a:ahLst/>
              <a:cxnLst>
                <a:cxn ang="0">
                  <a:pos x="T0" y="T1"/>
                </a:cxn>
                <a:cxn ang="0">
                  <a:pos x="T2" y="T3"/>
                </a:cxn>
                <a:cxn ang="0">
                  <a:pos x="T4" y="T5"/>
                </a:cxn>
              </a:cxnLst>
              <a:rect l="0" t="0" r="r" b="b"/>
              <a:pathLst>
                <a:path w="51" h="99">
                  <a:moveTo>
                    <a:pt x="8" y="0"/>
                  </a:moveTo>
                  <a:cubicBezTo>
                    <a:pt x="0" y="36"/>
                    <a:pt x="39" y="95"/>
                    <a:pt x="39" y="99"/>
                  </a:cubicBezTo>
                  <a:cubicBezTo>
                    <a:pt x="51" y="67"/>
                    <a:pt x="47" y="33"/>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1" name="觅知网-不倒翁ID:189359941"/>
            <p:cNvSpPr/>
            <p:nvPr/>
          </p:nvSpPr>
          <p:spPr bwMode="auto">
            <a:xfrm>
              <a:off x="8157236" y="10492388"/>
              <a:ext cx="402593" cy="701064"/>
            </a:xfrm>
            <a:custGeom>
              <a:avLst/>
              <a:gdLst>
                <a:gd name="T0" fmla="*/ 2 w 54"/>
                <a:gd name="T1" fmla="*/ 0 h 94"/>
                <a:gd name="T2" fmla="*/ 45 w 54"/>
                <a:gd name="T3" fmla="*/ 94 h 94"/>
                <a:gd name="T4" fmla="*/ 2 w 54"/>
                <a:gd name="T5" fmla="*/ 0 h 94"/>
              </a:gdLst>
              <a:ahLst/>
              <a:cxnLst>
                <a:cxn ang="0">
                  <a:pos x="T0" y="T1"/>
                </a:cxn>
                <a:cxn ang="0">
                  <a:pos x="T2" y="T3"/>
                </a:cxn>
                <a:cxn ang="0">
                  <a:pos x="T4" y="T5"/>
                </a:cxn>
              </a:cxnLst>
              <a:rect l="0" t="0" r="r" b="b"/>
              <a:pathLst>
                <a:path w="54" h="94">
                  <a:moveTo>
                    <a:pt x="2" y="0"/>
                  </a:moveTo>
                  <a:cubicBezTo>
                    <a:pt x="0" y="48"/>
                    <a:pt x="43" y="81"/>
                    <a:pt x="45" y="94"/>
                  </a:cubicBezTo>
                  <a:cubicBezTo>
                    <a:pt x="54" y="61"/>
                    <a:pt x="45" y="29"/>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2" name="觅知网-不倒翁ID:189359941"/>
            <p:cNvSpPr/>
            <p:nvPr/>
          </p:nvSpPr>
          <p:spPr bwMode="auto">
            <a:xfrm>
              <a:off x="8073938" y="10055089"/>
              <a:ext cx="465063" cy="645537"/>
            </a:xfrm>
            <a:custGeom>
              <a:avLst/>
              <a:gdLst>
                <a:gd name="T0" fmla="*/ 0 w 62"/>
                <a:gd name="T1" fmla="*/ 0 h 87"/>
                <a:gd name="T2" fmla="*/ 55 w 62"/>
                <a:gd name="T3" fmla="*/ 87 h 87"/>
                <a:gd name="T4" fmla="*/ 0 w 62"/>
                <a:gd name="T5" fmla="*/ 0 h 87"/>
              </a:gdLst>
              <a:ahLst/>
              <a:cxnLst>
                <a:cxn ang="0">
                  <a:pos x="T0" y="T1"/>
                </a:cxn>
                <a:cxn ang="0">
                  <a:pos x="T2" y="T3"/>
                </a:cxn>
                <a:cxn ang="0">
                  <a:pos x="T4" y="T5"/>
                </a:cxn>
              </a:cxnLst>
              <a:rect l="0" t="0" r="r" b="b"/>
              <a:pathLst>
                <a:path w="62" h="87">
                  <a:moveTo>
                    <a:pt x="0" y="0"/>
                  </a:moveTo>
                  <a:cubicBezTo>
                    <a:pt x="3" y="44"/>
                    <a:pt x="51" y="75"/>
                    <a:pt x="55" y="87"/>
                  </a:cubicBezTo>
                  <a:cubicBezTo>
                    <a:pt x="62" y="39"/>
                    <a:pt x="30" y="1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3" name="觅知网-不倒翁ID:189359941"/>
            <p:cNvSpPr/>
            <p:nvPr/>
          </p:nvSpPr>
          <p:spPr bwMode="auto">
            <a:xfrm>
              <a:off x="5165560" y="14115706"/>
              <a:ext cx="1020363" cy="478944"/>
            </a:xfrm>
            <a:custGeom>
              <a:avLst/>
              <a:gdLst>
                <a:gd name="T0" fmla="*/ 136 w 136"/>
                <a:gd name="T1" fmla="*/ 37 h 64"/>
                <a:gd name="T2" fmla="*/ 0 w 136"/>
                <a:gd name="T3" fmla="*/ 19 h 64"/>
                <a:gd name="T4" fmla="*/ 136 w 136"/>
                <a:gd name="T5" fmla="*/ 37 h 64"/>
              </a:gdLst>
              <a:ahLst/>
              <a:cxnLst>
                <a:cxn ang="0">
                  <a:pos x="T0" y="T1"/>
                </a:cxn>
                <a:cxn ang="0">
                  <a:pos x="T2" y="T3"/>
                </a:cxn>
                <a:cxn ang="0">
                  <a:pos x="T4" y="T5"/>
                </a:cxn>
              </a:cxnLst>
              <a:rect l="0" t="0" r="r" b="b"/>
              <a:pathLst>
                <a:path w="136" h="64">
                  <a:moveTo>
                    <a:pt x="136" y="37"/>
                  </a:moveTo>
                  <a:cubicBezTo>
                    <a:pt x="67" y="64"/>
                    <a:pt x="31" y="27"/>
                    <a:pt x="0" y="19"/>
                  </a:cubicBezTo>
                  <a:cubicBezTo>
                    <a:pt x="66" y="0"/>
                    <a:pt x="86" y="35"/>
                    <a:pt x="136"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4" name="觅知网-不倒翁ID:189359941"/>
            <p:cNvSpPr/>
            <p:nvPr/>
          </p:nvSpPr>
          <p:spPr bwMode="auto">
            <a:xfrm>
              <a:off x="5665329" y="14039351"/>
              <a:ext cx="1013420" cy="472001"/>
            </a:xfrm>
            <a:custGeom>
              <a:avLst/>
              <a:gdLst>
                <a:gd name="T0" fmla="*/ 136 w 136"/>
                <a:gd name="T1" fmla="*/ 28 h 63"/>
                <a:gd name="T2" fmla="*/ 0 w 136"/>
                <a:gd name="T3" fmla="*/ 24 h 63"/>
                <a:gd name="T4" fmla="*/ 136 w 136"/>
                <a:gd name="T5" fmla="*/ 28 h 63"/>
              </a:gdLst>
              <a:ahLst/>
              <a:cxnLst>
                <a:cxn ang="0">
                  <a:pos x="T0" y="T1"/>
                </a:cxn>
                <a:cxn ang="0">
                  <a:pos x="T2" y="T3"/>
                </a:cxn>
                <a:cxn ang="0">
                  <a:pos x="T4" y="T5"/>
                </a:cxn>
              </a:cxnLst>
              <a:rect l="0" t="0" r="r" b="b"/>
              <a:pathLst>
                <a:path w="136" h="63">
                  <a:moveTo>
                    <a:pt x="136" y="28"/>
                  </a:moveTo>
                  <a:cubicBezTo>
                    <a:pt x="68" y="63"/>
                    <a:pt x="30" y="28"/>
                    <a:pt x="0" y="24"/>
                  </a:cubicBezTo>
                  <a:cubicBezTo>
                    <a:pt x="63" y="0"/>
                    <a:pt x="87" y="31"/>
                    <a:pt x="136"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5" name="觅知网-不倒翁ID:189359941"/>
            <p:cNvSpPr/>
            <p:nvPr/>
          </p:nvSpPr>
          <p:spPr bwMode="auto">
            <a:xfrm>
              <a:off x="6165098" y="13893587"/>
              <a:ext cx="999538" cy="478944"/>
            </a:xfrm>
            <a:custGeom>
              <a:avLst/>
              <a:gdLst>
                <a:gd name="T0" fmla="*/ 134 w 134"/>
                <a:gd name="T1" fmla="*/ 19 h 64"/>
                <a:gd name="T2" fmla="*/ 0 w 134"/>
                <a:gd name="T3" fmla="*/ 32 h 64"/>
                <a:gd name="T4" fmla="*/ 134 w 134"/>
                <a:gd name="T5" fmla="*/ 19 h 64"/>
              </a:gdLst>
              <a:ahLst/>
              <a:cxnLst>
                <a:cxn ang="0">
                  <a:pos x="T0" y="T1"/>
                </a:cxn>
                <a:cxn ang="0">
                  <a:pos x="T2" y="T3"/>
                </a:cxn>
                <a:cxn ang="0">
                  <a:pos x="T4" y="T5"/>
                </a:cxn>
              </a:cxnLst>
              <a:rect l="0" t="0" r="r" b="b"/>
              <a:pathLst>
                <a:path w="134" h="64">
                  <a:moveTo>
                    <a:pt x="134" y="19"/>
                  </a:moveTo>
                  <a:cubicBezTo>
                    <a:pt x="74" y="64"/>
                    <a:pt x="28" y="33"/>
                    <a:pt x="0" y="32"/>
                  </a:cubicBezTo>
                  <a:cubicBezTo>
                    <a:pt x="64" y="0"/>
                    <a:pt x="86" y="30"/>
                    <a:pt x="134"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6" name="觅知网-不倒翁ID:189359941"/>
            <p:cNvSpPr/>
            <p:nvPr/>
          </p:nvSpPr>
          <p:spPr bwMode="auto">
            <a:xfrm>
              <a:off x="6644047" y="13692288"/>
              <a:ext cx="971775" cy="444238"/>
            </a:xfrm>
            <a:custGeom>
              <a:avLst/>
              <a:gdLst>
                <a:gd name="T0" fmla="*/ 130 w 130"/>
                <a:gd name="T1" fmla="*/ 7 h 60"/>
                <a:gd name="T2" fmla="*/ 0 w 130"/>
                <a:gd name="T3" fmla="*/ 39 h 60"/>
                <a:gd name="T4" fmla="*/ 130 w 130"/>
                <a:gd name="T5" fmla="*/ 7 h 60"/>
              </a:gdLst>
              <a:ahLst/>
              <a:cxnLst>
                <a:cxn ang="0">
                  <a:pos x="T0" y="T1"/>
                </a:cxn>
                <a:cxn ang="0">
                  <a:pos x="T2" y="T3"/>
                </a:cxn>
                <a:cxn ang="0">
                  <a:pos x="T4" y="T5"/>
                </a:cxn>
              </a:cxnLst>
              <a:rect l="0" t="0" r="r" b="b"/>
              <a:pathLst>
                <a:path w="130" h="60">
                  <a:moveTo>
                    <a:pt x="130" y="7"/>
                  </a:moveTo>
                  <a:cubicBezTo>
                    <a:pt x="77" y="60"/>
                    <a:pt x="24" y="36"/>
                    <a:pt x="0" y="39"/>
                  </a:cubicBezTo>
                  <a:cubicBezTo>
                    <a:pt x="54" y="0"/>
                    <a:pt x="91" y="22"/>
                    <a:pt x="13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7" name="觅知网-不倒翁ID:189359941"/>
            <p:cNvSpPr/>
            <p:nvPr/>
          </p:nvSpPr>
          <p:spPr bwMode="auto">
            <a:xfrm>
              <a:off x="7102167" y="13372994"/>
              <a:ext cx="902358" cy="423418"/>
            </a:xfrm>
            <a:custGeom>
              <a:avLst/>
              <a:gdLst>
                <a:gd name="T0" fmla="*/ 121 w 121"/>
                <a:gd name="T1" fmla="*/ 1 h 57"/>
                <a:gd name="T2" fmla="*/ 0 w 121"/>
                <a:gd name="T3" fmla="*/ 52 h 57"/>
                <a:gd name="T4" fmla="*/ 121 w 121"/>
                <a:gd name="T5" fmla="*/ 1 h 57"/>
              </a:gdLst>
              <a:ahLst/>
              <a:cxnLst>
                <a:cxn ang="0">
                  <a:pos x="T0" y="T1"/>
                </a:cxn>
                <a:cxn ang="0">
                  <a:pos x="T2" y="T3"/>
                </a:cxn>
                <a:cxn ang="0">
                  <a:pos x="T4" y="T5"/>
                </a:cxn>
              </a:cxnLst>
              <a:rect l="0" t="0" r="r" b="b"/>
              <a:pathLst>
                <a:path w="121" h="57">
                  <a:moveTo>
                    <a:pt x="121" y="1"/>
                  </a:moveTo>
                  <a:cubicBezTo>
                    <a:pt x="84" y="57"/>
                    <a:pt x="23" y="47"/>
                    <a:pt x="0" y="52"/>
                  </a:cubicBezTo>
                  <a:cubicBezTo>
                    <a:pt x="61" y="0"/>
                    <a:pt x="81" y="25"/>
                    <a:pt x="12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8" name="觅知网-不倒翁ID:189359941"/>
            <p:cNvSpPr/>
            <p:nvPr/>
          </p:nvSpPr>
          <p:spPr bwMode="auto">
            <a:xfrm>
              <a:off x="7511699" y="12956519"/>
              <a:ext cx="805183" cy="506712"/>
            </a:xfrm>
            <a:custGeom>
              <a:avLst/>
              <a:gdLst>
                <a:gd name="T0" fmla="*/ 108 w 108"/>
                <a:gd name="T1" fmla="*/ 0 h 68"/>
                <a:gd name="T2" fmla="*/ 0 w 108"/>
                <a:gd name="T3" fmla="*/ 68 h 68"/>
                <a:gd name="T4" fmla="*/ 108 w 108"/>
                <a:gd name="T5" fmla="*/ 0 h 68"/>
              </a:gdLst>
              <a:ahLst/>
              <a:cxnLst>
                <a:cxn ang="0">
                  <a:pos x="T0" y="T1"/>
                </a:cxn>
                <a:cxn ang="0">
                  <a:pos x="T2" y="T3"/>
                </a:cxn>
                <a:cxn ang="0">
                  <a:pos x="T4" y="T5"/>
                </a:cxn>
              </a:cxnLst>
              <a:rect l="0" t="0" r="r" b="b"/>
              <a:pathLst>
                <a:path w="108" h="68">
                  <a:moveTo>
                    <a:pt x="108" y="0"/>
                  </a:moveTo>
                  <a:cubicBezTo>
                    <a:pt x="79" y="64"/>
                    <a:pt x="21" y="60"/>
                    <a:pt x="0" y="68"/>
                  </a:cubicBezTo>
                  <a:cubicBezTo>
                    <a:pt x="50" y="8"/>
                    <a:pt x="73" y="28"/>
                    <a:pt x="10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9" name="觅知网-不倒翁ID:189359941"/>
            <p:cNvSpPr/>
            <p:nvPr/>
          </p:nvSpPr>
          <p:spPr bwMode="auto">
            <a:xfrm>
              <a:off x="7858762" y="12484517"/>
              <a:ext cx="701068" cy="617769"/>
            </a:xfrm>
            <a:custGeom>
              <a:avLst/>
              <a:gdLst>
                <a:gd name="T0" fmla="*/ 94 w 94"/>
                <a:gd name="T1" fmla="*/ 0 h 83"/>
                <a:gd name="T2" fmla="*/ 0 w 94"/>
                <a:gd name="T3" fmla="*/ 83 h 83"/>
                <a:gd name="T4" fmla="*/ 94 w 94"/>
                <a:gd name="T5" fmla="*/ 0 h 83"/>
              </a:gdLst>
              <a:ahLst/>
              <a:cxnLst>
                <a:cxn ang="0">
                  <a:pos x="T0" y="T1"/>
                </a:cxn>
                <a:cxn ang="0">
                  <a:pos x="T2" y="T3"/>
                </a:cxn>
                <a:cxn ang="0">
                  <a:pos x="T4" y="T5"/>
                </a:cxn>
              </a:cxnLst>
              <a:rect l="0" t="0" r="r" b="b"/>
              <a:pathLst>
                <a:path w="94" h="83">
                  <a:moveTo>
                    <a:pt x="94" y="0"/>
                  </a:moveTo>
                  <a:cubicBezTo>
                    <a:pt x="74" y="67"/>
                    <a:pt x="11" y="75"/>
                    <a:pt x="0" y="83"/>
                  </a:cubicBezTo>
                  <a:cubicBezTo>
                    <a:pt x="28" y="24"/>
                    <a:pt x="66" y="28"/>
                    <a:pt x="9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0" name="觅知网-不倒翁ID:189359941"/>
            <p:cNvSpPr/>
            <p:nvPr/>
          </p:nvSpPr>
          <p:spPr bwMode="auto">
            <a:xfrm>
              <a:off x="8136407" y="11991691"/>
              <a:ext cx="590006" cy="694121"/>
            </a:xfrm>
            <a:custGeom>
              <a:avLst/>
              <a:gdLst>
                <a:gd name="T0" fmla="*/ 79 w 79"/>
                <a:gd name="T1" fmla="*/ 0 h 93"/>
                <a:gd name="T2" fmla="*/ 0 w 79"/>
                <a:gd name="T3" fmla="*/ 93 h 93"/>
                <a:gd name="T4" fmla="*/ 79 w 79"/>
                <a:gd name="T5" fmla="*/ 0 h 93"/>
              </a:gdLst>
              <a:ahLst/>
              <a:cxnLst>
                <a:cxn ang="0">
                  <a:pos x="T0" y="T1"/>
                </a:cxn>
                <a:cxn ang="0">
                  <a:pos x="T2" y="T3"/>
                </a:cxn>
                <a:cxn ang="0">
                  <a:pos x="T4" y="T5"/>
                </a:cxn>
              </a:cxnLst>
              <a:rect l="0" t="0" r="r" b="b"/>
              <a:pathLst>
                <a:path w="79" h="93">
                  <a:moveTo>
                    <a:pt x="79" y="0"/>
                  </a:moveTo>
                  <a:cubicBezTo>
                    <a:pt x="71" y="67"/>
                    <a:pt x="11" y="82"/>
                    <a:pt x="0" y="93"/>
                  </a:cubicBezTo>
                  <a:cubicBezTo>
                    <a:pt x="20" y="30"/>
                    <a:pt x="57" y="29"/>
                    <a:pt x="7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1" name="觅知网-不倒翁ID:189359941"/>
            <p:cNvSpPr/>
            <p:nvPr/>
          </p:nvSpPr>
          <p:spPr bwMode="auto">
            <a:xfrm>
              <a:off x="8344645" y="11484984"/>
              <a:ext cx="499769" cy="742713"/>
            </a:xfrm>
            <a:custGeom>
              <a:avLst/>
              <a:gdLst>
                <a:gd name="T0" fmla="*/ 64 w 67"/>
                <a:gd name="T1" fmla="*/ 0 h 100"/>
                <a:gd name="T2" fmla="*/ 0 w 67"/>
                <a:gd name="T3" fmla="*/ 100 h 100"/>
                <a:gd name="T4" fmla="*/ 64 w 67"/>
                <a:gd name="T5" fmla="*/ 0 h 100"/>
              </a:gdLst>
              <a:ahLst/>
              <a:cxnLst>
                <a:cxn ang="0">
                  <a:pos x="T0" y="T1"/>
                </a:cxn>
                <a:cxn ang="0">
                  <a:pos x="T2" y="T3"/>
                </a:cxn>
                <a:cxn ang="0">
                  <a:pos x="T4" y="T5"/>
                </a:cxn>
              </a:cxnLst>
              <a:rect l="0" t="0" r="r" b="b"/>
              <a:pathLst>
                <a:path w="67" h="100">
                  <a:moveTo>
                    <a:pt x="64" y="0"/>
                  </a:moveTo>
                  <a:cubicBezTo>
                    <a:pt x="67" y="62"/>
                    <a:pt x="6" y="91"/>
                    <a:pt x="0" y="100"/>
                  </a:cubicBezTo>
                  <a:cubicBezTo>
                    <a:pt x="7" y="41"/>
                    <a:pt x="51" y="23"/>
                    <a:pt x="6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2" name="觅知网-不倒翁ID:189359941"/>
            <p:cNvSpPr/>
            <p:nvPr/>
          </p:nvSpPr>
          <p:spPr bwMode="auto">
            <a:xfrm>
              <a:off x="8469588" y="10978276"/>
              <a:ext cx="451181" cy="777419"/>
            </a:xfrm>
            <a:custGeom>
              <a:avLst/>
              <a:gdLst>
                <a:gd name="T0" fmla="*/ 52 w 60"/>
                <a:gd name="T1" fmla="*/ 0 h 104"/>
                <a:gd name="T2" fmla="*/ 0 w 60"/>
                <a:gd name="T3" fmla="*/ 104 h 104"/>
                <a:gd name="T4" fmla="*/ 52 w 60"/>
                <a:gd name="T5" fmla="*/ 0 h 104"/>
              </a:gdLst>
              <a:ahLst/>
              <a:cxnLst>
                <a:cxn ang="0">
                  <a:pos x="T0" y="T1"/>
                </a:cxn>
                <a:cxn ang="0">
                  <a:pos x="T2" y="T3"/>
                </a:cxn>
                <a:cxn ang="0">
                  <a:pos x="T4" y="T5"/>
                </a:cxn>
              </a:cxnLst>
              <a:rect l="0" t="0" r="r" b="b"/>
              <a:pathLst>
                <a:path w="60" h="104">
                  <a:moveTo>
                    <a:pt x="52" y="0"/>
                  </a:moveTo>
                  <a:cubicBezTo>
                    <a:pt x="60" y="61"/>
                    <a:pt x="7" y="92"/>
                    <a:pt x="0" y="104"/>
                  </a:cubicBezTo>
                  <a:cubicBezTo>
                    <a:pt x="3" y="39"/>
                    <a:pt x="35" y="30"/>
                    <a:pt x="5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3" name="觅知网-不倒翁ID:189359941"/>
            <p:cNvSpPr/>
            <p:nvPr/>
          </p:nvSpPr>
          <p:spPr bwMode="auto">
            <a:xfrm>
              <a:off x="8490409" y="10464625"/>
              <a:ext cx="451181" cy="798244"/>
            </a:xfrm>
            <a:custGeom>
              <a:avLst/>
              <a:gdLst>
                <a:gd name="T0" fmla="*/ 45 w 60"/>
                <a:gd name="T1" fmla="*/ 0 h 107"/>
                <a:gd name="T2" fmla="*/ 6 w 60"/>
                <a:gd name="T3" fmla="*/ 107 h 107"/>
                <a:gd name="T4" fmla="*/ 45 w 60"/>
                <a:gd name="T5" fmla="*/ 0 h 107"/>
              </a:gdLst>
              <a:ahLst/>
              <a:cxnLst>
                <a:cxn ang="0">
                  <a:pos x="T0" y="T1"/>
                </a:cxn>
                <a:cxn ang="0">
                  <a:pos x="T2" y="T3"/>
                </a:cxn>
                <a:cxn ang="0">
                  <a:pos x="T4" y="T5"/>
                </a:cxn>
              </a:cxnLst>
              <a:rect l="0" t="0" r="r" b="b"/>
              <a:pathLst>
                <a:path w="60" h="107">
                  <a:moveTo>
                    <a:pt x="45" y="0"/>
                  </a:moveTo>
                  <a:cubicBezTo>
                    <a:pt x="60" y="59"/>
                    <a:pt x="10" y="98"/>
                    <a:pt x="6" y="107"/>
                  </a:cubicBezTo>
                  <a:cubicBezTo>
                    <a:pt x="0" y="50"/>
                    <a:pt x="31" y="28"/>
                    <a:pt x="4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4" name="觅知网-不倒翁ID:189359941"/>
            <p:cNvSpPr/>
            <p:nvPr/>
          </p:nvSpPr>
          <p:spPr bwMode="auto">
            <a:xfrm>
              <a:off x="8441821" y="9957913"/>
              <a:ext cx="465063" cy="812125"/>
            </a:xfrm>
            <a:custGeom>
              <a:avLst/>
              <a:gdLst>
                <a:gd name="T0" fmla="*/ 38 w 62"/>
                <a:gd name="T1" fmla="*/ 0 h 109"/>
                <a:gd name="T2" fmla="*/ 14 w 62"/>
                <a:gd name="T3" fmla="*/ 109 h 109"/>
                <a:gd name="T4" fmla="*/ 38 w 62"/>
                <a:gd name="T5" fmla="*/ 0 h 109"/>
              </a:gdLst>
              <a:ahLst/>
              <a:cxnLst>
                <a:cxn ang="0">
                  <a:pos x="T0" y="T1"/>
                </a:cxn>
                <a:cxn ang="0">
                  <a:pos x="T2" y="T3"/>
                </a:cxn>
                <a:cxn ang="0">
                  <a:pos x="T4" y="T5"/>
                </a:cxn>
              </a:cxnLst>
              <a:rect l="0" t="0" r="r" b="b"/>
              <a:pathLst>
                <a:path w="62" h="109">
                  <a:moveTo>
                    <a:pt x="38" y="0"/>
                  </a:moveTo>
                  <a:cubicBezTo>
                    <a:pt x="62" y="50"/>
                    <a:pt x="15" y="102"/>
                    <a:pt x="14" y="109"/>
                  </a:cubicBezTo>
                  <a:cubicBezTo>
                    <a:pt x="0" y="56"/>
                    <a:pt x="28" y="26"/>
                    <a:pt x="3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5" name="觅知网-不倒翁ID:189359941"/>
            <p:cNvSpPr/>
            <p:nvPr/>
          </p:nvSpPr>
          <p:spPr bwMode="auto">
            <a:xfrm>
              <a:off x="7358988" y="8451672"/>
              <a:ext cx="867656" cy="1478482"/>
            </a:xfrm>
            <a:custGeom>
              <a:avLst/>
              <a:gdLst>
                <a:gd name="T0" fmla="*/ 3 w 116"/>
                <a:gd name="T1" fmla="*/ 0 h 198"/>
                <a:gd name="T2" fmla="*/ 116 w 116"/>
                <a:gd name="T3" fmla="*/ 197 h 198"/>
                <a:gd name="T4" fmla="*/ 113 w 116"/>
                <a:gd name="T5" fmla="*/ 198 h 198"/>
                <a:gd name="T6" fmla="*/ 0 w 116"/>
                <a:gd name="T7" fmla="*/ 3 h 198"/>
                <a:gd name="T8" fmla="*/ 3 w 116"/>
                <a:gd name="T9" fmla="*/ 0 h 198"/>
              </a:gdLst>
              <a:ahLst/>
              <a:cxnLst>
                <a:cxn ang="0">
                  <a:pos x="T0" y="T1"/>
                </a:cxn>
                <a:cxn ang="0">
                  <a:pos x="T2" y="T3"/>
                </a:cxn>
                <a:cxn ang="0">
                  <a:pos x="T4" y="T5"/>
                </a:cxn>
                <a:cxn ang="0">
                  <a:pos x="T6" y="T7"/>
                </a:cxn>
                <a:cxn ang="0">
                  <a:pos x="T8" y="T9"/>
                </a:cxn>
              </a:cxnLst>
              <a:rect l="0" t="0" r="r" b="b"/>
              <a:pathLst>
                <a:path w="116" h="198">
                  <a:moveTo>
                    <a:pt x="3" y="0"/>
                  </a:moveTo>
                  <a:cubicBezTo>
                    <a:pt x="47" y="46"/>
                    <a:pt x="92" y="118"/>
                    <a:pt x="116" y="197"/>
                  </a:cubicBezTo>
                  <a:cubicBezTo>
                    <a:pt x="113" y="198"/>
                    <a:pt x="113" y="198"/>
                    <a:pt x="113" y="198"/>
                  </a:cubicBezTo>
                  <a:cubicBezTo>
                    <a:pt x="89" y="120"/>
                    <a:pt x="44" y="48"/>
                    <a:pt x="0" y="3"/>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6" name="觅知网-不倒翁ID:189359941"/>
            <p:cNvSpPr/>
            <p:nvPr/>
          </p:nvSpPr>
          <p:spPr bwMode="auto">
            <a:xfrm>
              <a:off x="7560287" y="8410023"/>
              <a:ext cx="909306" cy="1735303"/>
            </a:xfrm>
            <a:custGeom>
              <a:avLst/>
              <a:gdLst>
                <a:gd name="T0" fmla="*/ 3 w 122"/>
                <a:gd name="T1" fmla="*/ 0 h 233"/>
                <a:gd name="T2" fmla="*/ 122 w 122"/>
                <a:gd name="T3" fmla="*/ 233 h 233"/>
                <a:gd name="T4" fmla="*/ 119 w 122"/>
                <a:gd name="T5" fmla="*/ 233 h 233"/>
                <a:gd name="T6" fmla="*/ 0 w 122"/>
                <a:gd name="T7" fmla="*/ 2 h 233"/>
                <a:gd name="T8" fmla="*/ 3 w 122"/>
                <a:gd name="T9" fmla="*/ 0 h 233"/>
              </a:gdLst>
              <a:ahLst/>
              <a:cxnLst>
                <a:cxn ang="0">
                  <a:pos x="T0" y="T1"/>
                </a:cxn>
                <a:cxn ang="0">
                  <a:pos x="T2" y="T3"/>
                </a:cxn>
                <a:cxn ang="0">
                  <a:pos x="T4" y="T5"/>
                </a:cxn>
                <a:cxn ang="0">
                  <a:pos x="T6" y="T7"/>
                </a:cxn>
                <a:cxn ang="0">
                  <a:pos x="T8" y="T9"/>
                </a:cxn>
              </a:cxnLst>
              <a:rect l="0" t="0" r="r" b="b"/>
              <a:pathLst>
                <a:path w="122" h="233">
                  <a:moveTo>
                    <a:pt x="3" y="0"/>
                  </a:moveTo>
                  <a:cubicBezTo>
                    <a:pt x="56" y="58"/>
                    <a:pt x="102" y="141"/>
                    <a:pt x="122" y="233"/>
                  </a:cubicBezTo>
                  <a:cubicBezTo>
                    <a:pt x="119" y="233"/>
                    <a:pt x="119" y="233"/>
                    <a:pt x="119" y="233"/>
                  </a:cubicBezTo>
                  <a:cubicBezTo>
                    <a:pt x="98" y="143"/>
                    <a:pt x="53" y="60"/>
                    <a:pt x="0" y="2"/>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7" name="觅知网-不倒翁ID:189359941"/>
            <p:cNvSpPr/>
            <p:nvPr/>
          </p:nvSpPr>
          <p:spPr bwMode="auto">
            <a:xfrm>
              <a:off x="7518642" y="8111548"/>
              <a:ext cx="1048131" cy="1721422"/>
            </a:xfrm>
            <a:custGeom>
              <a:avLst/>
              <a:gdLst>
                <a:gd name="T0" fmla="*/ 3 w 141"/>
                <a:gd name="T1" fmla="*/ 0 h 231"/>
                <a:gd name="T2" fmla="*/ 141 w 141"/>
                <a:gd name="T3" fmla="*/ 230 h 231"/>
                <a:gd name="T4" fmla="*/ 138 w 141"/>
                <a:gd name="T5" fmla="*/ 231 h 231"/>
                <a:gd name="T6" fmla="*/ 0 w 141"/>
                <a:gd name="T7" fmla="*/ 2 h 231"/>
                <a:gd name="T8" fmla="*/ 3 w 141"/>
                <a:gd name="T9" fmla="*/ 0 h 231"/>
              </a:gdLst>
              <a:ahLst/>
              <a:cxnLst>
                <a:cxn ang="0">
                  <a:pos x="T0" y="T1"/>
                </a:cxn>
                <a:cxn ang="0">
                  <a:pos x="T2" y="T3"/>
                </a:cxn>
                <a:cxn ang="0">
                  <a:pos x="T4" y="T5"/>
                </a:cxn>
                <a:cxn ang="0">
                  <a:pos x="T6" y="T7"/>
                </a:cxn>
                <a:cxn ang="0">
                  <a:pos x="T8" y="T9"/>
                </a:cxn>
              </a:cxnLst>
              <a:rect l="0" t="0" r="r" b="b"/>
              <a:pathLst>
                <a:path w="141" h="231">
                  <a:moveTo>
                    <a:pt x="3" y="0"/>
                  </a:moveTo>
                  <a:cubicBezTo>
                    <a:pt x="52" y="44"/>
                    <a:pt x="111" y="132"/>
                    <a:pt x="141" y="230"/>
                  </a:cubicBezTo>
                  <a:cubicBezTo>
                    <a:pt x="138" y="231"/>
                    <a:pt x="138" y="231"/>
                    <a:pt x="138" y="231"/>
                  </a:cubicBezTo>
                  <a:cubicBezTo>
                    <a:pt x="109" y="135"/>
                    <a:pt x="50" y="47"/>
                    <a:pt x="0" y="2"/>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8" name="觅知网-不倒翁ID:189359941"/>
            <p:cNvSpPr>
              <a:spLocks noChangeArrowheads="1"/>
            </p:cNvSpPr>
            <p:nvPr/>
          </p:nvSpPr>
          <p:spPr bwMode="auto">
            <a:xfrm>
              <a:off x="5056479" y="14633222"/>
              <a:ext cx="6943" cy="694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grpSp>
      <p:grpSp>
        <p:nvGrpSpPr>
          <p:cNvPr id="15" name="觅知网-不倒翁ID:189359941"/>
          <p:cNvGrpSpPr/>
          <p:nvPr>
            <p:custDataLst>
              <p:tags r:id="rId1"/>
            </p:custDataLst>
          </p:nvPr>
        </p:nvGrpSpPr>
        <p:grpSpPr>
          <a:xfrm>
            <a:off x="955163" y="647056"/>
            <a:ext cx="10294372" cy="6835208"/>
            <a:chOff x="1933880" y="1452820"/>
            <a:chExt cx="8655456" cy="5747008"/>
          </a:xfrm>
        </p:grpSpPr>
        <p:sp>
          <p:nvSpPr>
            <p:cNvPr id="13" name="觅知网-不倒翁ID:189359941"/>
            <p:cNvSpPr/>
            <p:nvPr/>
          </p:nvSpPr>
          <p:spPr>
            <a:xfrm rot="21314498">
              <a:off x="1933880" y="1453250"/>
              <a:ext cx="8410937" cy="5746578"/>
            </a:xfrm>
            <a:custGeom>
              <a:avLst/>
              <a:gdLst>
                <a:gd name="connsiteX0" fmla="*/ 8410936 w 8410937"/>
                <a:gd name="connsiteY0" fmla="*/ 0 h 5746578"/>
                <a:gd name="connsiteX1" fmla="*/ 8410937 w 8410937"/>
                <a:gd name="connsiteY1" fmla="*/ 5746578 h 5746578"/>
                <a:gd name="connsiteX2" fmla="*/ 0 w 8410937"/>
                <a:gd name="connsiteY2" fmla="*/ 5046446 h 5746578"/>
                <a:gd name="connsiteX3" fmla="*/ 0 w 8410937"/>
                <a:gd name="connsiteY3" fmla="*/ 0 h 5746578"/>
              </a:gdLst>
              <a:ahLst/>
              <a:cxnLst>
                <a:cxn ang="0">
                  <a:pos x="connsiteX0" y="connsiteY0"/>
                </a:cxn>
                <a:cxn ang="0">
                  <a:pos x="connsiteX1" y="connsiteY1"/>
                </a:cxn>
                <a:cxn ang="0">
                  <a:pos x="connsiteX2" y="connsiteY2"/>
                </a:cxn>
                <a:cxn ang="0">
                  <a:pos x="connsiteX3" y="connsiteY3"/>
                </a:cxn>
              </a:cxnLst>
              <a:rect l="l" t="t" r="r" b="b"/>
              <a:pathLst>
                <a:path w="8410937" h="5746578">
                  <a:moveTo>
                    <a:pt x="8410936" y="0"/>
                  </a:moveTo>
                  <a:lnTo>
                    <a:pt x="8410937" y="5746578"/>
                  </a:lnTo>
                  <a:lnTo>
                    <a:pt x="0" y="5046446"/>
                  </a:lnTo>
                  <a:lnTo>
                    <a:pt x="0" y="0"/>
                  </a:lnTo>
                  <a:close/>
                </a:path>
              </a:pathLst>
            </a:custGeom>
            <a:solidFill>
              <a:srgbClr val="344778"/>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思源黑体 CN Regular" panose="020B0500000000000000" charset="-122"/>
              </a:endParaRPr>
            </a:p>
          </p:txBody>
        </p:sp>
        <p:sp>
          <p:nvSpPr>
            <p:cNvPr id="14" name="觅知网-不倒翁ID:189359941"/>
            <p:cNvSpPr/>
            <p:nvPr/>
          </p:nvSpPr>
          <p:spPr>
            <a:xfrm>
              <a:off x="2178400" y="1452820"/>
              <a:ext cx="8410936" cy="5388246"/>
            </a:xfrm>
            <a:custGeom>
              <a:avLst/>
              <a:gdLst>
                <a:gd name="connsiteX0" fmla="*/ 0 w 8410936"/>
                <a:gd name="connsiteY0" fmla="*/ 0 h 5388246"/>
                <a:gd name="connsiteX1" fmla="*/ 8410936 w 8410936"/>
                <a:gd name="connsiteY1" fmla="*/ 0 h 5388246"/>
                <a:gd name="connsiteX2" fmla="*/ 8410936 w 8410936"/>
                <a:gd name="connsiteY2" fmla="*/ 5388246 h 5388246"/>
                <a:gd name="connsiteX3" fmla="*/ 0 w 8410936"/>
                <a:gd name="connsiteY3" fmla="*/ 5388246 h 5388246"/>
              </a:gdLst>
              <a:ahLst/>
              <a:cxnLst>
                <a:cxn ang="0">
                  <a:pos x="connsiteX0" y="connsiteY0"/>
                </a:cxn>
                <a:cxn ang="0">
                  <a:pos x="connsiteX1" y="connsiteY1"/>
                </a:cxn>
                <a:cxn ang="0">
                  <a:pos x="connsiteX2" y="connsiteY2"/>
                </a:cxn>
                <a:cxn ang="0">
                  <a:pos x="connsiteX3" y="connsiteY3"/>
                </a:cxn>
              </a:cxnLst>
              <a:rect l="l" t="t" r="r" b="b"/>
              <a:pathLst>
                <a:path w="8410936" h="5388246">
                  <a:moveTo>
                    <a:pt x="0" y="0"/>
                  </a:moveTo>
                  <a:lnTo>
                    <a:pt x="8410936" y="0"/>
                  </a:lnTo>
                  <a:lnTo>
                    <a:pt x="8410936" y="5388246"/>
                  </a:lnTo>
                  <a:lnTo>
                    <a:pt x="0" y="5388246"/>
                  </a:lnTo>
                  <a:close/>
                </a:path>
              </a:pathLst>
            </a:custGeom>
            <a:solidFill>
              <a:schemeClr val="bg1">
                <a:alpha val="93000"/>
              </a:schemeClr>
            </a:solidFill>
            <a:ln w="28575">
              <a:solidFill>
                <a:srgbClr val="344778"/>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思源黑体 CN Regular" panose="020B0500000000000000" charset="-122"/>
              </a:endParaRPr>
            </a:p>
          </p:txBody>
        </p:sp>
      </p:grpSp>
      <p:grpSp>
        <p:nvGrpSpPr>
          <p:cNvPr id="8" name="觅知网-不倒翁ID:189359941"/>
          <p:cNvGrpSpPr/>
          <p:nvPr>
            <p:custDataLst>
              <p:tags r:id="rId2"/>
            </p:custDataLst>
          </p:nvPr>
        </p:nvGrpSpPr>
        <p:grpSpPr>
          <a:xfrm>
            <a:off x="5227157" y="1844355"/>
            <a:ext cx="1728192" cy="605998"/>
            <a:chOff x="5231904" y="1742380"/>
            <a:chExt cx="1728192" cy="605998"/>
          </a:xfrm>
        </p:grpSpPr>
        <p:sp>
          <p:nvSpPr>
            <p:cNvPr id="9" name="觅知网-不倒翁ID:189359941"/>
            <p:cNvSpPr/>
            <p:nvPr/>
          </p:nvSpPr>
          <p:spPr>
            <a:xfrm>
              <a:off x="5231904" y="1742380"/>
              <a:ext cx="1728192" cy="5232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itchFamily="34" charset="-122"/>
                <a:ea typeface="微软雅黑" pitchFamily="34" charset="-122"/>
                <a:cs typeface="思源黑体 CN Regular" panose="020B0500000000000000" charset="-122"/>
              </a:endParaRPr>
            </a:p>
          </p:txBody>
        </p:sp>
        <p:sp>
          <p:nvSpPr>
            <p:cNvPr id="10" name="觅知网-不倒翁ID:189359941"/>
            <p:cNvSpPr/>
            <p:nvPr/>
          </p:nvSpPr>
          <p:spPr>
            <a:xfrm flipV="1">
              <a:off x="6041390" y="2254223"/>
              <a:ext cx="109220" cy="94155"/>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itchFamily="34" charset="-122"/>
                <a:ea typeface="微软雅黑" pitchFamily="34" charset="-122"/>
                <a:cs typeface="思源黑体 CN Regular" panose="020B0500000000000000" charset="-122"/>
              </a:endParaRPr>
            </a:p>
          </p:txBody>
        </p:sp>
      </p:grpSp>
      <p:sp>
        <p:nvSpPr>
          <p:cNvPr id="11" name="觅知网-不倒翁ID:189359941"/>
          <p:cNvSpPr txBox="1"/>
          <p:nvPr>
            <p:custDataLst>
              <p:tags r:id="rId3"/>
            </p:custDataLst>
          </p:nvPr>
        </p:nvSpPr>
        <p:spPr>
          <a:xfrm>
            <a:off x="2772018" y="2659883"/>
            <a:ext cx="6647974" cy="120032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7200" dirty="0">
                <a:solidFill>
                  <a:schemeClr val="accent1"/>
                </a:solidFill>
                <a:latin typeface="思源宋体 CN Heavy" panose="02020900000000000000" charset="-122"/>
                <a:ea typeface="思源宋体 CN Heavy" panose="02020900000000000000" charset="-122"/>
                <a:cs typeface="+mn-ea"/>
                <a:sym typeface="+mn-lt"/>
              </a:rPr>
              <a:t>基础理论与技术</a:t>
            </a:r>
          </a:p>
        </p:txBody>
      </p:sp>
      <p:sp>
        <p:nvSpPr>
          <p:cNvPr id="12" name="觅知网-不倒翁ID:189359941"/>
          <p:cNvSpPr txBox="1"/>
          <p:nvPr/>
        </p:nvSpPr>
        <p:spPr>
          <a:xfrm>
            <a:off x="5383367" y="1880058"/>
            <a:ext cx="1415772" cy="46166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2400" dirty="0">
                <a:solidFill>
                  <a:schemeClr val="bg1"/>
                </a:solidFill>
                <a:latin typeface="+mj-ea"/>
                <a:ea typeface="+mj-ea"/>
                <a:cs typeface="思源黑体 CN Regular" panose="020B0500000000000000" charset="-122"/>
              </a:rPr>
              <a:t>第二部分</a:t>
            </a:r>
          </a:p>
        </p:txBody>
      </p:sp>
      <p:cxnSp>
        <p:nvCxnSpPr>
          <p:cNvPr id="18" name="觅知网-不倒翁ID:189359941"/>
          <p:cNvCxnSpPr/>
          <p:nvPr>
            <p:custDataLst>
              <p:tags r:id="rId4"/>
            </p:custDataLst>
          </p:nvPr>
        </p:nvCxnSpPr>
        <p:spPr>
          <a:xfrm>
            <a:off x="2964215" y="3911559"/>
            <a:ext cx="625407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 name="觅知网-不倒翁ID:189359941"/>
          <p:cNvSpPr/>
          <p:nvPr/>
        </p:nvSpPr>
        <p:spPr bwMode="auto">
          <a:xfrm>
            <a:off x="323" y="5511138"/>
            <a:ext cx="12191677" cy="1346862"/>
          </a:xfrm>
          <a:custGeom>
            <a:avLst/>
            <a:gdLst>
              <a:gd name="connsiteX0" fmla="*/ 12191677 w 12191677"/>
              <a:gd name="connsiteY0" fmla="*/ 0 h 1346862"/>
              <a:gd name="connsiteX1" fmla="*/ 12191677 w 12191677"/>
              <a:gd name="connsiteY1" fmla="*/ 1346862 h 1346862"/>
              <a:gd name="connsiteX2" fmla="*/ 0 w 12191677"/>
              <a:gd name="connsiteY2" fmla="*/ 1346862 h 1346862"/>
              <a:gd name="connsiteX3" fmla="*/ 0 w 12191677"/>
              <a:gd name="connsiteY3" fmla="*/ 42381 h 1346862"/>
              <a:gd name="connsiteX4" fmla="*/ 11935898 w 12191677"/>
              <a:gd name="connsiteY4" fmla="*/ 70915 h 13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1677" h="1346862">
                <a:moveTo>
                  <a:pt x="12191677" y="0"/>
                </a:moveTo>
                <a:lnTo>
                  <a:pt x="12191677" y="1346862"/>
                </a:lnTo>
                <a:lnTo>
                  <a:pt x="0" y="1346862"/>
                </a:lnTo>
                <a:lnTo>
                  <a:pt x="0" y="42381"/>
                </a:lnTo>
                <a:cubicBezTo>
                  <a:pt x="3090122" y="758737"/>
                  <a:pt x="8949245" y="844902"/>
                  <a:pt x="11935898" y="70915"/>
                </a:cubicBezTo>
                <a:close/>
              </a:path>
            </a:pathLst>
          </a:custGeom>
          <a:solidFill>
            <a:srgbClr val="344778"/>
          </a:solidFill>
          <a:ln w="25400" cap="flat" cmpd="sng" algn="ctr">
            <a:noFill/>
            <a:prstDash val="solid"/>
          </a:ln>
          <a:effectLst/>
        </p:spPr>
        <p:txBody>
          <a:bodyPr wrap="square" rtlCol="0" anchor="ctr">
            <a:noAutofit/>
          </a:bodyPr>
          <a:lstStyle/>
          <a:p>
            <a:pPr marL="0" marR="0" lvl="0" indent="0" algn="ctr" defTabSz="866775" rtl="0" eaLnBrk="1" fontAlgn="base" latinLnBrk="0" hangingPunct="1">
              <a:lnSpc>
                <a:spcPct val="100000"/>
              </a:lnSpc>
              <a:spcBef>
                <a:spcPct val="0"/>
              </a:spcBef>
              <a:spcAft>
                <a:spcPct val="0"/>
              </a:spcAft>
              <a:buClrTx/>
              <a:buSzTx/>
              <a:buFontTx/>
              <a:buNone/>
              <a:defRPr/>
            </a:pPr>
            <a:endParaRPr kumimoji="0" lang="zh-CN" altLang="en-US" sz="1705"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nodeType="withEffect">
                                  <p:stCondLst>
                                    <p:cond delay="0"/>
                                  </p:stCondLst>
                                  <p:iterate type="lt">
                                    <p:tmPct val="10000"/>
                                  </p:iterate>
                                  <p:childTnLst>
                                    <p:set>
                                      <p:cBhvr>
                                        <p:cTn id="6" dur="1" fill="hold">
                                          <p:stCondLst>
                                            <p:cond delay="0"/>
                                          </p:stCondLst>
                                        </p:cTn>
                                        <p:tgtEl>
                                          <p:spTgt spid="15"/>
                                        </p:tgtEl>
                                        <p:attrNameLst>
                                          <p:attrName>style.visibility</p:attrName>
                                        </p:attrNameLst>
                                      </p:cBhvr>
                                      <p:to>
                                        <p:strVal val="visible"/>
                                      </p:to>
                                    </p:set>
                                    <p:anim to="" calcmode="lin" valueType="num">
                                      <p:cBhvr>
                                        <p:cTn id="7" dur="500" fill="hold">
                                          <p:stCondLst>
                                            <p:cond delay="0"/>
                                          </p:stCondLst>
                                        </p:cTn>
                                        <p:tgtEl>
                                          <p:spTgt spid="15"/>
                                        </p:tgtEl>
                                        <p:attrNameLst>
                                          <p:attrName>ppt_x</p:attrName>
                                        </p:attrNameLst>
                                      </p:cBhvr>
                                      <p:tavLst>
                                        <p:tav tm="0" fmla="$">
                                          <p:val>
                                            <p:strVal val="#ppt_x"/>
                                          </p:val>
                                        </p:tav>
                                        <p:tav tm="100000" fmla="$">
                                          <p:val>
                                            <p:strVal val="#ppt_x"/>
                                          </p:val>
                                        </p:tav>
                                      </p:tavLst>
                                    </p:anim>
                                    <p:anim to="" calcmode="lin" valueType="num">
                                      <p:cBhvr>
                                        <p:cTn id="8" dur="500" fill="hold">
                                          <p:stCondLst>
                                            <p:cond delay="0"/>
                                          </p:stCondLst>
                                        </p:cTn>
                                        <p:tgtEl>
                                          <p:spTgt spid="15"/>
                                        </p:tgtEl>
                                        <p:attrNameLst>
                                          <p:attrName>ppt_y</p:attrName>
                                        </p:attrNameLst>
                                      </p:cBhvr>
                                      <p:tavLst>
                                        <p:tav tm="0" fmla="$">
                                          <p:val>
                                            <p:strVal val="1+#ppt_h/2"/>
                                          </p:val>
                                        </p:tav>
                                        <p:tav tm="100000" fmla="$">
                                          <p:val>
                                            <p:strVal val="#ppt_y"/>
                                          </p:val>
                                        </p:tav>
                                      </p:tavLst>
                                    </p:anim>
                                  </p:childTnLst>
                                </p:cTn>
                              </p:par>
                              <p:par>
                                <p:cTn id="9" presetID="10" presetClass="entr" presetSubtype="0" decel="100000" fill="hold" nodeType="withEffect">
                                  <p:stCondLst>
                                    <p:cond delay="500"/>
                                  </p:stCondLst>
                                  <p:childTnLst>
                                    <p:set>
                                      <p:cBhvr>
                                        <p:cTn id="10" dur="1" fill="hold">
                                          <p:stCondLst>
                                            <p:cond delay="0"/>
                                          </p:stCondLst>
                                        </p:cTn>
                                        <p:tgtEl>
                                          <p:spTgt spid="8"/>
                                        </p:tgtEl>
                                        <p:attrNameLst>
                                          <p:attrName>style.visibility</p:attrName>
                                        </p:attrNameLst>
                                      </p:cBhvr>
                                      <p:to>
                                        <p:strVal val="visible"/>
                                      </p:to>
                                    </p:set>
                                    <p:anim to="" calcmode="lin" valueType="num">
                                      <p:cBhvr>
                                        <p:cTn id="11" dur="500" fill="hold">
                                          <p:stCondLst>
                                            <p:cond delay="0"/>
                                          </p:stCondLst>
                                        </p:cTn>
                                        <p:tgtEl>
                                          <p:spTgt spid="8"/>
                                        </p:tgtEl>
                                        <p:attrNameLst>
                                          <p:attrName>ppt_w</p:attrName>
                                        </p:attrNameLst>
                                      </p:cBhvr>
                                      <p:tavLst>
                                        <p:tav tm="0" fmla="$">
                                          <p:val>
                                            <p:fltVal val="0"/>
                                          </p:val>
                                        </p:tav>
                                        <p:tav tm="100000" fmla="$">
                                          <p:val>
                                            <p:strVal val="#ppt_w"/>
                                          </p:val>
                                        </p:tav>
                                      </p:tavLst>
                                    </p:anim>
                                    <p:anim to="" calcmode="lin" valueType="num">
                                      <p:cBhvr>
                                        <p:cTn id="12" dur="500" fill="hold">
                                          <p:stCondLst>
                                            <p:cond delay="0"/>
                                          </p:stCondLst>
                                        </p:cTn>
                                        <p:tgtEl>
                                          <p:spTgt spid="8"/>
                                        </p:tgtEl>
                                        <p:attrNameLst>
                                          <p:attrName>ppt_h</p:attrName>
                                        </p:attrNameLst>
                                      </p:cBhvr>
                                      <p:tavLst>
                                        <p:tav tm="0" fmla="$">
                                          <p:val>
                                            <p:fltVal val="0"/>
                                          </p:val>
                                        </p:tav>
                                        <p:tav tm="100000" fmla="$">
                                          <p:val>
                                            <p:strVal val="#ppt_h"/>
                                          </p:val>
                                        </p:tav>
                                      </p:tavLst>
                                    </p:anim>
                                    <p:anim from="0" to="1" calcmode="lin" valueType="num">
                                      <p:cBhvr>
                                        <p:cTn id="13" dur="500" fill="hold">
                                          <p:stCondLst>
                                            <p:cond delay="0"/>
                                          </p:stCondLst>
                                        </p:cTn>
                                        <p:tgtEl>
                                          <p:spTgt spid="8"/>
                                        </p:tgtEl>
                                        <p:attrNameLst>
                                          <p:attrName>style.opacity</p:attrName>
                                        </p:attrNameLst>
                                      </p:cBhvr>
                                    </p:anim>
                                  </p:childTnLst>
                                </p:cTn>
                              </p:par>
                              <p:par>
                                <p:cTn id="14" presetID="10" presetClass="entr" presetSubtype="0" fill="hold" grpId="0" nodeType="withEffect">
                                  <p:stCondLst>
                                    <p:cond delay="250"/>
                                  </p:stCondLst>
                                  <p:iterate type="lt">
                                    <p:tmPct val="10000"/>
                                  </p:iterate>
                                  <p:childTnLst>
                                    <p:set>
                                      <p:cBhvr>
                                        <p:cTn id="15" dur="1" fill="hold">
                                          <p:stCondLst>
                                            <p:cond delay="0"/>
                                          </p:stCondLst>
                                        </p:cTn>
                                        <p:tgtEl>
                                          <p:spTgt spid="11"/>
                                        </p:tgtEl>
                                        <p:attrNameLst>
                                          <p:attrName>style.visibility</p:attrName>
                                        </p:attrNameLst>
                                      </p:cBhvr>
                                      <p:to>
                                        <p:strVal val="visible"/>
                                      </p:to>
                                    </p:set>
                                    <p:anim to="" calcmode="lin" valueType="num">
                                      <p:cBhvr>
                                        <p:cTn id="16" dur="750" fill="hold">
                                          <p:stCondLst>
                                            <p:cond delay="0"/>
                                          </p:stCondLst>
                                        </p:cTn>
                                        <p:tgtEl>
                                          <p:spTgt spid="11"/>
                                        </p:tgtEl>
                                        <p:attrNameLst>
                                          <p:attrName>ppt_h</p:attrName>
                                        </p:attrNameLst>
                                      </p:cBhvr>
                                      <p:tavLst>
                                        <p:tav tm="0" fmla="(1+min((1.5/#ppt_h),(1.5/#ppt_w))*((1-$)^7))*#ppt_h">
                                          <p:val>
                                            <p:fltVal val="0"/>
                                          </p:val>
                                        </p:tav>
                                        <p:tav tm="100000" fmla="$">
                                          <p:val>
                                            <p:fltVal val="1"/>
                                          </p:val>
                                        </p:tav>
                                      </p:tavLst>
                                    </p:anim>
                                    <p:anim to="" calcmode="lin" valueType="num">
                                      <p:cBhvr>
                                        <p:cTn id="17" dur="750" fill="hold">
                                          <p:stCondLst>
                                            <p:cond delay="0"/>
                                          </p:stCondLst>
                                        </p:cTn>
                                        <p:tgtEl>
                                          <p:spTgt spid="11"/>
                                        </p:tgtEl>
                                        <p:attrNameLst>
                                          <p:attrName>ppt_w</p:attrName>
                                        </p:attrNameLst>
                                      </p:cBhvr>
                                      <p:tavLst>
                                        <p:tav tm="0" fmla="(1+min((1.5/#ppt_h),(1.5/#ppt_w))*((1-$)^7))*#ppt_w">
                                          <p:val>
                                            <p:fltVal val="0"/>
                                          </p:val>
                                        </p:tav>
                                        <p:tav tm="100000" fmla="(1+min((2/#ppt_h),(2/#ppt_w))*((1-$)^7))*#ppt_w">
                                          <p:val>
                                            <p:fltVal val="1"/>
                                          </p:val>
                                        </p:tav>
                                      </p:tavLst>
                                    </p:anim>
                                    <p:anim to="" calcmode="lin" valueType="num">
                                      <p:cBhvr>
                                        <p:cTn id="18" dur="400" fill="hold">
                                          <p:stCondLst>
                                            <p:cond delay="0"/>
                                          </p:stCondLst>
                                        </p:cTn>
                                        <p:tgtEl>
                                          <p:spTgt spid="11"/>
                                        </p:tgtEl>
                                        <p:attrNameLst>
                                          <p:attrName>style.opacity</p:attrName>
                                        </p:attrNameLst>
                                      </p:cBhvr>
                                      <p:tavLst>
                                        <p:tav tm="0" fmla="1-(1-$)">
                                          <p:val>
                                            <p:fltVal val="0"/>
                                          </p:val>
                                        </p:tav>
                                        <p:tav tm="100000" fmla="1-(1-$)">
                                          <p:val>
                                            <p:fltVal val="1"/>
                                          </p:val>
                                        </p:tav>
                                      </p:tavLst>
                                    </p:anim>
                                  </p:childTnLst>
                                </p:cTn>
                              </p:par>
                              <p:par>
                                <p:cTn id="19" presetID="0" presetClass="entr" presetSubtype="0" decel="100000" fill="hold" nodeType="withEffect">
                                  <p:stCondLst>
                                    <p:cond delay="750"/>
                                  </p:stCondLst>
                                  <p:childTnLst>
                                    <p:set>
                                      <p:cBhvr>
                                        <p:cTn id="20" dur="1" fill="hold">
                                          <p:stCondLst>
                                            <p:cond delay="0"/>
                                          </p:stCondLst>
                                        </p:cTn>
                                        <p:tgtEl>
                                          <p:spTgt spid="18"/>
                                        </p:tgtEl>
                                        <p:attrNameLst>
                                          <p:attrName>style.visibility</p:attrName>
                                        </p:attrNameLst>
                                      </p:cBhvr>
                                      <p:to>
                                        <p:strVal val="visible"/>
                                      </p:to>
                                    </p:set>
                                    <p:anim from="0" to="1" calcmode="lin" valueType="num">
                                      <p:cBhvr>
                                        <p:cTn id="21" dur="500" fill="hold">
                                          <p:stCondLst>
                                            <p:cond delay="0"/>
                                          </p:stCondLst>
                                        </p:cTn>
                                        <p:tgtEl>
                                          <p:spTgt spid="18"/>
                                        </p:tgtEl>
                                        <p:attrNameLst>
                                          <p:attrName>style.opacity</p:attrName>
                                        </p:attrNameLst>
                                      </p:cBhvr>
                                    </p:anim>
                                    <p:anim to="" calcmode="lin" valueType="num">
                                      <p:cBhvr>
                                        <p:cTn id="22" dur="500" fill="hold">
                                          <p:stCondLst>
                                            <p:cond delay="0"/>
                                          </p:stCondLst>
                                        </p:cTn>
                                        <p:tgtEl>
                                          <p:spTgt spid="18"/>
                                        </p:tgtEl>
                                        <p:attrNameLst>
                                          <p:attrName>ppt_y</p:attrName>
                                        </p:attrNameLst>
                                      </p:cBhvr>
                                      <p:tavLst>
                                        <p:tav tm="0" fmla="$">
                                          <p:val>
                                            <p:strVal val="#ppt_y-.05"/>
                                          </p:val>
                                        </p:tav>
                                        <p:tav tm="100000" fmla="$">
                                          <p:val>
                                            <p:strVal val="#ppt_y"/>
                                          </p:val>
                                        </p:tav>
                                      </p:tavLst>
                                    </p:anim>
                                  </p:childTnLst>
                                </p:cTn>
                              </p:par>
                              <p:par>
                                <p:cTn id="23" presetID="10" presetClass="entr" presetSubtype="0" decel="100000" fill="hold" grpId="0" nodeType="withEffect">
                                  <p:stCondLst>
                                    <p:cond delay="500"/>
                                  </p:stCondLst>
                                  <p:childTnLst>
                                    <p:set>
                                      <p:cBhvr>
                                        <p:cTn id="24" dur="1" fill="hold">
                                          <p:stCondLst>
                                            <p:cond delay="0"/>
                                          </p:stCondLst>
                                        </p:cTn>
                                        <p:tgtEl>
                                          <p:spTgt spid="12"/>
                                        </p:tgtEl>
                                        <p:attrNameLst>
                                          <p:attrName>style.visibility</p:attrName>
                                        </p:attrNameLst>
                                      </p:cBhvr>
                                      <p:to>
                                        <p:strVal val="visible"/>
                                      </p:to>
                                    </p:set>
                                    <p:anim to="" calcmode="lin" valueType="num">
                                      <p:cBhvr>
                                        <p:cTn id="25" dur="500" fill="hold">
                                          <p:stCondLst>
                                            <p:cond delay="0"/>
                                          </p:stCondLst>
                                        </p:cTn>
                                        <p:tgtEl>
                                          <p:spTgt spid="12"/>
                                        </p:tgtEl>
                                        <p:attrNameLst>
                                          <p:attrName>ppt_w</p:attrName>
                                        </p:attrNameLst>
                                      </p:cBhvr>
                                      <p:tavLst>
                                        <p:tav tm="0" fmla="$">
                                          <p:val>
                                            <p:fltVal val="0"/>
                                          </p:val>
                                        </p:tav>
                                        <p:tav tm="100000" fmla="$">
                                          <p:val>
                                            <p:strVal val="#ppt_w"/>
                                          </p:val>
                                        </p:tav>
                                      </p:tavLst>
                                    </p:anim>
                                    <p:anim to="" calcmode="lin" valueType="num">
                                      <p:cBhvr>
                                        <p:cTn id="26" dur="500" fill="hold">
                                          <p:stCondLst>
                                            <p:cond delay="0"/>
                                          </p:stCondLst>
                                        </p:cTn>
                                        <p:tgtEl>
                                          <p:spTgt spid="12"/>
                                        </p:tgtEl>
                                        <p:attrNameLst>
                                          <p:attrName>ppt_h</p:attrName>
                                        </p:attrNameLst>
                                      </p:cBhvr>
                                      <p:tavLst>
                                        <p:tav tm="0" fmla="$">
                                          <p:val>
                                            <p:fltVal val="0"/>
                                          </p:val>
                                        </p:tav>
                                        <p:tav tm="100000" fmla="$">
                                          <p:val>
                                            <p:strVal val="#ppt_h"/>
                                          </p:val>
                                        </p:tav>
                                      </p:tavLst>
                                    </p:anim>
                                    <p:anim from="0" to="1" calcmode="lin" valueType="num">
                                      <p:cBhvr>
                                        <p:cTn id="27" dur="500" fill="hold">
                                          <p:stCondLst>
                                            <p:cond delay="0"/>
                                          </p:stCondLst>
                                        </p:cTn>
                                        <p:tgtEl>
                                          <p:spTgt spid="12"/>
                                        </p:tgtEl>
                                        <p:attrNameLst>
                                          <p:attrName>style.opacity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觅知网-不倒翁ID:189359941"/>
          <p:cNvSpPr txBox="1"/>
          <p:nvPr/>
        </p:nvSpPr>
        <p:spPr>
          <a:xfrm>
            <a:off x="557987" y="554591"/>
            <a:ext cx="4600135" cy="584775"/>
          </a:xfrm>
          <a:prstGeom prst="rect">
            <a:avLst/>
          </a:prstGeom>
          <a:noFill/>
        </p:spPr>
        <p:txBody>
          <a:bodyPr wrap="square" rtlCol="0">
            <a:spAutoFit/>
          </a:bodyPr>
          <a:lstStyle/>
          <a:p>
            <a:r>
              <a:rPr lang="zh-CN" altLang="en-US" sz="3200" dirty="0">
                <a:solidFill>
                  <a:schemeClr val="accent1"/>
                </a:solidFill>
                <a:latin typeface="+mj-ea"/>
                <a:ea typeface="+mj-ea"/>
                <a:cs typeface="思源黑体 CN Regular" panose="020B0500000000000000" charset="-122"/>
              </a:rPr>
              <a:t>模仿学习</a:t>
            </a:r>
          </a:p>
        </p:txBody>
      </p:sp>
      <p:sp>
        <p:nvSpPr>
          <p:cNvPr id="19" name="觅知网-不倒翁ID:189359941"/>
          <p:cNvSpPr/>
          <p:nvPr/>
        </p:nvSpPr>
        <p:spPr>
          <a:xfrm>
            <a:off x="672917" y="1144775"/>
            <a:ext cx="1754511" cy="119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itchFamily="34" charset="-122"/>
              <a:ea typeface="微软雅黑" pitchFamily="34" charset="-122"/>
              <a:cs typeface="思源黑体 CN Regular" panose="020B0500000000000000" charset="-122"/>
            </a:endParaRPr>
          </a:p>
        </p:txBody>
      </p:sp>
      <p:cxnSp>
        <p:nvCxnSpPr>
          <p:cNvPr id="20" name="觅知网-不倒翁ID:189359941"/>
          <p:cNvCxnSpPr/>
          <p:nvPr/>
        </p:nvCxnSpPr>
        <p:spPr>
          <a:xfrm>
            <a:off x="2427425" y="1201832"/>
            <a:ext cx="9058800"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觅知网-不倒翁ID:189359941"/>
          <p:cNvSpPr>
            <a:spLocks noChangeAspect="1"/>
          </p:cNvSpPr>
          <p:nvPr/>
        </p:nvSpPr>
        <p:spPr bwMode="auto">
          <a:xfrm>
            <a:off x="9920304" y="692655"/>
            <a:ext cx="404625" cy="255675"/>
          </a:xfrm>
          <a:custGeom>
            <a:avLst/>
            <a:gdLst>
              <a:gd name="connsiteX0" fmla="*/ 104550 w 604718"/>
              <a:gd name="connsiteY0" fmla="*/ 208330 h 382112"/>
              <a:gd name="connsiteX1" fmla="*/ 156180 w 604718"/>
              <a:gd name="connsiteY1" fmla="*/ 208330 h 382112"/>
              <a:gd name="connsiteX2" fmla="*/ 261642 w 604718"/>
              <a:gd name="connsiteY2" fmla="*/ 248878 h 382112"/>
              <a:gd name="connsiteX3" fmla="*/ 298947 w 604718"/>
              <a:gd name="connsiteY3" fmla="*/ 255007 h 382112"/>
              <a:gd name="connsiteX4" fmla="*/ 340187 w 604718"/>
              <a:gd name="connsiteY4" fmla="*/ 247621 h 382112"/>
              <a:gd name="connsiteX5" fmla="*/ 433687 w 604718"/>
              <a:gd name="connsiteY5" fmla="*/ 208330 h 382112"/>
              <a:gd name="connsiteX6" fmla="*/ 490825 w 604718"/>
              <a:gd name="connsiteY6" fmla="*/ 208330 h 382112"/>
              <a:gd name="connsiteX7" fmla="*/ 490825 w 604718"/>
              <a:gd name="connsiteY7" fmla="*/ 271509 h 382112"/>
              <a:gd name="connsiteX8" fmla="*/ 458400 w 604718"/>
              <a:gd name="connsiteY8" fmla="*/ 320701 h 382112"/>
              <a:gd name="connsiteX9" fmla="*/ 329326 w 604718"/>
              <a:gd name="connsiteY9" fmla="*/ 376337 h 382112"/>
              <a:gd name="connsiteX10" fmla="*/ 264632 w 604718"/>
              <a:gd name="connsiteY10" fmla="*/ 376337 h 382112"/>
              <a:gd name="connsiteX11" fmla="*/ 136819 w 604718"/>
              <a:gd name="connsiteY11" fmla="*/ 320701 h 382112"/>
              <a:gd name="connsiteX12" fmla="*/ 104550 w 604718"/>
              <a:gd name="connsiteY12" fmla="*/ 271509 h 382112"/>
              <a:gd name="connsiteX13" fmla="*/ 300973 w 604718"/>
              <a:gd name="connsiteY13" fmla="*/ 5 h 382112"/>
              <a:gd name="connsiteX14" fmla="*/ 334162 w 604718"/>
              <a:gd name="connsiteY14" fmla="*/ 4701 h 382112"/>
              <a:gd name="connsiteX15" fmla="*/ 581267 w 604718"/>
              <a:gd name="connsiteY15" fmla="*/ 92552 h 382112"/>
              <a:gd name="connsiteX16" fmla="*/ 588822 w 604718"/>
              <a:gd name="connsiteY16" fmla="*/ 114398 h 382112"/>
              <a:gd name="connsiteX17" fmla="*/ 589136 w 604718"/>
              <a:gd name="connsiteY17" fmla="*/ 114398 h 382112"/>
              <a:gd name="connsiteX18" fmla="*/ 589136 w 604718"/>
              <a:gd name="connsiteY18" fmla="*/ 270771 h 382112"/>
              <a:gd name="connsiteX19" fmla="*/ 604718 w 604718"/>
              <a:gd name="connsiteY19" fmla="*/ 321376 h 382112"/>
              <a:gd name="connsiteX20" fmla="*/ 561278 w 604718"/>
              <a:gd name="connsiteY20" fmla="*/ 321376 h 382112"/>
              <a:gd name="connsiteX21" fmla="*/ 576388 w 604718"/>
              <a:gd name="connsiteY21" fmla="*/ 271242 h 382112"/>
              <a:gd name="connsiteX22" fmla="*/ 576388 w 604718"/>
              <a:gd name="connsiteY22" fmla="*/ 120370 h 382112"/>
              <a:gd name="connsiteX23" fmla="*/ 333376 w 604718"/>
              <a:gd name="connsiteY23" fmla="*/ 222680 h 382112"/>
              <a:gd name="connsiteX24" fmla="*/ 268058 w 604718"/>
              <a:gd name="connsiteY24" fmla="*/ 223780 h 382112"/>
              <a:gd name="connsiteX25" fmla="*/ 13556 w 604718"/>
              <a:gd name="connsiteY25" fmla="*/ 125870 h 382112"/>
              <a:gd name="connsiteX26" fmla="*/ 13714 w 604718"/>
              <a:gd name="connsiteY26" fmla="*/ 100882 h 382112"/>
              <a:gd name="connsiteX27" fmla="*/ 267901 w 604718"/>
              <a:gd name="connsiteY27" fmla="*/ 5329 h 382112"/>
              <a:gd name="connsiteX28" fmla="*/ 300973 w 604718"/>
              <a:gd name="connsiteY28" fmla="*/ 5 h 38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4718" h="382112">
                <a:moveTo>
                  <a:pt x="104550" y="208330"/>
                </a:moveTo>
                <a:lnTo>
                  <a:pt x="156180" y="208330"/>
                </a:lnTo>
                <a:lnTo>
                  <a:pt x="261642" y="248878"/>
                </a:lnTo>
                <a:cubicBezTo>
                  <a:pt x="274864" y="253907"/>
                  <a:pt x="289188" y="255007"/>
                  <a:pt x="298947" y="255007"/>
                </a:cubicBezTo>
                <a:cubicBezTo>
                  <a:pt x="314373" y="255007"/>
                  <a:pt x="329012" y="252493"/>
                  <a:pt x="340187" y="247621"/>
                </a:cubicBezTo>
                <a:lnTo>
                  <a:pt x="433687" y="208330"/>
                </a:lnTo>
                <a:lnTo>
                  <a:pt x="490825" y="208330"/>
                </a:lnTo>
                <a:lnTo>
                  <a:pt x="490825" y="271509"/>
                </a:lnTo>
                <a:cubicBezTo>
                  <a:pt x="490825" y="290998"/>
                  <a:pt x="476344" y="313000"/>
                  <a:pt x="458400" y="320701"/>
                </a:cubicBezTo>
                <a:lnTo>
                  <a:pt x="329326" y="376337"/>
                </a:lnTo>
                <a:cubicBezTo>
                  <a:pt x="311382" y="384038"/>
                  <a:pt x="282419" y="384038"/>
                  <a:pt x="264632" y="376337"/>
                </a:cubicBezTo>
                <a:lnTo>
                  <a:pt x="136819" y="320701"/>
                </a:lnTo>
                <a:cubicBezTo>
                  <a:pt x="119032" y="313000"/>
                  <a:pt x="104550" y="290998"/>
                  <a:pt x="104550" y="271509"/>
                </a:cubicBezTo>
                <a:close/>
                <a:moveTo>
                  <a:pt x="300973" y="5"/>
                </a:moveTo>
                <a:cubicBezTo>
                  <a:pt x="312954" y="-93"/>
                  <a:pt x="324955" y="1479"/>
                  <a:pt x="334162" y="4701"/>
                </a:cubicBezTo>
                <a:lnTo>
                  <a:pt x="581267" y="92552"/>
                </a:lnTo>
                <a:cubicBezTo>
                  <a:pt x="596849" y="98053"/>
                  <a:pt x="599210" y="107168"/>
                  <a:pt x="588822" y="114398"/>
                </a:cubicBezTo>
                <a:lnTo>
                  <a:pt x="589136" y="114398"/>
                </a:lnTo>
                <a:lnTo>
                  <a:pt x="589136" y="270771"/>
                </a:lnTo>
                <a:lnTo>
                  <a:pt x="604718" y="321376"/>
                </a:lnTo>
                <a:lnTo>
                  <a:pt x="561278" y="321376"/>
                </a:lnTo>
                <a:lnTo>
                  <a:pt x="576388" y="271242"/>
                </a:lnTo>
                <a:lnTo>
                  <a:pt x="576388" y="120370"/>
                </a:lnTo>
                <a:lnTo>
                  <a:pt x="333376" y="222680"/>
                </a:lnTo>
                <a:cubicBezTo>
                  <a:pt x="315433" y="230224"/>
                  <a:pt x="286158" y="230695"/>
                  <a:pt x="268058" y="223780"/>
                </a:cubicBezTo>
                <a:lnTo>
                  <a:pt x="13556" y="125870"/>
                </a:lnTo>
                <a:cubicBezTo>
                  <a:pt x="-4544" y="118798"/>
                  <a:pt x="-4544" y="107640"/>
                  <a:pt x="13714" y="100882"/>
                </a:cubicBezTo>
                <a:lnTo>
                  <a:pt x="267901" y="5329"/>
                </a:lnTo>
                <a:cubicBezTo>
                  <a:pt x="277030" y="1872"/>
                  <a:pt x="288991" y="104"/>
                  <a:pt x="300973" y="5"/>
                </a:cubicBezTo>
                <a:close/>
              </a:path>
            </a:pathLst>
          </a:custGeom>
          <a:solidFill>
            <a:schemeClr val="bg1"/>
          </a:solidFill>
          <a:ln>
            <a:noFill/>
          </a:ln>
        </p:spPr>
        <p:txBody>
          <a:bodyPr/>
          <a:lstStyle/>
          <a:p>
            <a:endParaRPr lang="zh-CN" altLang="en-US" dirty="0">
              <a:latin typeface="微软雅黑" pitchFamily="34" charset="-122"/>
              <a:ea typeface="微软雅黑" pitchFamily="34" charset="-122"/>
              <a:cs typeface="思源黑体 CN Regular" panose="020B0500000000000000" charset="-122"/>
            </a:endParaRPr>
          </a:p>
        </p:txBody>
      </p:sp>
      <p:grpSp>
        <p:nvGrpSpPr>
          <p:cNvPr id="4" name="觅知网-不倒翁ID:189359941"/>
          <p:cNvGrpSpPr/>
          <p:nvPr>
            <p:custDataLst>
              <p:tags r:id="rId1"/>
            </p:custDataLst>
          </p:nvPr>
        </p:nvGrpSpPr>
        <p:grpSpPr bwMode="auto">
          <a:xfrm>
            <a:off x="1534986" y="4551314"/>
            <a:ext cx="268527" cy="223519"/>
            <a:chOff x="0" y="0"/>
            <a:chExt cx="136" cy="110"/>
          </a:xfrm>
        </p:grpSpPr>
        <p:sp>
          <p:nvSpPr>
            <p:cNvPr id="5" name="觅知网-不倒翁ID:189359941"/>
            <p:cNvSpPr>
              <a:spLocks noEditPoints="1"/>
            </p:cNvSpPr>
            <p:nvPr/>
          </p:nvSpPr>
          <p:spPr bwMode="auto">
            <a:xfrm>
              <a:off x="0" y="36"/>
              <a:ext cx="122" cy="74"/>
            </a:xfrm>
            <a:custGeom>
              <a:avLst/>
              <a:gdLst>
                <a:gd name="T0" fmla="*/ 34 w 122"/>
                <a:gd name="T1" fmla="*/ 28 h 74"/>
                <a:gd name="T2" fmla="*/ 34 w 122"/>
                <a:gd name="T3" fmla="*/ 74 h 74"/>
                <a:gd name="T4" fmla="*/ 54 w 122"/>
                <a:gd name="T5" fmla="*/ 74 h 74"/>
                <a:gd name="T6" fmla="*/ 54 w 122"/>
                <a:gd name="T7" fmla="*/ 29 h 74"/>
                <a:gd name="T8" fmla="*/ 44 w 122"/>
                <a:gd name="T9" fmla="*/ 20 h 74"/>
                <a:gd name="T10" fmla="*/ 34 w 122"/>
                <a:gd name="T11" fmla="*/ 28 h 74"/>
                <a:gd name="T12" fmla="*/ 0 w 122"/>
                <a:gd name="T13" fmla="*/ 74 h 74"/>
                <a:gd name="T14" fmla="*/ 20 w 122"/>
                <a:gd name="T15" fmla="*/ 74 h 74"/>
                <a:gd name="T16" fmla="*/ 20 w 122"/>
                <a:gd name="T17" fmla="*/ 39 h 74"/>
                <a:gd name="T18" fmla="*/ 0 w 122"/>
                <a:gd name="T19" fmla="*/ 56 h 74"/>
                <a:gd name="T20" fmla="*/ 0 w 122"/>
                <a:gd name="T21" fmla="*/ 74 h 74"/>
                <a:gd name="T22" fmla="*/ 102 w 122"/>
                <a:gd name="T23" fmla="*/ 18 h 74"/>
                <a:gd name="T24" fmla="*/ 102 w 122"/>
                <a:gd name="T25" fmla="*/ 74 h 74"/>
                <a:gd name="T26" fmla="*/ 122 w 122"/>
                <a:gd name="T27" fmla="*/ 74 h 74"/>
                <a:gd name="T28" fmla="*/ 122 w 122"/>
                <a:gd name="T29" fmla="*/ 0 h 74"/>
                <a:gd name="T30" fmla="*/ 102 w 122"/>
                <a:gd name="T31" fmla="*/ 18 h 74"/>
                <a:gd name="T32" fmla="*/ 67 w 122"/>
                <a:gd name="T33" fmla="*/ 40 h 74"/>
                <a:gd name="T34" fmla="*/ 67 w 122"/>
                <a:gd name="T35" fmla="*/ 74 h 74"/>
                <a:gd name="T36" fmla="*/ 88 w 122"/>
                <a:gd name="T37" fmla="*/ 74 h 74"/>
                <a:gd name="T38" fmla="*/ 88 w 122"/>
                <a:gd name="T39" fmla="*/ 29 h 74"/>
                <a:gd name="T40" fmla="*/ 72 w 122"/>
                <a:gd name="T41" fmla="*/ 43 h 74"/>
                <a:gd name="T42" fmla="*/ 67 w 122"/>
                <a:gd name="T43" fmla="*/ 40 h 7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22" h="74">
                  <a:moveTo>
                    <a:pt x="34" y="28"/>
                  </a:moveTo>
                  <a:lnTo>
                    <a:pt x="34" y="74"/>
                  </a:lnTo>
                  <a:lnTo>
                    <a:pt x="54" y="74"/>
                  </a:lnTo>
                  <a:lnTo>
                    <a:pt x="54" y="29"/>
                  </a:lnTo>
                  <a:lnTo>
                    <a:pt x="44" y="20"/>
                  </a:lnTo>
                  <a:lnTo>
                    <a:pt x="34" y="28"/>
                  </a:lnTo>
                  <a:close/>
                  <a:moveTo>
                    <a:pt x="0" y="74"/>
                  </a:moveTo>
                  <a:lnTo>
                    <a:pt x="20" y="74"/>
                  </a:lnTo>
                  <a:lnTo>
                    <a:pt x="20" y="39"/>
                  </a:lnTo>
                  <a:lnTo>
                    <a:pt x="0" y="56"/>
                  </a:lnTo>
                  <a:lnTo>
                    <a:pt x="0" y="74"/>
                  </a:lnTo>
                  <a:close/>
                  <a:moveTo>
                    <a:pt x="102" y="18"/>
                  </a:moveTo>
                  <a:lnTo>
                    <a:pt x="102" y="74"/>
                  </a:lnTo>
                  <a:lnTo>
                    <a:pt x="122" y="74"/>
                  </a:lnTo>
                  <a:lnTo>
                    <a:pt x="122" y="0"/>
                  </a:lnTo>
                  <a:lnTo>
                    <a:pt x="102" y="18"/>
                  </a:lnTo>
                  <a:close/>
                  <a:moveTo>
                    <a:pt x="67" y="40"/>
                  </a:moveTo>
                  <a:lnTo>
                    <a:pt x="67" y="74"/>
                  </a:lnTo>
                  <a:lnTo>
                    <a:pt x="88" y="74"/>
                  </a:lnTo>
                  <a:lnTo>
                    <a:pt x="88" y="29"/>
                  </a:lnTo>
                  <a:lnTo>
                    <a:pt x="72" y="43"/>
                  </a:lnTo>
                  <a:lnTo>
                    <a:pt x="67" y="4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a:lnSpc>
                  <a:spcPct val="132000"/>
                </a:lnSpc>
              </a:pPr>
              <a:endParaRPr lang="zh-CN" altLang="en-US" sz="1600" dirty="0">
                <a:solidFill>
                  <a:schemeClr val="bg2">
                    <a:lumMod val="25000"/>
                  </a:schemeClr>
                </a:solidFill>
                <a:latin typeface="微软雅黑" pitchFamily="34" charset="-122"/>
                <a:ea typeface="微软雅黑" pitchFamily="34" charset="-122"/>
                <a:cs typeface="思源黑体 CN Regular" panose="020B0500000000000000" charset="-122"/>
                <a:sym typeface="Arial" panose="020B0604020202020204" pitchFamily="34" charset="0"/>
              </a:endParaRPr>
            </a:p>
          </p:txBody>
        </p:sp>
        <p:sp>
          <p:nvSpPr>
            <p:cNvPr id="6" name="觅知网-不倒翁ID:189359941"/>
            <p:cNvSpPr/>
            <p:nvPr/>
          </p:nvSpPr>
          <p:spPr bwMode="auto">
            <a:xfrm>
              <a:off x="0" y="0"/>
              <a:ext cx="136" cy="79"/>
            </a:xfrm>
            <a:custGeom>
              <a:avLst/>
              <a:gdLst>
                <a:gd name="T0" fmla="*/ 136 w 136"/>
                <a:gd name="T1" fmla="*/ 0 h 79"/>
                <a:gd name="T2" fmla="*/ 96 w 136"/>
                <a:gd name="T3" fmla="*/ 0 h 79"/>
                <a:gd name="T4" fmla="*/ 113 w 136"/>
                <a:gd name="T5" fmla="*/ 16 h 79"/>
                <a:gd name="T6" fmla="*/ 72 w 136"/>
                <a:gd name="T7" fmla="*/ 52 h 79"/>
                <a:gd name="T8" fmla="*/ 44 w 136"/>
                <a:gd name="T9" fmla="*/ 28 h 79"/>
                <a:gd name="T10" fmla="*/ 0 w 136"/>
                <a:gd name="T11" fmla="*/ 64 h 79"/>
                <a:gd name="T12" fmla="*/ 0 w 136"/>
                <a:gd name="T13" fmla="*/ 79 h 79"/>
                <a:gd name="T14" fmla="*/ 44 w 136"/>
                <a:gd name="T15" fmla="*/ 43 h 79"/>
                <a:gd name="T16" fmla="*/ 72 w 136"/>
                <a:gd name="T17" fmla="*/ 67 h 79"/>
                <a:gd name="T18" fmla="*/ 122 w 136"/>
                <a:gd name="T19" fmla="*/ 25 h 79"/>
                <a:gd name="T20" fmla="*/ 136 w 136"/>
                <a:gd name="T21" fmla="*/ 38 h 79"/>
                <a:gd name="T22" fmla="*/ 136 w 136"/>
                <a:gd name="T23" fmla="*/ 0 h 7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6" h="79">
                  <a:moveTo>
                    <a:pt x="136" y="0"/>
                  </a:moveTo>
                  <a:lnTo>
                    <a:pt x="96" y="0"/>
                  </a:lnTo>
                  <a:lnTo>
                    <a:pt x="113" y="16"/>
                  </a:lnTo>
                  <a:lnTo>
                    <a:pt x="72" y="52"/>
                  </a:lnTo>
                  <a:lnTo>
                    <a:pt x="44" y="28"/>
                  </a:lnTo>
                  <a:lnTo>
                    <a:pt x="0" y="64"/>
                  </a:lnTo>
                  <a:lnTo>
                    <a:pt x="0" y="79"/>
                  </a:lnTo>
                  <a:lnTo>
                    <a:pt x="44" y="43"/>
                  </a:lnTo>
                  <a:lnTo>
                    <a:pt x="72" y="67"/>
                  </a:lnTo>
                  <a:lnTo>
                    <a:pt x="122" y="25"/>
                  </a:lnTo>
                  <a:lnTo>
                    <a:pt x="136" y="38"/>
                  </a:lnTo>
                  <a:lnTo>
                    <a:pt x="136"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a:lstStyle/>
            <a:p>
              <a:pPr>
                <a:lnSpc>
                  <a:spcPct val="132000"/>
                </a:lnSpc>
              </a:pPr>
              <a:endParaRPr lang="zh-CN" altLang="en-US" sz="1600" dirty="0">
                <a:solidFill>
                  <a:schemeClr val="bg2">
                    <a:lumMod val="25000"/>
                  </a:schemeClr>
                </a:solidFill>
                <a:latin typeface="微软雅黑" pitchFamily="34" charset="-122"/>
                <a:ea typeface="微软雅黑" pitchFamily="34" charset="-122"/>
                <a:cs typeface="思源黑体 CN Regular" panose="020B0500000000000000" charset="-122"/>
                <a:sym typeface="Arial" panose="020B0604020202020204" pitchFamily="34" charset="0"/>
              </a:endParaRPr>
            </a:p>
          </p:txBody>
        </p:sp>
      </p:grpSp>
      <p:pic>
        <p:nvPicPr>
          <p:cNvPr id="15" name="觅知网-不倒翁ID:189359941"/>
          <p:cNvPicPr>
            <a:picLocks noChangeAspect="1"/>
          </p:cNvPicPr>
          <p:nvPr>
            <p:custDataLst>
              <p:tags r:id="rId2"/>
            </p:custDataLst>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862422" y="4543728"/>
            <a:ext cx="268527" cy="238691"/>
          </a:xfrm>
          <a:prstGeom prst="rect">
            <a:avLst/>
          </a:prstGeom>
        </p:spPr>
      </p:pic>
      <p:sp>
        <p:nvSpPr>
          <p:cNvPr id="17" name="觅知网-不倒翁ID:189359941"/>
          <p:cNvSpPr/>
          <p:nvPr/>
        </p:nvSpPr>
        <p:spPr>
          <a:xfrm>
            <a:off x="871538" y="1721897"/>
            <a:ext cx="1775460" cy="177546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思源黑体 CN Regular" panose="020B0500000000000000" charset="-122"/>
            </a:endParaRPr>
          </a:p>
        </p:txBody>
      </p:sp>
      <p:sp>
        <p:nvSpPr>
          <p:cNvPr id="23" name="觅知网-不倒翁ID:189359941"/>
          <p:cNvSpPr txBox="1"/>
          <p:nvPr>
            <p:custDataLst>
              <p:tags r:id="rId3"/>
            </p:custDataLst>
          </p:nvPr>
        </p:nvSpPr>
        <p:spPr>
          <a:xfrm>
            <a:off x="3145473" y="2116233"/>
            <a:ext cx="6315855" cy="923330"/>
          </a:xfrm>
          <a:prstGeom prst="rect">
            <a:avLst/>
          </a:prstGeom>
          <a:noFill/>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100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思源黑体 CN Regular" panose="020B0500000000000000" charset="-122"/>
                <a:sym typeface="+mn-ea"/>
              </a:rPr>
              <a:t>单击此处输入你的正文，文字是您思想的提炼，为了最终演示发布的良好效果，请尽量言简意赅的阐述观点；根据需要可酌情增减文字，以便观者可以准确理解您所传达的信息。根据需要可酌情增减文字，以便观者可以准确理解您所传达的信息。</a:t>
            </a:r>
          </a:p>
        </p:txBody>
      </p:sp>
      <p:graphicFrame>
        <p:nvGraphicFramePr>
          <p:cNvPr id="30" name="图示 29">
            <a:extLst>
              <a:ext uri="{FF2B5EF4-FFF2-40B4-BE49-F238E27FC236}">
                <a16:creationId xmlns:a16="http://schemas.microsoft.com/office/drawing/2014/main" id="{49C36812-6A12-794C-F54B-59C449C945B8}"/>
              </a:ext>
            </a:extLst>
          </p:cNvPr>
          <p:cNvGraphicFramePr/>
          <p:nvPr>
            <p:extLst>
              <p:ext uri="{D42A27DB-BD31-4B8C-83A1-F6EECF244321}">
                <p14:modId xmlns:p14="http://schemas.microsoft.com/office/powerpoint/2010/main" val="2900355233"/>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decel="100000" fill="hold" nodeType="withEffect">
                                  <p:stCondLst>
                                    <p:cond delay="1000"/>
                                  </p:stCondLst>
                                  <p:childTnLst>
                                    <p:set>
                                      <p:cBhvr>
                                        <p:cTn id="6" dur="1" fill="hold">
                                          <p:stCondLst>
                                            <p:cond delay="0"/>
                                          </p:stCondLst>
                                        </p:cTn>
                                        <p:tgtEl>
                                          <p:spTgt spid="4"/>
                                        </p:tgtEl>
                                        <p:attrNameLst>
                                          <p:attrName>style.visibility</p:attrName>
                                        </p:attrNameLst>
                                      </p:cBhvr>
                                      <p:to>
                                        <p:strVal val="visible"/>
                                      </p:to>
                                    </p:set>
                                    <p:anim from="0" to="1" calcmode="lin" valueType="num">
                                      <p:cBhvr>
                                        <p:cTn id="7" dur="500" fill="hold">
                                          <p:stCondLst>
                                            <p:cond delay="0"/>
                                          </p:stCondLst>
                                        </p:cTn>
                                        <p:tgtEl>
                                          <p:spTgt spid="4"/>
                                        </p:tgtEl>
                                        <p:attrNameLst>
                                          <p:attrName>style.opacity</p:attrName>
                                        </p:attrNameLst>
                                      </p:cBhvr>
                                    </p:anim>
                                    <p:anim to="" calcmode="lin" valueType="num">
                                      <p:cBhvr>
                                        <p:cTn id="8" dur="500" fill="hold">
                                          <p:stCondLst>
                                            <p:cond delay="0"/>
                                          </p:stCondLst>
                                        </p:cTn>
                                        <p:tgtEl>
                                          <p:spTgt spid="4"/>
                                        </p:tgtEl>
                                        <p:attrNameLst>
                                          <p:attrName>ppt_x</p:attrName>
                                        </p:attrNameLst>
                                      </p:cBhvr>
                                      <p:tavLst>
                                        <p:tav tm="0" fmla="$">
                                          <p:val>
                                            <p:strVal val="#ppt_x+.05"/>
                                          </p:val>
                                        </p:tav>
                                        <p:tav tm="100000" fmla="$">
                                          <p:val>
                                            <p:strVal val="#ppt_x"/>
                                          </p:val>
                                        </p:tav>
                                      </p:tavLst>
                                    </p:anim>
                                  </p:childTnLst>
                                </p:cTn>
                              </p:par>
                              <p:par>
                                <p:cTn id="9" presetID="0" presetClass="entr" presetSubtype="0" decel="100000" fill="hold" nodeType="withEffect">
                                  <p:stCondLst>
                                    <p:cond delay="1250"/>
                                  </p:stCondLst>
                                  <p:childTnLst>
                                    <p:set>
                                      <p:cBhvr>
                                        <p:cTn id="10" dur="1" fill="hold">
                                          <p:stCondLst>
                                            <p:cond delay="0"/>
                                          </p:stCondLst>
                                        </p:cTn>
                                        <p:tgtEl>
                                          <p:spTgt spid="15"/>
                                        </p:tgtEl>
                                        <p:attrNameLst>
                                          <p:attrName>style.visibility</p:attrName>
                                        </p:attrNameLst>
                                      </p:cBhvr>
                                      <p:to>
                                        <p:strVal val="visible"/>
                                      </p:to>
                                    </p:set>
                                    <p:anim from="0" to="1" calcmode="lin" valueType="num">
                                      <p:cBhvr>
                                        <p:cTn id="11" dur="500" fill="hold">
                                          <p:stCondLst>
                                            <p:cond delay="0"/>
                                          </p:stCondLst>
                                        </p:cTn>
                                        <p:tgtEl>
                                          <p:spTgt spid="15"/>
                                        </p:tgtEl>
                                        <p:attrNameLst>
                                          <p:attrName>style.opacity</p:attrName>
                                        </p:attrNameLst>
                                      </p:cBhvr>
                                    </p:anim>
                                    <p:anim to="" calcmode="lin" valueType="num">
                                      <p:cBhvr>
                                        <p:cTn id="12" dur="500" fill="hold">
                                          <p:stCondLst>
                                            <p:cond delay="0"/>
                                          </p:stCondLst>
                                        </p:cTn>
                                        <p:tgtEl>
                                          <p:spTgt spid="15"/>
                                        </p:tgtEl>
                                        <p:attrNameLst>
                                          <p:attrName>ppt_x</p:attrName>
                                        </p:attrNameLst>
                                      </p:cBhvr>
                                      <p:tavLst>
                                        <p:tav tm="0" fmla="$">
                                          <p:val>
                                            <p:strVal val="#ppt_x+.05"/>
                                          </p:val>
                                        </p:tav>
                                        <p:tav tm="100000" fmla="$">
                                          <p:val>
                                            <p:strVal val="#ppt_x"/>
                                          </p:val>
                                        </p:tav>
                                      </p:tavLst>
                                    </p:anim>
                                  </p:childTnLst>
                                </p:cTn>
                              </p:par>
                              <p:par>
                                <p:cTn id="13" presetID="10" presetClass="entr" presetSubtype="0" fill="hold" grpId="0" nodeType="withEffect">
                                  <p:stCondLst>
                                    <p:cond delay="750"/>
                                  </p:stCondLst>
                                  <p:childTnLst>
                                    <p:set>
                                      <p:cBhvr>
                                        <p:cTn id="14" dur="1" fill="hold">
                                          <p:stCondLst>
                                            <p:cond delay="0"/>
                                          </p:stCondLst>
                                        </p:cTn>
                                        <p:tgtEl>
                                          <p:spTgt spid="23"/>
                                        </p:tgtEl>
                                        <p:attrNameLst>
                                          <p:attrName>style.visibility</p:attrName>
                                        </p:attrNameLst>
                                      </p:cBhvr>
                                      <p:to>
                                        <p:strVal val="visible"/>
                                      </p:to>
                                    </p:set>
                                    <p:animEffect transition="in" filter="wipe(left)">
                                      <p:cBhvr>
                                        <p:cTn id="15" dur="500" fill="hold">
                                          <p:stCondLst>
                                            <p:cond delay="0"/>
                                          </p:stCondLst>
                                        </p:cTn>
                                        <p:tgtEl>
                                          <p:spTgt spid="23"/>
                                        </p:tgtEl>
                                      </p:cBhvr>
                                    </p:animEffect>
                                  </p:childTnLst>
                                </p:cTn>
                              </p:par>
                              <p:par>
                                <p:cTn id="16" presetID="10" presetClass="entr" presetSubtype="0" decel="100000" fill="hold" grpId="0" nodeType="withEffect">
                                  <p:stCondLst>
                                    <p:cond delay="0"/>
                                  </p:stCondLst>
                                  <p:iterate type="lt">
                                    <p:tmPct val="10000"/>
                                  </p:iterate>
                                  <p:childTnLst>
                                    <p:set>
                                      <p:cBhvr>
                                        <p:cTn id="17" dur="1" fill="hold">
                                          <p:stCondLst>
                                            <p:cond delay="0"/>
                                          </p:stCondLst>
                                        </p:cTn>
                                        <p:tgtEl>
                                          <p:spTgt spid="18"/>
                                        </p:tgtEl>
                                        <p:attrNameLst>
                                          <p:attrName>style.visibility</p:attrName>
                                        </p:attrNameLst>
                                      </p:cBhvr>
                                      <p:to>
                                        <p:strVal val="visible"/>
                                      </p:to>
                                    </p:set>
                                    <p:anim from="0" to="1" calcmode="lin" valueType="num">
                                      <p:cBhvr>
                                        <p:cTn id="18" dur="500" fill="hold">
                                          <p:stCondLst>
                                            <p:cond delay="0"/>
                                          </p:stCondLst>
                                        </p:cTn>
                                        <p:tgtEl>
                                          <p:spTgt spid="18"/>
                                        </p:tgtEl>
                                        <p:attrNameLst>
                                          <p:attrName>style.opacity</p:attrName>
                                        </p:attrNameLst>
                                      </p:cBhvr>
                                    </p:anim>
                                    <p:anim to="" calcmode="lin" valueType="num">
                                      <p:cBhvr>
                                        <p:cTn id="19" dur="500" fill="hold">
                                          <p:stCondLst>
                                            <p:cond delay="0"/>
                                          </p:stCondLst>
                                        </p:cTn>
                                        <p:tgtEl>
                                          <p:spTgt spid="18"/>
                                        </p:tgtEl>
                                        <p:attrNameLst>
                                          <p:attrName>ppt_y</p:attrName>
                                        </p:attrNameLst>
                                      </p:cBhvr>
                                      <p:tavLst>
                                        <p:tav tm="0" fmla="$">
                                          <p:val>
                                            <p:strVal val="#ppt_y+.05"/>
                                          </p:val>
                                        </p:tav>
                                        <p:tav tm="100000" fmla="$">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觅知网-不倒翁ID:189359941"/>
          <p:cNvSpPr txBox="1"/>
          <p:nvPr/>
        </p:nvSpPr>
        <p:spPr>
          <a:xfrm>
            <a:off x="568493" y="559998"/>
            <a:ext cx="4600135" cy="584775"/>
          </a:xfrm>
          <a:prstGeom prst="rect">
            <a:avLst/>
          </a:prstGeom>
          <a:noFill/>
        </p:spPr>
        <p:txBody>
          <a:bodyPr wrap="square" rtlCol="0">
            <a:spAutoFit/>
          </a:bodyPr>
          <a:lstStyle/>
          <a:p>
            <a:r>
              <a:rPr lang="zh-CN" altLang="en-US" sz="3200" dirty="0">
                <a:solidFill>
                  <a:schemeClr val="accent1"/>
                </a:solidFill>
                <a:latin typeface="+mj-ea"/>
                <a:ea typeface="+mj-ea"/>
                <a:cs typeface="思源黑体 CN Regular" panose="020B0500000000000000" charset="-122"/>
              </a:rPr>
              <a:t>数据增强</a:t>
            </a:r>
          </a:p>
        </p:txBody>
      </p:sp>
      <p:sp>
        <p:nvSpPr>
          <p:cNvPr id="19" name="觅知网-不倒翁ID:189359941"/>
          <p:cNvSpPr/>
          <p:nvPr/>
        </p:nvSpPr>
        <p:spPr>
          <a:xfrm>
            <a:off x="672917" y="1144775"/>
            <a:ext cx="1754511" cy="119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itchFamily="34" charset="-122"/>
              <a:ea typeface="微软雅黑" pitchFamily="34" charset="-122"/>
              <a:cs typeface="思源黑体 CN Regular" panose="020B0500000000000000" charset="-122"/>
            </a:endParaRPr>
          </a:p>
        </p:txBody>
      </p:sp>
      <p:cxnSp>
        <p:nvCxnSpPr>
          <p:cNvPr id="20" name="觅知网-不倒翁ID:189359941"/>
          <p:cNvCxnSpPr/>
          <p:nvPr/>
        </p:nvCxnSpPr>
        <p:spPr>
          <a:xfrm>
            <a:off x="2427425" y="1201832"/>
            <a:ext cx="9058800"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觅知网-不倒翁ID:189359941"/>
          <p:cNvSpPr>
            <a:spLocks noChangeAspect="1"/>
          </p:cNvSpPr>
          <p:nvPr/>
        </p:nvSpPr>
        <p:spPr bwMode="auto">
          <a:xfrm>
            <a:off x="9920304" y="692655"/>
            <a:ext cx="404625" cy="255675"/>
          </a:xfrm>
          <a:custGeom>
            <a:avLst/>
            <a:gdLst>
              <a:gd name="connsiteX0" fmla="*/ 104550 w 604718"/>
              <a:gd name="connsiteY0" fmla="*/ 208330 h 382112"/>
              <a:gd name="connsiteX1" fmla="*/ 156180 w 604718"/>
              <a:gd name="connsiteY1" fmla="*/ 208330 h 382112"/>
              <a:gd name="connsiteX2" fmla="*/ 261642 w 604718"/>
              <a:gd name="connsiteY2" fmla="*/ 248878 h 382112"/>
              <a:gd name="connsiteX3" fmla="*/ 298947 w 604718"/>
              <a:gd name="connsiteY3" fmla="*/ 255007 h 382112"/>
              <a:gd name="connsiteX4" fmla="*/ 340187 w 604718"/>
              <a:gd name="connsiteY4" fmla="*/ 247621 h 382112"/>
              <a:gd name="connsiteX5" fmla="*/ 433687 w 604718"/>
              <a:gd name="connsiteY5" fmla="*/ 208330 h 382112"/>
              <a:gd name="connsiteX6" fmla="*/ 490825 w 604718"/>
              <a:gd name="connsiteY6" fmla="*/ 208330 h 382112"/>
              <a:gd name="connsiteX7" fmla="*/ 490825 w 604718"/>
              <a:gd name="connsiteY7" fmla="*/ 271509 h 382112"/>
              <a:gd name="connsiteX8" fmla="*/ 458400 w 604718"/>
              <a:gd name="connsiteY8" fmla="*/ 320701 h 382112"/>
              <a:gd name="connsiteX9" fmla="*/ 329326 w 604718"/>
              <a:gd name="connsiteY9" fmla="*/ 376337 h 382112"/>
              <a:gd name="connsiteX10" fmla="*/ 264632 w 604718"/>
              <a:gd name="connsiteY10" fmla="*/ 376337 h 382112"/>
              <a:gd name="connsiteX11" fmla="*/ 136819 w 604718"/>
              <a:gd name="connsiteY11" fmla="*/ 320701 h 382112"/>
              <a:gd name="connsiteX12" fmla="*/ 104550 w 604718"/>
              <a:gd name="connsiteY12" fmla="*/ 271509 h 382112"/>
              <a:gd name="connsiteX13" fmla="*/ 300973 w 604718"/>
              <a:gd name="connsiteY13" fmla="*/ 5 h 382112"/>
              <a:gd name="connsiteX14" fmla="*/ 334162 w 604718"/>
              <a:gd name="connsiteY14" fmla="*/ 4701 h 382112"/>
              <a:gd name="connsiteX15" fmla="*/ 581267 w 604718"/>
              <a:gd name="connsiteY15" fmla="*/ 92552 h 382112"/>
              <a:gd name="connsiteX16" fmla="*/ 588822 w 604718"/>
              <a:gd name="connsiteY16" fmla="*/ 114398 h 382112"/>
              <a:gd name="connsiteX17" fmla="*/ 589136 w 604718"/>
              <a:gd name="connsiteY17" fmla="*/ 114398 h 382112"/>
              <a:gd name="connsiteX18" fmla="*/ 589136 w 604718"/>
              <a:gd name="connsiteY18" fmla="*/ 270771 h 382112"/>
              <a:gd name="connsiteX19" fmla="*/ 604718 w 604718"/>
              <a:gd name="connsiteY19" fmla="*/ 321376 h 382112"/>
              <a:gd name="connsiteX20" fmla="*/ 561278 w 604718"/>
              <a:gd name="connsiteY20" fmla="*/ 321376 h 382112"/>
              <a:gd name="connsiteX21" fmla="*/ 576388 w 604718"/>
              <a:gd name="connsiteY21" fmla="*/ 271242 h 382112"/>
              <a:gd name="connsiteX22" fmla="*/ 576388 w 604718"/>
              <a:gd name="connsiteY22" fmla="*/ 120370 h 382112"/>
              <a:gd name="connsiteX23" fmla="*/ 333376 w 604718"/>
              <a:gd name="connsiteY23" fmla="*/ 222680 h 382112"/>
              <a:gd name="connsiteX24" fmla="*/ 268058 w 604718"/>
              <a:gd name="connsiteY24" fmla="*/ 223780 h 382112"/>
              <a:gd name="connsiteX25" fmla="*/ 13556 w 604718"/>
              <a:gd name="connsiteY25" fmla="*/ 125870 h 382112"/>
              <a:gd name="connsiteX26" fmla="*/ 13714 w 604718"/>
              <a:gd name="connsiteY26" fmla="*/ 100882 h 382112"/>
              <a:gd name="connsiteX27" fmla="*/ 267901 w 604718"/>
              <a:gd name="connsiteY27" fmla="*/ 5329 h 382112"/>
              <a:gd name="connsiteX28" fmla="*/ 300973 w 604718"/>
              <a:gd name="connsiteY28" fmla="*/ 5 h 38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4718" h="382112">
                <a:moveTo>
                  <a:pt x="104550" y="208330"/>
                </a:moveTo>
                <a:lnTo>
                  <a:pt x="156180" y="208330"/>
                </a:lnTo>
                <a:lnTo>
                  <a:pt x="261642" y="248878"/>
                </a:lnTo>
                <a:cubicBezTo>
                  <a:pt x="274864" y="253907"/>
                  <a:pt x="289188" y="255007"/>
                  <a:pt x="298947" y="255007"/>
                </a:cubicBezTo>
                <a:cubicBezTo>
                  <a:pt x="314373" y="255007"/>
                  <a:pt x="329012" y="252493"/>
                  <a:pt x="340187" y="247621"/>
                </a:cubicBezTo>
                <a:lnTo>
                  <a:pt x="433687" y="208330"/>
                </a:lnTo>
                <a:lnTo>
                  <a:pt x="490825" y="208330"/>
                </a:lnTo>
                <a:lnTo>
                  <a:pt x="490825" y="271509"/>
                </a:lnTo>
                <a:cubicBezTo>
                  <a:pt x="490825" y="290998"/>
                  <a:pt x="476344" y="313000"/>
                  <a:pt x="458400" y="320701"/>
                </a:cubicBezTo>
                <a:lnTo>
                  <a:pt x="329326" y="376337"/>
                </a:lnTo>
                <a:cubicBezTo>
                  <a:pt x="311382" y="384038"/>
                  <a:pt x="282419" y="384038"/>
                  <a:pt x="264632" y="376337"/>
                </a:cubicBezTo>
                <a:lnTo>
                  <a:pt x="136819" y="320701"/>
                </a:lnTo>
                <a:cubicBezTo>
                  <a:pt x="119032" y="313000"/>
                  <a:pt x="104550" y="290998"/>
                  <a:pt x="104550" y="271509"/>
                </a:cubicBezTo>
                <a:close/>
                <a:moveTo>
                  <a:pt x="300973" y="5"/>
                </a:moveTo>
                <a:cubicBezTo>
                  <a:pt x="312954" y="-93"/>
                  <a:pt x="324955" y="1479"/>
                  <a:pt x="334162" y="4701"/>
                </a:cubicBezTo>
                <a:lnTo>
                  <a:pt x="581267" y="92552"/>
                </a:lnTo>
                <a:cubicBezTo>
                  <a:pt x="596849" y="98053"/>
                  <a:pt x="599210" y="107168"/>
                  <a:pt x="588822" y="114398"/>
                </a:cubicBezTo>
                <a:lnTo>
                  <a:pt x="589136" y="114398"/>
                </a:lnTo>
                <a:lnTo>
                  <a:pt x="589136" y="270771"/>
                </a:lnTo>
                <a:lnTo>
                  <a:pt x="604718" y="321376"/>
                </a:lnTo>
                <a:lnTo>
                  <a:pt x="561278" y="321376"/>
                </a:lnTo>
                <a:lnTo>
                  <a:pt x="576388" y="271242"/>
                </a:lnTo>
                <a:lnTo>
                  <a:pt x="576388" y="120370"/>
                </a:lnTo>
                <a:lnTo>
                  <a:pt x="333376" y="222680"/>
                </a:lnTo>
                <a:cubicBezTo>
                  <a:pt x="315433" y="230224"/>
                  <a:pt x="286158" y="230695"/>
                  <a:pt x="268058" y="223780"/>
                </a:cubicBezTo>
                <a:lnTo>
                  <a:pt x="13556" y="125870"/>
                </a:lnTo>
                <a:cubicBezTo>
                  <a:pt x="-4544" y="118798"/>
                  <a:pt x="-4544" y="107640"/>
                  <a:pt x="13714" y="100882"/>
                </a:cubicBezTo>
                <a:lnTo>
                  <a:pt x="267901" y="5329"/>
                </a:lnTo>
                <a:cubicBezTo>
                  <a:pt x="277030" y="1872"/>
                  <a:pt x="288991" y="104"/>
                  <a:pt x="300973" y="5"/>
                </a:cubicBezTo>
                <a:close/>
              </a:path>
            </a:pathLst>
          </a:custGeom>
          <a:solidFill>
            <a:schemeClr val="bg1"/>
          </a:solidFill>
          <a:ln>
            <a:noFill/>
          </a:ln>
        </p:spPr>
        <p:txBody>
          <a:bodyPr/>
          <a:lstStyle/>
          <a:p>
            <a:endParaRPr lang="zh-CN" altLang="en-US" dirty="0">
              <a:latin typeface="微软雅黑" pitchFamily="34" charset="-122"/>
              <a:ea typeface="微软雅黑" pitchFamily="34" charset="-122"/>
              <a:cs typeface="思源黑体 CN Regular" panose="020B0500000000000000" charset="-122"/>
            </a:endParaRPr>
          </a:p>
        </p:txBody>
      </p:sp>
      <p:sp>
        <p:nvSpPr>
          <p:cNvPr id="3" name="文本框 2">
            <a:extLst>
              <a:ext uri="{FF2B5EF4-FFF2-40B4-BE49-F238E27FC236}">
                <a16:creationId xmlns:a16="http://schemas.microsoft.com/office/drawing/2014/main" id="{DCE8E6F2-2EE7-9E85-9E1B-C7815304DF49}"/>
              </a:ext>
            </a:extLst>
          </p:cNvPr>
          <p:cNvSpPr txBox="1"/>
          <p:nvPr/>
        </p:nvSpPr>
        <p:spPr>
          <a:xfrm>
            <a:off x="767408" y="1484784"/>
            <a:ext cx="10657184" cy="923330"/>
          </a:xfrm>
          <a:prstGeom prst="rect">
            <a:avLst/>
          </a:prstGeom>
          <a:noFill/>
        </p:spPr>
        <p:txBody>
          <a:bodyPr wrap="square" rtlCol="0">
            <a:spAutoFit/>
          </a:bodyPr>
          <a:lstStyle/>
          <a:p>
            <a:r>
              <a:rPr lang="zh-CN" altLang="en-US" dirty="0"/>
              <a:t>数据增强是机器学习中一项用于扩充数据集的技术，可通过对原始数据进行 各种变换和扩充，从而提高模型的性能和鲁棒性。其本质是通过生成新的数据来增 加训练数据的充分性和多样性，从而降低模型的过拟合风险。</a:t>
            </a:r>
          </a:p>
        </p:txBody>
      </p:sp>
      <p:graphicFrame>
        <p:nvGraphicFramePr>
          <p:cNvPr id="5" name="图示 4">
            <a:extLst>
              <a:ext uri="{FF2B5EF4-FFF2-40B4-BE49-F238E27FC236}">
                <a16:creationId xmlns:a16="http://schemas.microsoft.com/office/drawing/2014/main" id="{32BB781F-0DE6-A220-652B-4E82A5C0090F}"/>
              </a:ext>
            </a:extLst>
          </p:cNvPr>
          <p:cNvGraphicFramePr/>
          <p:nvPr>
            <p:extLst>
              <p:ext uri="{D42A27DB-BD31-4B8C-83A1-F6EECF244321}">
                <p14:modId xmlns:p14="http://schemas.microsoft.com/office/powerpoint/2010/main" val="423868594"/>
              </p:ext>
            </p:extLst>
          </p:nvPr>
        </p:nvGraphicFramePr>
        <p:xfrm>
          <a:off x="911424" y="2408114"/>
          <a:ext cx="5576168" cy="37302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文本框 5">
            <a:extLst>
              <a:ext uri="{FF2B5EF4-FFF2-40B4-BE49-F238E27FC236}">
                <a16:creationId xmlns:a16="http://schemas.microsoft.com/office/drawing/2014/main" id="{395BAC4A-3410-CC28-7B64-BEFD10CCEBA1}"/>
              </a:ext>
            </a:extLst>
          </p:cNvPr>
          <p:cNvSpPr txBox="1"/>
          <p:nvPr/>
        </p:nvSpPr>
        <p:spPr>
          <a:xfrm>
            <a:off x="1271464" y="2944605"/>
            <a:ext cx="648072" cy="369332"/>
          </a:xfrm>
          <a:prstGeom prst="rect">
            <a:avLst/>
          </a:prstGeom>
          <a:noFill/>
        </p:spPr>
        <p:txBody>
          <a:bodyPr wrap="square" rtlCol="0">
            <a:spAutoFit/>
          </a:bodyPr>
          <a:lstStyle/>
          <a:p>
            <a:r>
              <a:rPr lang="en-US" altLang="zh-CN" dirty="0"/>
              <a:t>1</a:t>
            </a:r>
            <a:endParaRPr lang="zh-CN" altLang="en-US" dirty="0"/>
          </a:p>
        </p:txBody>
      </p:sp>
      <p:sp>
        <p:nvSpPr>
          <p:cNvPr id="7" name="文本框 6">
            <a:extLst>
              <a:ext uri="{FF2B5EF4-FFF2-40B4-BE49-F238E27FC236}">
                <a16:creationId xmlns:a16="http://schemas.microsoft.com/office/drawing/2014/main" id="{E5D995D8-CB5A-20D6-F3DB-27FDA0BD557D}"/>
              </a:ext>
            </a:extLst>
          </p:cNvPr>
          <p:cNvSpPr txBox="1"/>
          <p:nvPr/>
        </p:nvSpPr>
        <p:spPr>
          <a:xfrm>
            <a:off x="1537541" y="4103976"/>
            <a:ext cx="504056" cy="369332"/>
          </a:xfrm>
          <a:prstGeom prst="rect">
            <a:avLst/>
          </a:prstGeom>
          <a:noFill/>
        </p:spPr>
        <p:txBody>
          <a:bodyPr wrap="square" rtlCol="0">
            <a:spAutoFit/>
          </a:bodyPr>
          <a:lstStyle/>
          <a:p>
            <a:r>
              <a:rPr lang="en-US" altLang="zh-CN" dirty="0"/>
              <a:t>2</a:t>
            </a:r>
            <a:endParaRPr lang="zh-CN" altLang="en-US" dirty="0"/>
          </a:p>
        </p:txBody>
      </p:sp>
      <p:sp>
        <p:nvSpPr>
          <p:cNvPr id="8" name="文本框 7">
            <a:extLst>
              <a:ext uri="{FF2B5EF4-FFF2-40B4-BE49-F238E27FC236}">
                <a16:creationId xmlns:a16="http://schemas.microsoft.com/office/drawing/2014/main" id="{7E96580D-4A1C-6312-4814-1E70EEC6C06A}"/>
              </a:ext>
            </a:extLst>
          </p:cNvPr>
          <p:cNvSpPr txBox="1"/>
          <p:nvPr/>
        </p:nvSpPr>
        <p:spPr>
          <a:xfrm>
            <a:off x="1271464" y="5211972"/>
            <a:ext cx="648072" cy="369332"/>
          </a:xfrm>
          <a:prstGeom prst="rect">
            <a:avLst/>
          </a:prstGeom>
          <a:noFill/>
        </p:spPr>
        <p:txBody>
          <a:bodyPr wrap="square" rtlCol="0">
            <a:spAutoFit/>
          </a:bodyPr>
          <a:lstStyle/>
          <a:p>
            <a:r>
              <a:rPr lang="en-US" altLang="zh-CN" dirty="0"/>
              <a:t>3</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0"/>
                                  </p:stCondLst>
                                  <p:iterate type="lt">
                                    <p:tmPct val="10000"/>
                                  </p:iterate>
                                  <p:childTnLst>
                                    <p:set>
                                      <p:cBhvr>
                                        <p:cTn id="6" dur="1" fill="hold">
                                          <p:stCondLst>
                                            <p:cond delay="0"/>
                                          </p:stCondLst>
                                        </p:cTn>
                                        <p:tgtEl>
                                          <p:spTgt spid="18"/>
                                        </p:tgtEl>
                                        <p:attrNameLst>
                                          <p:attrName>style.visibility</p:attrName>
                                        </p:attrNameLst>
                                      </p:cBhvr>
                                      <p:to>
                                        <p:strVal val="visible"/>
                                      </p:to>
                                    </p:set>
                                    <p:anim from="0" to="1" calcmode="lin" valueType="num">
                                      <p:cBhvr>
                                        <p:cTn id="7" dur="500" fill="hold">
                                          <p:stCondLst>
                                            <p:cond delay="0"/>
                                          </p:stCondLst>
                                        </p:cTn>
                                        <p:tgtEl>
                                          <p:spTgt spid="18"/>
                                        </p:tgtEl>
                                        <p:attrNameLst>
                                          <p:attrName>style.opacity</p:attrName>
                                        </p:attrNameLst>
                                      </p:cBhvr>
                                    </p:anim>
                                    <p:anim to="" calcmode="lin" valueType="num">
                                      <p:cBhvr>
                                        <p:cTn id="8" dur="500" fill="hold">
                                          <p:stCondLst>
                                            <p:cond delay="0"/>
                                          </p:stCondLst>
                                        </p:cTn>
                                        <p:tgtEl>
                                          <p:spTgt spid="18"/>
                                        </p:tgtEl>
                                        <p:attrNameLst>
                                          <p:attrName>ppt_y</p:attrName>
                                        </p:attrNameLst>
                                      </p:cBhvr>
                                      <p:tavLst>
                                        <p:tav tm="0" fmla="$">
                                          <p:val>
                                            <p:strVal val="#ppt_y+.05"/>
                                          </p:val>
                                        </p:tav>
                                        <p:tav tm="100000" fmla="$">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觅知网-不倒翁ID:189359941"/>
          <p:cNvSpPr txBox="1"/>
          <p:nvPr>
            <p:custDataLst>
              <p:tags r:id="rId1"/>
            </p:custDataLst>
          </p:nvPr>
        </p:nvSpPr>
        <p:spPr>
          <a:xfrm>
            <a:off x="557987" y="554591"/>
            <a:ext cx="5580233" cy="584775"/>
          </a:xfrm>
          <a:prstGeom prst="rect">
            <a:avLst/>
          </a:prstGeom>
          <a:noFill/>
        </p:spPr>
        <p:txBody>
          <a:bodyPr wrap="square" rtlCol="0">
            <a:spAutoFit/>
          </a:bodyPr>
          <a:lstStyle/>
          <a:p>
            <a:r>
              <a:rPr lang="zh-CN" altLang="en-US" sz="3200" dirty="0">
                <a:solidFill>
                  <a:schemeClr val="accent1"/>
                </a:solidFill>
                <a:latin typeface="+mj-ea"/>
                <a:ea typeface="+mj-ea"/>
                <a:cs typeface="思源黑体 CN Regular" panose="020B0500000000000000" charset="-122"/>
              </a:rPr>
              <a:t>数据增强在各领域的应用</a:t>
            </a:r>
          </a:p>
        </p:txBody>
      </p:sp>
      <p:sp>
        <p:nvSpPr>
          <p:cNvPr id="19" name="觅知网-不倒翁ID:189359941"/>
          <p:cNvSpPr/>
          <p:nvPr/>
        </p:nvSpPr>
        <p:spPr>
          <a:xfrm>
            <a:off x="672917" y="1144775"/>
            <a:ext cx="1754511" cy="119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itchFamily="34" charset="-122"/>
              <a:ea typeface="微软雅黑" pitchFamily="34" charset="-122"/>
              <a:cs typeface="思源黑体 CN Regular" panose="020B0500000000000000" charset="-122"/>
            </a:endParaRPr>
          </a:p>
        </p:txBody>
      </p:sp>
      <p:cxnSp>
        <p:nvCxnSpPr>
          <p:cNvPr id="20" name="觅知网-不倒翁ID:189359941"/>
          <p:cNvCxnSpPr/>
          <p:nvPr/>
        </p:nvCxnSpPr>
        <p:spPr>
          <a:xfrm>
            <a:off x="2427425" y="1201832"/>
            <a:ext cx="9058800"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0FF6B62C-6A74-9FED-2355-0B71DD7DE030}"/>
              </a:ext>
            </a:extLst>
          </p:cNvPr>
          <p:cNvSpPr txBox="1"/>
          <p:nvPr/>
        </p:nvSpPr>
        <p:spPr>
          <a:xfrm>
            <a:off x="672917" y="1484784"/>
            <a:ext cx="4342963" cy="461665"/>
          </a:xfrm>
          <a:prstGeom prst="rect">
            <a:avLst/>
          </a:prstGeom>
          <a:noFill/>
        </p:spPr>
        <p:txBody>
          <a:bodyPr wrap="square" rtlCol="0">
            <a:spAutoFit/>
          </a:bodyPr>
          <a:lstStyle/>
          <a:p>
            <a:r>
              <a:rPr lang="zh-CN" altLang="en-US" sz="2400" dirty="0"/>
              <a:t>图像处理</a:t>
            </a:r>
          </a:p>
        </p:txBody>
      </p:sp>
      <p:graphicFrame>
        <p:nvGraphicFramePr>
          <p:cNvPr id="29" name="图示 28">
            <a:extLst>
              <a:ext uri="{FF2B5EF4-FFF2-40B4-BE49-F238E27FC236}">
                <a16:creationId xmlns:a16="http://schemas.microsoft.com/office/drawing/2014/main" id="{C5EB6851-FDB0-2A88-CBC7-E50478D3046E}"/>
              </a:ext>
            </a:extLst>
          </p:cNvPr>
          <p:cNvGraphicFramePr/>
          <p:nvPr>
            <p:extLst>
              <p:ext uri="{D42A27DB-BD31-4B8C-83A1-F6EECF244321}">
                <p14:modId xmlns:p14="http://schemas.microsoft.com/office/powerpoint/2010/main" val="2631506686"/>
              </p:ext>
            </p:extLst>
          </p:nvPr>
        </p:nvGraphicFramePr>
        <p:xfrm>
          <a:off x="1352458" y="1928288"/>
          <a:ext cx="2983880" cy="234664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31" name="图片 30">
            <a:extLst>
              <a:ext uri="{FF2B5EF4-FFF2-40B4-BE49-F238E27FC236}">
                <a16:creationId xmlns:a16="http://schemas.microsoft.com/office/drawing/2014/main" id="{7C927E26-9ABE-C598-D34D-4EE592E44F70}"/>
              </a:ext>
            </a:extLst>
          </p:cNvPr>
          <p:cNvPicPr>
            <a:picLocks noChangeAspect="1"/>
          </p:cNvPicPr>
          <p:nvPr/>
        </p:nvPicPr>
        <p:blipFill>
          <a:blip r:embed="rId9"/>
          <a:stretch>
            <a:fillRect/>
          </a:stretch>
        </p:blipFill>
        <p:spPr>
          <a:xfrm>
            <a:off x="911424" y="4173353"/>
            <a:ext cx="3312368" cy="2160239"/>
          </a:xfrm>
          <a:prstGeom prst="rect">
            <a:avLst/>
          </a:prstGeom>
        </p:spPr>
      </p:pic>
      <p:sp>
        <p:nvSpPr>
          <p:cNvPr id="32" name="文本框 31">
            <a:extLst>
              <a:ext uri="{FF2B5EF4-FFF2-40B4-BE49-F238E27FC236}">
                <a16:creationId xmlns:a16="http://schemas.microsoft.com/office/drawing/2014/main" id="{DC51EF38-0C09-91FE-E544-82490C93738A}"/>
              </a:ext>
            </a:extLst>
          </p:cNvPr>
          <p:cNvSpPr txBox="1"/>
          <p:nvPr/>
        </p:nvSpPr>
        <p:spPr>
          <a:xfrm>
            <a:off x="5951984" y="1484784"/>
            <a:ext cx="5112568" cy="461665"/>
          </a:xfrm>
          <a:prstGeom prst="rect">
            <a:avLst/>
          </a:prstGeom>
          <a:noFill/>
        </p:spPr>
        <p:txBody>
          <a:bodyPr wrap="square" rtlCol="0">
            <a:spAutoFit/>
          </a:bodyPr>
          <a:lstStyle/>
          <a:p>
            <a:r>
              <a:rPr lang="zh-CN" altLang="en-US" sz="2400" dirty="0"/>
              <a:t>自动驾驶</a:t>
            </a:r>
          </a:p>
        </p:txBody>
      </p:sp>
      <p:graphicFrame>
        <p:nvGraphicFramePr>
          <p:cNvPr id="33" name="图示 32">
            <a:extLst>
              <a:ext uri="{FF2B5EF4-FFF2-40B4-BE49-F238E27FC236}">
                <a16:creationId xmlns:a16="http://schemas.microsoft.com/office/drawing/2014/main" id="{F25856F4-B312-22A7-ABC0-F1E89434B246}"/>
              </a:ext>
            </a:extLst>
          </p:cNvPr>
          <p:cNvGraphicFramePr/>
          <p:nvPr>
            <p:extLst>
              <p:ext uri="{D42A27DB-BD31-4B8C-83A1-F6EECF244321}">
                <p14:modId xmlns:p14="http://schemas.microsoft.com/office/powerpoint/2010/main" val="1842294056"/>
              </p:ext>
            </p:extLst>
          </p:nvPr>
        </p:nvGraphicFramePr>
        <p:xfrm>
          <a:off x="5159896" y="1950887"/>
          <a:ext cx="4856088" cy="4191884"/>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34" name="文本框 33">
            <a:extLst>
              <a:ext uri="{FF2B5EF4-FFF2-40B4-BE49-F238E27FC236}">
                <a16:creationId xmlns:a16="http://schemas.microsoft.com/office/drawing/2014/main" id="{A9E05C86-3134-C22C-25CD-DCE78D0464FF}"/>
              </a:ext>
            </a:extLst>
          </p:cNvPr>
          <p:cNvSpPr txBox="1"/>
          <p:nvPr/>
        </p:nvSpPr>
        <p:spPr>
          <a:xfrm>
            <a:off x="6240016" y="2564904"/>
            <a:ext cx="864096" cy="646331"/>
          </a:xfrm>
          <a:prstGeom prst="rect">
            <a:avLst/>
          </a:prstGeom>
          <a:noFill/>
        </p:spPr>
        <p:txBody>
          <a:bodyPr wrap="square" rtlCol="0">
            <a:spAutoFit/>
          </a:bodyPr>
          <a:lstStyle/>
          <a:p>
            <a:r>
              <a:rPr lang="zh-CN" altLang="en-US" dirty="0">
                <a:solidFill>
                  <a:schemeClr val="bg1"/>
                </a:solidFill>
              </a:rPr>
              <a:t>车辆坐标</a:t>
            </a:r>
          </a:p>
        </p:txBody>
      </p:sp>
      <p:sp>
        <p:nvSpPr>
          <p:cNvPr id="35" name="文本框 34">
            <a:extLst>
              <a:ext uri="{FF2B5EF4-FFF2-40B4-BE49-F238E27FC236}">
                <a16:creationId xmlns:a16="http://schemas.microsoft.com/office/drawing/2014/main" id="{AE58FAC3-04D4-360C-B521-64F4F664A60E}"/>
              </a:ext>
            </a:extLst>
          </p:cNvPr>
          <p:cNvSpPr txBox="1"/>
          <p:nvPr/>
        </p:nvSpPr>
        <p:spPr>
          <a:xfrm>
            <a:off x="8184232" y="3708275"/>
            <a:ext cx="864096" cy="677108"/>
          </a:xfrm>
          <a:prstGeom prst="rect">
            <a:avLst/>
          </a:prstGeom>
          <a:noFill/>
        </p:spPr>
        <p:txBody>
          <a:bodyPr wrap="square" rtlCol="0">
            <a:spAutoFit/>
          </a:bodyPr>
          <a:lstStyle/>
          <a:p>
            <a:r>
              <a:rPr lang="zh-CN" altLang="en-US" sz="1900" dirty="0">
                <a:solidFill>
                  <a:schemeClr val="bg1"/>
                </a:solidFill>
              </a:rPr>
              <a:t>车道朝向</a:t>
            </a:r>
          </a:p>
        </p:txBody>
      </p:sp>
      <p:sp>
        <p:nvSpPr>
          <p:cNvPr id="37" name="文本框 36">
            <a:extLst>
              <a:ext uri="{FF2B5EF4-FFF2-40B4-BE49-F238E27FC236}">
                <a16:creationId xmlns:a16="http://schemas.microsoft.com/office/drawing/2014/main" id="{280EDDA3-6DC0-C36B-868A-468E4FAF1D3B}"/>
              </a:ext>
            </a:extLst>
          </p:cNvPr>
          <p:cNvSpPr txBox="1"/>
          <p:nvPr/>
        </p:nvSpPr>
        <p:spPr>
          <a:xfrm>
            <a:off x="6261071" y="4869160"/>
            <a:ext cx="864096" cy="677108"/>
          </a:xfrm>
          <a:prstGeom prst="rect">
            <a:avLst/>
          </a:prstGeom>
          <a:noFill/>
        </p:spPr>
        <p:txBody>
          <a:bodyPr wrap="square" rtlCol="0">
            <a:spAutoFit/>
          </a:bodyPr>
          <a:lstStyle/>
          <a:p>
            <a:r>
              <a:rPr lang="zh-CN" altLang="en-US" sz="1900" dirty="0">
                <a:solidFill>
                  <a:schemeClr val="bg1"/>
                </a:solidFill>
              </a:rPr>
              <a:t>车道坐标</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0"/>
                                  </p:stCondLst>
                                  <p:iterate type="lt">
                                    <p:tmPct val="10000"/>
                                  </p:iterate>
                                  <p:childTnLst>
                                    <p:set>
                                      <p:cBhvr>
                                        <p:cTn id="6" dur="1" fill="hold">
                                          <p:stCondLst>
                                            <p:cond delay="0"/>
                                          </p:stCondLst>
                                        </p:cTn>
                                        <p:tgtEl>
                                          <p:spTgt spid="18"/>
                                        </p:tgtEl>
                                        <p:attrNameLst>
                                          <p:attrName>style.visibility</p:attrName>
                                        </p:attrNameLst>
                                      </p:cBhvr>
                                      <p:to>
                                        <p:strVal val="visible"/>
                                      </p:to>
                                    </p:set>
                                    <p:anim from="0" to="1" calcmode="lin" valueType="num">
                                      <p:cBhvr>
                                        <p:cTn id="7" dur="500" fill="hold">
                                          <p:stCondLst>
                                            <p:cond delay="0"/>
                                          </p:stCondLst>
                                        </p:cTn>
                                        <p:tgtEl>
                                          <p:spTgt spid="18"/>
                                        </p:tgtEl>
                                        <p:attrNameLst>
                                          <p:attrName>style.opacity</p:attrName>
                                        </p:attrNameLst>
                                      </p:cBhvr>
                                    </p:anim>
                                    <p:anim to="" calcmode="lin" valueType="num">
                                      <p:cBhvr>
                                        <p:cTn id="8" dur="500" fill="hold">
                                          <p:stCondLst>
                                            <p:cond delay="0"/>
                                          </p:stCondLst>
                                        </p:cTn>
                                        <p:tgtEl>
                                          <p:spTgt spid="18"/>
                                        </p:tgtEl>
                                        <p:attrNameLst>
                                          <p:attrName>ppt_y</p:attrName>
                                        </p:attrNameLst>
                                      </p:cBhvr>
                                      <p:tavLst>
                                        <p:tav tm="0" fmla="$">
                                          <p:val>
                                            <p:strVal val="#ppt_y+.05"/>
                                          </p:val>
                                        </p:tav>
                                        <p:tav tm="100000" fmla="$">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 name="觅知网-不倒翁ID:189359941"/>
          <p:cNvGrpSpPr/>
          <p:nvPr/>
        </p:nvGrpSpPr>
        <p:grpSpPr>
          <a:xfrm>
            <a:off x="-178347" y="-186482"/>
            <a:ext cx="3810736" cy="6483102"/>
            <a:chOff x="695400" y="8111548"/>
            <a:chExt cx="3810736" cy="6483102"/>
          </a:xfrm>
          <a:solidFill>
            <a:srgbClr val="344778">
              <a:alpha val="5000"/>
            </a:srgbClr>
          </a:solidFill>
        </p:grpSpPr>
        <p:sp>
          <p:nvSpPr>
            <p:cNvPr id="113" name="觅知网-不倒翁ID:189359941"/>
            <p:cNvSpPr/>
            <p:nvPr/>
          </p:nvSpPr>
          <p:spPr bwMode="auto">
            <a:xfrm>
              <a:off x="3812011" y="13747819"/>
              <a:ext cx="694125" cy="465063"/>
            </a:xfrm>
            <a:custGeom>
              <a:avLst/>
              <a:gdLst>
                <a:gd name="T0" fmla="*/ 0 w 93"/>
                <a:gd name="T1" fmla="*/ 6 h 62"/>
                <a:gd name="T2" fmla="*/ 93 w 93"/>
                <a:gd name="T3" fmla="*/ 62 h 62"/>
                <a:gd name="T4" fmla="*/ 0 w 93"/>
                <a:gd name="T5" fmla="*/ 6 h 62"/>
              </a:gdLst>
              <a:ahLst/>
              <a:cxnLst>
                <a:cxn ang="0">
                  <a:pos x="T0" y="T1"/>
                </a:cxn>
                <a:cxn ang="0">
                  <a:pos x="T2" y="T3"/>
                </a:cxn>
                <a:cxn ang="0">
                  <a:pos x="T4" y="T5"/>
                </a:cxn>
              </a:cxnLst>
              <a:rect l="0" t="0" r="r" b="b"/>
              <a:pathLst>
                <a:path w="93" h="62">
                  <a:moveTo>
                    <a:pt x="0" y="6"/>
                  </a:moveTo>
                  <a:cubicBezTo>
                    <a:pt x="54" y="0"/>
                    <a:pt x="75" y="57"/>
                    <a:pt x="93" y="62"/>
                  </a:cubicBezTo>
                  <a:cubicBezTo>
                    <a:pt x="35" y="57"/>
                    <a:pt x="7" y="30"/>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4" name="觅知网-不倒翁ID:189359941"/>
            <p:cNvSpPr/>
            <p:nvPr/>
          </p:nvSpPr>
          <p:spPr bwMode="auto">
            <a:xfrm>
              <a:off x="3360830" y="13685350"/>
              <a:ext cx="631656" cy="492830"/>
            </a:xfrm>
            <a:custGeom>
              <a:avLst/>
              <a:gdLst>
                <a:gd name="T0" fmla="*/ 0 w 85"/>
                <a:gd name="T1" fmla="*/ 2 h 66"/>
                <a:gd name="T2" fmla="*/ 85 w 85"/>
                <a:gd name="T3" fmla="*/ 66 h 66"/>
                <a:gd name="T4" fmla="*/ 0 w 85"/>
                <a:gd name="T5" fmla="*/ 2 h 66"/>
              </a:gdLst>
              <a:ahLst/>
              <a:cxnLst>
                <a:cxn ang="0">
                  <a:pos x="T0" y="T1"/>
                </a:cxn>
                <a:cxn ang="0">
                  <a:pos x="T2" y="T3"/>
                </a:cxn>
                <a:cxn ang="0">
                  <a:pos x="T4" y="T5"/>
                </a:cxn>
              </a:cxnLst>
              <a:rect l="0" t="0" r="r" b="b"/>
              <a:pathLst>
                <a:path w="85" h="66">
                  <a:moveTo>
                    <a:pt x="0" y="2"/>
                  </a:moveTo>
                  <a:cubicBezTo>
                    <a:pt x="50" y="0"/>
                    <a:pt x="69" y="60"/>
                    <a:pt x="85" y="66"/>
                  </a:cubicBezTo>
                  <a:cubicBezTo>
                    <a:pt x="26" y="57"/>
                    <a:pt x="4" y="24"/>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5" name="觅知网-不倒翁ID:189359941"/>
            <p:cNvSpPr/>
            <p:nvPr/>
          </p:nvSpPr>
          <p:spPr bwMode="auto">
            <a:xfrm>
              <a:off x="2930473" y="13532643"/>
              <a:ext cx="562243" cy="555300"/>
            </a:xfrm>
            <a:custGeom>
              <a:avLst/>
              <a:gdLst>
                <a:gd name="T0" fmla="*/ 0 w 75"/>
                <a:gd name="T1" fmla="*/ 0 h 74"/>
                <a:gd name="T2" fmla="*/ 75 w 75"/>
                <a:gd name="T3" fmla="*/ 74 h 74"/>
                <a:gd name="T4" fmla="*/ 0 w 75"/>
                <a:gd name="T5" fmla="*/ 0 h 74"/>
              </a:gdLst>
              <a:ahLst/>
              <a:cxnLst>
                <a:cxn ang="0">
                  <a:pos x="T0" y="T1"/>
                </a:cxn>
                <a:cxn ang="0">
                  <a:pos x="T2" y="T3"/>
                </a:cxn>
                <a:cxn ang="0">
                  <a:pos x="T4" y="T5"/>
                </a:cxn>
              </a:cxnLst>
              <a:rect l="0" t="0" r="r" b="b"/>
              <a:pathLst>
                <a:path w="75" h="74">
                  <a:moveTo>
                    <a:pt x="0" y="0"/>
                  </a:moveTo>
                  <a:cubicBezTo>
                    <a:pt x="49" y="8"/>
                    <a:pt x="60" y="66"/>
                    <a:pt x="75" y="74"/>
                  </a:cubicBezTo>
                  <a:cubicBezTo>
                    <a:pt x="25" y="62"/>
                    <a:pt x="0" y="28"/>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6" name="觅知网-不倒翁ID:189359941"/>
            <p:cNvSpPr/>
            <p:nvPr/>
          </p:nvSpPr>
          <p:spPr bwMode="auto">
            <a:xfrm>
              <a:off x="2513998" y="13310524"/>
              <a:ext cx="492831" cy="624708"/>
            </a:xfrm>
            <a:custGeom>
              <a:avLst/>
              <a:gdLst>
                <a:gd name="T0" fmla="*/ 4 w 66"/>
                <a:gd name="T1" fmla="*/ 0 h 84"/>
                <a:gd name="T2" fmla="*/ 66 w 66"/>
                <a:gd name="T3" fmla="*/ 84 h 84"/>
                <a:gd name="T4" fmla="*/ 4 w 66"/>
                <a:gd name="T5" fmla="*/ 0 h 84"/>
              </a:gdLst>
              <a:ahLst/>
              <a:cxnLst>
                <a:cxn ang="0">
                  <a:pos x="T0" y="T1"/>
                </a:cxn>
                <a:cxn ang="0">
                  <a:pos x="T2" y="T3"/>
                </a:cxn>
                <a:cxn ang="0">
                  <a:pos x="T4" y="T5"/>
                </a:cxn>
              </a:cxnLst>
              <a:rect l="0" t="0" r="r" b="b"/>
              <a:pathLst>
                <a:path w="66" h="84">
                  <a:moveTo>
                    <a:pt x="4" y="0"/>
                  </a:moveTo>
                  <a:cubicBezTo>
                    <a:pt x="48" y="15"/>
                    <a:pt x="53" y="74"/>
                    <a:pt x="66" y="84"/>
                  </a:cubicBezTo>
                  <a:cubicBezTo>
                    <a:pt x="16" y="64"/>
                    <a:pt x="0" y="26"/>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7" name="觅知网-不倒翁ID:189359941"/>
            <p:cNvSpPr/>
            <p:nvPr/>
          </p:nvSpPr>
          <p:spPr bwMode="auto">
            <a:xfrm>
              <a:off x="2118352" y="13018993"/>
              <a:ext cx="437300" cy="694121"/>
            </a:xfrm>
            <a:custGeom>
              <a:avLst/>
              <a:gdLst>
                <a:gd name="T0" fmla="*/ 11 w 58"/>
                <a:gd name="T1" fmla="*/ 0 h 93"/>
                <a:gd name="T2" fmla="*/ 58 w 58"/>
                <a:gd name="T3" fmla="*/ 93 h 93"/>
                <a:gd name="T4" fmla="*/ 11 w 58"/>
                <a:gd name="T5" fmla="*/ 0 h 93"/>
              </a:gdLst>
              <a:ahLst/>
              <a:cxnLst>
                <a:cxn ang="0">
                  <a:pos x="T0" y="T1"/>
                </a:cxn>
                <a:cxn ang="0">
                  <a:pos x="T2" y="T3"/>
                </a:cxn>
                <a:cxn ang="0">
                  <a:pos x="T4" y="T5"/>
                </a:cxn>
              </a:cxnLst>
              <a:rect l="0" t="0" r="r" b="b"/>
              <a:pathLst>
                <a:path w="58" h="93">
                  <a:moveTo>
                    <a:pt x="11" y="0"/>
                  </a:moveTo>
                  <a:cubicBezTo>
                    <a:pt x="46" y="20"/>
                    <a:pt x="52" y="88"/>
                    <a:pt x="58" y="93"/>
                  </a:cubicBezTo>
                  <a:cubicBezTo>
                    <a:pt x="24" y="77"/>
                    <a:pt x="0" y="37"/>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8" name="觅知网-不倒翁ID:189359941"/>
            <p:cNvSpPr/>
            <p:nvPr/>
          </p:nvSpPr>
          <p:spPr bwMode="auto">
            <a:xfrm>
              <a:off x="1833759" y="12678873"/>
              <a:ext cx="347063" cy="735770"/>
            </a:xfrm>
            <a:custGeom>
              <a:avLst/>
              <a:gdLst>
                <a:gd name="T0" fmla="*/ 11 w 46"/>
                <a:gd name="T1" fmla="*/ 0 h 99"/>
                <a:gd name="T2" fmla="*/ 41 w 46"/>
                <a:gd name="T3" fmla="*/ 99 h 99"/>
                <a:gd name="T4" fmla="*/ 11 w 46"/>
                <a:gd name="T5" fmla="*/ 0 h 99"/>
              </a:gdLst>
              <a:ahLst/>
              <a:cxnLst>
                <a:cxn ang="0">
                  <a:pos x="T0" y="T1"/>
                </a:cxn>
                <a:cxn ang="0">
                  <a:pos x="T2" y="T3"/>
                </a:cxn>
                <a:cxn ang="0">
                  <a:pos x="T4" y="T5"/>
                </a:cxn>
              </a:cxnLst>
              <a:rect l="0" t="0" r="r" b="b"/>
              <a:pathLst>
                <a:path w="46" h="99">
                  <a:moveTo>
                    <a:pt x="11" y="0"/>
                  </a:moveTo>
                  <a:cubicBezTo>
                    <a:pt x="46" y="29"/>
                    <a:pt x="32" y="86"/>
                    <a:pt x="41" y="99"/>
                  </a:cubicBezTo>
                  <a:cubicBezTo>
                    <a:pt x="1" y="71"/>
                    <a:pt x="0" y="24"/>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9" name="觅知网-不倒翁ID:189359941"/>
            <p:cNvSpPr/>
            <p:nvPr/>
          </p:nvSpPr>
          <p:spPr bwMode="auto">
            <a:xfrm>
              <a:off x="1569991" y="12283223"/>
              <a:ext cx="347063" cy="770476"/>
            </a:xfrm>
            <a:custGeom>
              <a:avLst/>
              <a:gdLst>
                <a:gd name="T0" fmla="*/ 19 w 47"/>
                <a:gd name="T1" fmla="*/ 0 h 103"/>
                <a:gd name="T2" fmla="*/ 31 w 47"/>
                <a:gd name="T3" fmla="*/ 103 h 103"/>
                <a:gd name="T4" fmla="*/ 19 w 47"/>
                <a:gd name="T5" fmla="*/ 0 h 103"/>
              </a:gdLst>
              <a:ahLst/>
              <a:cxnLst>
                <a:cxn ang="0">
                  <a:pos x="T0" y="T1"/>
                </a:cxn>
                <a:cxn ang="0">
                  <a:pos x="T2" y="T3"/>
                </a:cxn>
                <a:cxn ang="0">
                  <a:pos x="T4" y="T5"/>
                </a:cxn>
              </a:cxnLst>
              <a:rect l="0" t="0" r="r" b="b"/>
              <a:pathLst>
                <a:path w="47" h="103">
                  <a:moveTo>
                    <a:pt x="19" y="0"/>
                  </a:moveTo>
                  <a:cubicBezTo>
                    <a:pt x="47" y="36"/>
                    <a:pt x="25" y="89"/>
                    <a:pt x="31" y="103"/>
                  </a:cubicBezTo>
                  <a:cubicBezTo>
                    <a:pt x="1" y="71"/>
                    <a:pt x="0" y="29"/>
                    <a:pt x="1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0" name="觅知网-不倒翁ID:189359941"/>
            <p:cNvSpPr/>
            <p:nvPr/>
          </p:nvSpPr>
          <p:spPr bwMode="auto">
            <a:xfrm>
              <a:off x="1361753" y="11852871"/>
              <a:ext cx="360944" cy="770476"/>
            </a:xfrm>
            <a:custGeom>
              <a:avLst/>
              <a:gdLst>
                <a:gd name="T0" fmla="*/ 26 w 49"/>
                <a:gd name="T1" fmla="*/ 0 h 104"/>
                <a:gd name="T2" fmla="*/ 22 w 49"/>
                <a:gd name="T3" fmla="*/ 104 h 104"/>
                <a:gd name="T4" fmla="*/ 26 w 49"/>
                <a:gd name="T5" fmla="*/ 0 h 104"/>
              </a:gdLst>
              <a:ahLst/>
              <a:cxnLst>
                <a:cxn ang="0">
                  <a:pos x="T0" y="T1"/>
                </a:cxn>
                <a:cxn ang="0">
                  <a:pos x="T2" y="T3"/>
                </a:cxn>
                <a:cxn ang="0">
                  <a:pos x="T4" y="T5"/>
                </a:cxn>
              </a:cxnLst>
              <a:rect l="0" t="0" r="r" b="b"/>
              <a:pathLst>
                <a:path w="49" h="104">
                  <a:moveTo>
                    <a:pt x="26" y="0"/>
                  </a:moveTo>
                  <a:cubicBezTo>
                    <a:pt x="49" y="46"/>
                    <a:pt x="18" y="90"/>
                    <a:pt x="22" y="104"/>
                  </a:cubicBezTo>
                  <a:cubicBezTo>
                    <a:pt x="0" y="72"/>
                    <a:pt x="0" y="32"/>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1" name="觅知网-不倒翁ID:189359941"/>
            <p:cNvSpPr/>
            <p:nvPr/>
          </p:nvSpPr>
          <p:spPr bwMode="auto">
            <a:xfrm>
              <a:off x="1181283" y="11401685"/>
              <a:ext cx="402593" cy="770476"/>
            </a:xfrm>
            <a:custGeom>
              <a:avLst/>
              <a:gdLst>
                <a:gd name="T0" fmla="*/ 38 w 54"/>
                <a:gd name="T1" fmla="*/ 0 h 103"/>
                <a:gd name="T2" fmla="*/ 20 w 54"/>
                <a:gd name="T3" fmla="*/ 103 h 103"/>
                <a:gd name="T4" fmla="*/ 38 w 54"/>
                <a:gd name="T5" fmla="*/ 0 h 103"/>
              </a:gdLst>
              <a:ahLst/>
              <a:cxnLst>
                <a:cxn ang="0">
                  <a:pos x="T0" y="T1"/>
                </a:cxn>
                <a:cxn ang="0">
                  <a:pos x="T2" y="T3"/>
                </a:cxn>
                <a:cxn ang="0">
                  <a:pos x="T4" y="T5"/>
                </a:cxn>
              </a:cxnLst>
              <a:rect l="0" t="0" r="r" b="b"/>
              <a:pathLst>
                <a:path w="54" h="103">
                  <a:moveTo>
                    <a:pt x="38" y="0"/>
                  </a:moveTo>
                  <a:cubicBezTo>
                    <a:pt x="54" y="46"/>
                    <a:pt x="19" y="89"/>
                    <a:pt x="20" y="103"/>
                  </a:cubicBezTo>
                  <a:cubicBezTo>
                    <a:pt x="0" y="66"/>
                    <a:pt x="11" y="27"/>
                    <a:pt x="3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2" name="觅知网-不倒翁ID:189359941"/>
            <p:cNvSpPr/>
            <p:nvPr/>
          </p:nvSpPr>
          <p:spPr bwMode="auto">
            <a:xfrm>
              <a:off x="1118814" y="10950508"/>
              <a:ext cx="381769" cy="735770"/>
            </a:xfrm>
            <a:custGeom>
              <a:avLst/>
              <a:gdLst>
                <a:gd name="T0" fmla="*/ 42 w 51"/>
                <a:gd name="T1" fmla="*/ 0 h 99"/>
                <a:gd name="T2" fmla="*/ 11 w 51"/>
                <a:gd name="T3" fmla="*/ 99 h 99"/>
                <a:gd name="T4" fmla="*/ 42 w 51"/>
                <a:gd name="T5" fmla="*/ 0 h 99"/>
              </a:gdLst>
              <a:ahLst/>
              <a:cxnLst>
                <a:cxn ang="0">
                  <a:pos x="T0" y="T1"/>
                </a:cxn>
                <a:cxn ang="0">
                  <a:pos x="T2" y="T3"/>
                </a:cxn>
                <a:cxn ang="0">
                  <a:pos x="T4" y="T5"/>
                </a:cxn>
              </a:cxnLst>
              <a:rect l="0" t="0" r="r" b="b"/>
              <a:pathLst>
                <a:path w="51" h="99">
                  <a:moveTo>
                    <a:pt x="42" y="0"/>
                  </a:moveTo>
                  <a:cubicBezTo>
                    <a:pt x="51" y="36"/>
                    <a:pt x="12" y="95"/>
                    <a:pt x="11" y="99"/>
                  </a:cubicBezTo>
                  <a:cubicBezTo>
                    <a:pt x="0" y="67"/>
                    <a:pt x="4" y="33"/>
                    <a:pt x="4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3" name="觅知网-不倒翁ID:189359941"/>
            <p:cNvSpPr/>
            <p:nvPr/>
          </p:nvSpPr>
          <p:spPr bwMode="auto">
            <a:xfrm>
              <a:off x="1084103" y="10492388"/>
              <a:ext cx="402593" cy="701064"/>
            </a:xfrm>
            <a:custGeom>
              <a:avLst/>
              <a:gdLst>
                <a:gd name="T0" fmla="*/ 52 w 54"/>
                <a:gd name="T1" fmla="*/ 0 h 94"/>
                <a:gd name="T2" fmla="*/ 9 w 54"/>
                <a:gd name="T3" fmla="*/ 94 h 94"/>
                <a:gd name="T4" fmla="*/ 52 w 54"/>
                <a:gd name="T5" fmla="*/ 0 h 94"/>
              </a:gdLst>
              <a:ahLst/>
              <a:cxnLst>
                <a:cxn ang="0">
                  <a:pos x="T0" y="T1"/>
                </a:cxn>
                <a:cxn ang="0">
                  <a:pos x="T2" y="T3"/>
                </a:cxn>
                <a:cxn ang="0">
                  <a:pos x="T4" y="T5"/>
                </a:cxn>
              </a:cxnLst>
              <a:rect l="0" t="0" r="r" b="b"/>
              <a:pathLst>
                <a:path w="54" h="94">
                  <a:moveTo>
                    <a:pt x="52" y="0"/>
                  </a:moveTo>
                  <a:cubicBezTo>
                    <a:pt x="54" y="48"/>
                    <a:pt x="11" y="81"/>
                    <a:pt x="9" y="94"/>
                  </a:cubicBezTo>
                  <a:cubicBezTo>
                    <a:pt x="0" y="61"/>
                    <a:pt x="9" y="29"/>
                    <a:pt x="5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4" name="觅知网-不倒翁ID:189359941"/>
            <p:cNvSpPr/>
            <p:nvPr/>
          </p:nvSpPr>
          <p:spPr bwMode="auto">
            <a:xfrm>
              <a:off x="1097989" y="10055089"/>
              <a:ext cx="472006" cy="645537"/>
            </a:xfrm>
            <a:custGeom>
              <a:avLst/>
              <a:gdLst>
                <a:gd name="T0" fmla="*/ 63 w 63"/>
                <a:gd name="T1" fmla="*/ 0 h 87"/>
                <a:gd name="T2" fmla="*/ 8 w 63"/>
                <a:gd name="T3" fmla="*/ 87 h 87"/>
                <a:gd name="T4" fmla="*/ 63 w 63"/>
                <a:gd name="T5" fmla="*/ 0 h 87"/>
              </a:gdLst>
              <a:ahLst/>
              <a:cxnLst>
                <a:cxn ang="0">
                  <a:pos x="T0" y="T1"/>
                </a:cxn>
                <a:cxn ang="0">
                  <a:pos x="T2" y="T3"/>
                </a:cxn>
                <a:cxn ang="0">
                  <a:pos x="T4" y="T5"/>
                </a:cxn>
              </a:cxnLst>
              <a:rect l="0" t="0" r="r" b="b"/>
              <a:pathLst>
                <a:path w="63" h="87">
                  <a:moveTo>
                    <a:pt x="63" y="0"/>
                  </a:moveTo>
                  <a:cubicBezTo>
                    <a:pt x="59" y="44"/>
                    <a:pt x="11" y="75"/>
                    <a:pt x="8" y="87"/>
                  </a:cubicBezTo>
                  <a:cubicBezTo>
                    <a:pt x="0" y="39"/>
                    <a:pt x="32" y="19"/>
                    <a:pt x="6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5" name="觅知网-不倒翁ID:189359941"/>
            <p:cNvSpPr/>
            <p:nvPr/>
          </p:nvSpPr>
          <p:spPr bwMode="auto">
            <a:xfrm>
              <a:off x="3464953" y="14115706"/>
              <a:ext cx="1013420" cy="478944"/>
            </a:xfrm>
            <a:custGeom>
              <a:avLst/>
              <a:gdLst>
                <a:gd name="T0" fmla="*/ 0 w 136"/>
                <a:gd name="T1" fmla="*/ 37 h 64"/>
                <a:gd name="T2" fmla="*/ 136 w 136"/>
                <a:gd name="T3" fmla="*/ 19 h 64"/>
                <a:gd name="T4" fmla="*/ 0 w 136"/>
                <a:gd name="T5" fmla="*/ 37 h 64"/>
              </a:gdLst>
              <a:ahLst/>
              <a:cxnLst>
                <a:cxn ang="0">
                  <a:pos x="T0" y="T1"/>
                </a:cxn>
                <a:cxn ang="0">
                  <a:pos x="T2" y="T3"/>
                </a:cxn>
                <a:cxn ang="0">
                  <a:pos x="T4" y="T5"/>
                </a:cxn>
              </a:cxnLst>
              <a:rect l="0" t="0" r="r" b="b"/>
              <a:pathLst>
                <a:path w="136" h="64">
                  <a:moveTo>
                    <a:pt x="0" y="37"/>
                  </a:moveTo>
                  <a:cubicBezTo>
                    <a:pt x="68" y="64"/>
                    <a:pt x="104" y="27"/>
                    <a:pt x="136" y="19"/>
                  </a:cubicBezTo>
                  <a:cubicBezTo>
                    <a:pt x="70" y="0"/>
                    <a:pt x="50" y="35"/>
                    <a:pt x="0"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6" name="觅知网-不倒翁ID:189359941"/>
            <p:cNvSpPr/>
            <p:nvPr/>
          </p:nvSpPr>
          <p:spPr bwMode="auto">
            <a:xfrm>
              <a:off x="2965184" y="14039351"/>
              <a:ext cx="1013420" cy="472001"/>
            </a:xfrm>
            <a:custGeom>
              <a:avLst/>
              <a:gdLst>
                <a:gd name="T0" fmla="*/ 0 w 136"/>
                <a:gd name="T1" fmla="*/ 28 h 63"/>
                <a:gd name="T2" fmla="*/ 136 w 136"/>
                <a:gd name="T3" fmla="*/ 24 h 63"/>
                <a:gd name="T4" fmla="*/ 0 w 136"/>
                <a:gd name="T5" fmla="*/ 28 h 63"/>
              </a:gdLst>
              <a:ahLst/>
              <a:cxnLst>
                <a:cxn ang="0">
                  <a:pos x="T0" y="T1"/>
                </a:cxn>
                <a:cxn ang="0">
                  <a:pos x="T2" y="T3"/>
                </a:cxn>
                <a:cxn ang="0">
                  <a:pos x="T4" y="T5"/>
                </a:cxn>
              </a:cxnLst>
              <a:rect l="0" t="0" r="r" b="b"/>
              <a:pathLst>
                <a:path w="136" h="63">
                  <a:moveTo>
                    <a:pt x="0" y="28"/>
                  </a:moveTo>
                  <a:cubicBezTo>
                    <a:pt x="67" y="63"/>
                    <a:pt x="106" y="28"/>
                    <a:pt x="136" y="24"/>
                  </a:cubicBezTo>
                  <a:cubicBezTo>
                    <a:pt x="72" y="0"/>
                    <a:pt x="49" y="31"/>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7" name="觅知网-不倒翁ID:189359941"/>
            <p:cNvSpPr/>
            <p:nvPr/>
          </p:nvSpPr>
          <p:spPr bwMode="auto">
            <a:xfrm>
              <a:off x="2479296" y="13893587"/>
              <a:ext cx="999538" cy="478944"/>
            </a:xfrm>
            <a:custGeom>
              <a:avLst/>
              <a:gdLst>
                <a:gd name="T0" fmla="*/ 0 w 134"/>
                <a:gd name="T1" fmla="*/ 19 h 64"/>
                <a:gd name="T2" fmla="*/ 134 w 134"/>
                <a:gd name="T3" fmla="*/ 32 h 64"/>
                <a:gd name="T4" fmla="*/ 0 w 134"/>
                <a:gd name="T5" fmla="*/ 19 h 64"/>
              </a:gdLst>
              <a:ahLst/>
              <a:cxnLst>
                <a:cxn ang="0">
                  <a:pos x="T0" y="T1"/>
                </a:cxn>
                <a:cxn ang="0">
                  <a:pos x="T2" y="T3"/>
                </a:cxn>
                <a:cxn ang="0">
                  <a:pos x="T4" y="T5"/>
                </a:cxn>
              </a:cxnLst>
              <a:rect l="0" t="0" r="r" b="b"/>
              <a:pathLst>
                <a:path w="134" h="64">
                  <a:moveTo>
                    <a:pt x="0" y="19"/>
                  </a:moveTo>
                  <a:cubicBezTo>
                    <a:pt x="60" y="64"/>
                    <a:pt x="106" y="33"/>
                    <a:pt x="134" y="32"/>
                  </a:cubicBezTo>
                  <a:cubicBezTo>
                    <a:pt x="69" y="0"/>
                    <a:pt x="48" y="30"/>
                    <a:pt x="0"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8" name="觅知网-不倒翁ID:189359941"/>
            <p:cNvSpPr/>
            <p:nvPr/>
          </p:nvSpPr>
          <p:spPr bwMode="auto">
            <a:xfrm>
              <a:off x="2028115" y="13692288"/>
              <a:ext cx="964832" cy="444238"/>
            </a:xfrm>
            <a:custGeom>
              <a:avLst/>
              <a:gdLst>
                <a:gd name="T0" fmla="*/ 0 w 129"/>
                <a:gd name="T1" fmla="*/ 7 h 60"/>
                <a:gd name="T2" fmla="*/ 129 w 129"/>
                <a:gd name="T3" fmla="*/ 39 h 60"/>
                <a:gd name="T4" fmla="*/ 0 w 129"/>
                <a:gd name="T5" fmla="*/ 7 h 60"/>
              </a:gdLst>
              <a:ahLst/>
              <a:cxnLst>
                <a:cxn ang="0">
                  <a:pos x="T0" y="T1"/>
                </a:cxn>
                <a:cxn ang="0">
                  <a:pos x="T2" y="T3"/>
                </a:cxn>
                <a:cxn ang="0">
                  <a:pos x="T4" y="T5"/>
                </a:cxn>
              </a:cxnLst>
              <a:rect l="0" t="0" r="r" b="b"/>
              <a:pathLst>
                <a:path w="129" h="60">
                  <a:moveTo>
                    <a:pt x="0" y="7"/>
                  </a:moveTo>
                  <a:cubicBezTo>
                    <a:pt x="53" y="60"/>
                    <a:pt x="106" y="36"/>
                    <a:pt x="129" y="39"/>
                  </a:cubicBezTo>
                  <a:cubicBezTo>
                    <a:pt x="76" y="0"/>
                    <a:pt x="39" y="22"/>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9" name="觅知网-不倒翁ID:189359941"/>
            <p:cNvSpPr/>
            <p:nvPr/>
          </p:nvSpPr>
          <p:spPr bwMode="auto">
            <a:xfrm>
              <a:off x="1639403" y="13372994"/>
              <a:ext cx="895420" cy="423418"/>
            </a:xfrm>
            <a:custGeom>
              <a:avLst/>
              <a:gdLst>
                <a:gd name="T0" fmla="*/ 0 w 120"/>
                <a:gd name="T1" fmla="*/ 1 h 57"/>
                <a:gd name="T2" fmla="*/ 120 w 120"/>
                <a:gd name="T3" fmla="*/ 52 h 57"/>
                <a:gd name="T4" fmla="*/ 0 w 120"/>
                <a:gd name="T5" fmla="*/ 1 h 57"/>
              </a:gdLst>
              <a:ahLst/>
              <a:cxnLst>
                <a:cxn ang="0">
                  <a:pos x="T0" y="T1"/>
                </a:cxn>
                <a:cxn ang="0">
                  <a:pos x="T2" y="T3"/>
                </a:cxn>
                <a:cxn ang="0">
                  <a:pos x="T4" y="T5"/>
                </a:cxn>
              </a:cxnLst>
              <a:rect l="0" t="0" r="r" b="b"/>
              <a:pathLst>
                <a:path w="120" h="57">
                  <a:moveTo>
                    <a:pt x="0" y="1"/>
                  </a:moveTo>
                  <a:cubicBezTo>
                    <a:pt x="37" y="57"/>
                    <a:pt x="98" y="47"/>
                    <a:pt x="120" y="52"/>
                  </a:cubicBezTo>
                  <a:cubicBezTo>
                    <a:pt x="60" y="0"/>
                    <a:pt x="40" y="25"/>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0" name="觅知网-不倒翁ID:189359941"/>
            <p:cNvSpPr/>
            <p:nvPr/>
          </p:nvSpPr>
          <p:spPr bwMode="auto">
            <a:xfrm>
              <a:off x="1327051" y="12956519"/>
              <a:ext cx="798244" cy="506712"/>
            </a:xfrm>
            <a:custGeom>
              <a:avLst/>
              <a:gdLst>
                <a:gd name="T0" fmla="*/ 0 w 107"/>
                <a:gd name="T1" fmla="*/ 0 h 68"/>
                <a:gd name="T2" fmla="*/ 107 w 107"/>
                <a:gd name="T3" fmla="*/ 68 h 68"/>
                <a:gd name="T4" fmla="*/ 0 w 107"/>
                <a:gd name="T5" fmla="*/ 0 h 68"/>
              </a:gdLst>
              <a:ahLst/>
              <a:cxnLst>
                <a:cxn ang="0">
                  <a:pos x="T0" y="T1"/>
                </a:cxn>
                <a:cxn ang="0">
                  <a:pos x="T2" y="T3"/>
                </a:cxn>
                <a:cxn ang="0">
                  <a:pos x="T4" y="T5"/>
                </a:cxn>
              </a:cxnLst>
              <a:rect l="0" t="0" r="r" b="b"/>
              <a:pathLst>
                <a:path w="107" h="68">
                  <a:moveTo>
                    <a:pt x="0" y="0"/>
                  </a:moveTo>
                  <a:cubicBezTo>
                    <a:pt x="29" y="64"/>
                    <a:pt x="87" y="60"/>
                    <a:pt x="107" y="68"/>
                  </a:cubicBezTo>
                  <a:cubicBezTo>
                    <a:pt x="57" y="8"/>
                    <a:pt x="35" y="28"/>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1" name="觅知网-不倒翁ID:189359941"/>
            <p:cNvSpPr/>
            <p:nvPr/>
          </p:nvSpPr>
          <p:spPr bwMode="auto">
            <a:xfrm>
              <a:off x="1084103" y="12484517"/>
              <a:ext cx="701068" cy="617769"/>
            </a:xfrm>
            <a:custGeom>
              <a:avLst/>
              <a:gdLst>
                <a:gd name="T0" fmla="*/ 0 w 94"/>
                <a:gd name="T1" fmla="*/ 0 h 83"/>
                <a:gd name="T2" fmla="*/ 94 w 94"/>
                <a:gd name="T3" fmla="*/ 83 h 83"/>
                <a:gd name="T4" fmla="*/ 0 w 94"/>
                <a:gd name="T5" fmla="*/ 0 h 83"/>
              </a:gdLst>
              <a:ahLst/>
              <a:cxnLst>
                <a:cxn ang="0">
                  <a:pos x="T0" y="T1"/>
                </a:cxn>
                <a:cxn ang="0">
                  <a:pos x="T2" y="T3"/>
                </a:cxn>
                <a:cxn ang="0">
                  <a:pos x="T4" y="T5"/>
                </a:cxn>
              </a:cxnLst>
              <a:rect l="0" t="0" r="r" b="b"/>
              <a:pathLst>
                <a:path w="94" h="83">
                  <a:moveTo>
                    <a:pt x="0" y="0"/>
                  </a:moveTo>
                  <a:cubicBezTo>
                    <a:pt x="20" y="67"/>
                    <a:pt x="83" y="75"/>
                    <a:pt x="94" y="83"/>
                  </a:cubicBezTo>
                  <a:cubicBezTo>
                    <a:pt x="65" y="24"/>
                    <a:pt x="27" y="28"/>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2" name="觅知网-不倒翁ID:189359941"/>
            <p:cNvSpPr/>
            <p:nvPr/>
          </p:nvSpPr>
          <p:spPr bwMode="auto">
            <a:xfrm>
              <a:off x="917515" y="11991691"/>
              <a:ext cx="590006" cy="694121"/>
            </a:xfrm>
            <a:custGeom>
              <a:avLst/>
              <a:gdLst>
                <a:gd name="T0" fmla="*/ 0 w 79"/>
                <a:gd name="T1" fmla="*/ 0 h 93"/>
                <a:gd name="T2" fmla="*/ 79 w 79"/>
                <a:gd name="T3" fmla="*/ 93 h 93"/>
                <a:gd name="T4" fmla="*/ 0 w 79"/>
                <a:gd name="T5" fmla="*/ 0 h 93"/>
              </a:gdLst>
              <a:ahLst/>
              <a:cxnLst>
                <a:cxn ang="0">
                  <a:pos x="T0" y="T1"/>
                </a:cxn>
                <a:cxn ang="0">
                  <a:pos x="T2" y="T3"/>
                </a:cxn>
                <a:cxn ang="0">
                  <a:pos x="T4" y="T5"/>
                </a:cxn>
              </a:cxnLst>
              <a:rect l="0" t="0" r="r" b="b"/>
              <a:pathLst>
                <a:path w="79" h="93">
                  <a:moveTo>
                    <a:pt x="0" y="0"/>
                  </a:moveTo>
                  <a:cubicBezTo>
                    <a:pt x="8" y="67"/>
                    <a:pt x="68" y="82"/>
                    <a:pt x="79" y="93"/>
                  </a:cubicBezTo>
                  <a:cubicBezTo>
                    <a:pt x="59" y="30"/>
                    <a:pt x="22" y="2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3" name="觅知网-不倒翁ID:189359941"/>
            <p:cNvSpPr/>
            <p:nvPr/>
          </p:nvSpPr>
          <p:spPr bwMode="auto">
            <a:xfrm>
              <a:off x="792571" y="11484984"/>
              <a:ext cx="506712" cy="742713"/>
            </a:xfrm>
            <a:custGeom>
              <a:avLst/>
              <a:gdLst>
                <a:gd name="T0" fmla="*/ 3 w 68"/>
                <a:gd name="T1" fmla="*/ 0 h 100"/>
                <a:gd name="T2" fmla="*/ 68 w 68"/>
                <a:gd name="T3" fmla="*/ 100 h 100"/>
                <a:gd name="T4" fmla="*/ 3 w 68"/>
                <a:gd name="T5" fmla="*/ 0 h 100"/>
              </a:gdLst>
              <a:ahLst/>
              <a:cxnLst>
                <a:cxn ang="0">
                  <a:pos x="T0" y="T1"/>
                </a:cxn>
                <a:cxn ang="0">
                  <a:pos x="T2" y="T3"/>
                </a:cxn>
                <a:cxn ang="0">
                  <a:pos x="T4" y="T5"/>
                </a:cxn>
              </a:cxnLst>
              <a:rect l="0" t="0" r="r" b="b"/>
              <a:pathLst>
                <a:path w="68" h="100">
                  <a:moveTo>
                    <a:pt x="3" y="0"/>
                  </a:moveTo>
                  <a:cubicBezTo>
                    <a:pt x="0" y="62"/>
                    <a:pt x="62" y="91"/>
                    <a:pt x="68" y="100"/>
                  </a:cubicBezTo>
                  <a:cubicBezTo>
                    <a:pt x="61" y="41"/>
                    <a:pt x="17" y="23"/>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4" name="觅知网-不倒翁ID:189359941"/>
            <p:cNvSpPr/>
            <p:nvPr/>
          </p:nvSpPr>
          <p:spPr bwMode="auto">
            <a:xfrm>
              <a:off x="723159" y="10978276"/>
              <a:ext cx="444238" cy="777419"/>
            </a:xfrm>
            <a:custGeom>
              <a:avLst/>
              <a:gdLst>
                <a:gd name="T0" fmla="*/ 8 w 59"/>
                <a:gd name="T1" fmla="*/ 0 h 104"/>
                <a:gd name="T2" fmla="*/ 59 w 59"/>
                <a:gd name="T3" fmla="*/ 104 h 104"/>
                <a:gd name="T4" fmla="*/ 8 w 59"/>
                <a:gd name="T5" fmla="*/ 0 h 104"/>
              </a:gdLst>
              <a:ahLst/>
              <a:cxnLst>
                <a:cxn ang="0">
                  <a:pos x="T0" y="T1"/>
                </a:cxn>
                <a:cxn ang="0">
                  <a:pos x="T2" y="T3"/>
                </a:cxn>
                <a:cxn ang="0">
                  <a:pos x="T4" y="T5"/>
                </a:cxn>
              </a:cxnLst>
              <a:rect l="0" t="0" r="r" b="b"/>
              <a:pathLst>
                <a:path w="59" h="104">
                  <a:moveTo>
                    <a:pt x="8" y="0"/>
                  </a:moveTo>
                  <a:cubicBezTo>
                    <a:pt x="0" y="61"/>
                    <a:pt x="53" y="92"/>
                    <a:pt x="59" y="104"/>
                  </a:cubicBezTo>
                  <a:cubicBezTo>
                    <a:pt x="56" y="39"/>
                    <a:pt x="25" y="3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5" name="觅知网-不倒翁ID:189359941"/>
            <p:cNvSpPr/>
            <p:nvPr/>
          </p:nvSpPr>
          <p:spPr bwMode="auto">
            <a:xfrm>
              <a:off x="695400" y="10464625"/>
              <a:ext cx="458120" cy="798244"/>
            </a:xfrm>
            <a:custGeom>
              <a:avLst/>
              <a:gdLst>
                <a:gd name="T0" fmla="*/ 16 w 61"/>
                <a:gd name="T1" fmla="*/ 0 h 107"/>
                <a:gd name="T2" fmla="*/ 54 w 61"/>
                <a:gd name="T3" fmla="*/ 107 h 107"/>
                <a:gd name="T4" fmla="*/ 16 w 61"/>
                <a:gd name="T5" fmla="*/ 0 h 107"/>
              </a:gdLst>
              <a:ahLst/>
              <a:cxnLst>
                <a:cxn ang="0">
                  <a:pos x="T0" y="T1"/>
                </a:cxn>
                <a:cxn ang="0">
                  <a:pos x="T2" y="T3"/>
                </a:cxn>
                <a:cxn ang="0">
                  <a:pos x="T4" y="T5"/>
                </a:cxn>
              </a:cxnLst>
              <a:rect l="0" t="0" r="r" b="b"/>
              <a:pathLst>
                <a:path w="61" h="107">
                  <a:moveTo>
                    <a:pt x="16" y="0"/>
                  </a:moveTo>
                  <a:cubicBezTo>
                    <a:pt x="0" y="59"/>
                    <a:pt x="51" y="98"/>
                    <a:pt x="54" y="107"/>
                  </a:cubicBezTo>
                  <a:cubicBezTo>
                    <a:pt x="61" y="50"/>
                    <a:pt x="30" y="28"/>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6" name="觅知网-不倒翁ID:189359941"/>
            <p:cNvSpPr/>
            <p:nvPr/>
          </p:nvSpPr>
          <p:spPr bwMode="auto">
            <a:xfrm>
              <a:off x="743997" y="9957913"/>
              <a:ext cx="458120" cy="812125"/>
            </a:xfrm>
            <a:custGeom>
              <a:avLst/>
              <a:gdLst>
                <a:gd name="T0" fmla="*/ 24 w 62"/>
                <a:gd name="T1" fmla="*/ 0 h 109"/>
                <a:gd name="T2" fmla="*/ 48 w 62"/>
                <a:gd name="T3" fmla="*/ 109 h 109"/>
                <a:gd name="T4" fmla="*/ 24 w 62"/>
                <a:gd name="T5" fmla="*/ 0 h 109"/>
              </a:gdLst>
              <a:ahLst/>
              <a:cxnLst>
                <a:cxn ang="0">
                  <a:pos x="T0" y="T1"/>
                </a:cxn>
                <a:cxn ang="0">
                  <a:pos x="T2" y="T3"/>
                </a:cxn>
                <a:cxn ang="0">
                  <a:pos x="T4" y="T5"/>
                </a:cxn>
              </a:cxnLst>
              <a:rect l="0" t="0" r="r" b="b"/>
              <a:pathLst>
                <a:path w="62" h="109">
                  <a:moveTo>
                    <a:pt x="24" y="0"/>
                  </a:moveTo>
                  <a:cubicBezTo>
                    <a:pt x="0" y="50"/>
                    <a:pt x="47" y="102"/>
                    <a:pt x="48" y="109"/>
                  </a:cubicBezTo>
                  <a:cubicBezTo>
                    <a:pt x="62" y="56"/>
                    <a:pt x="34" y="26"/>
                    <a:pt x="2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7" name="觅知网-不倒翁ID:189359941"/>
            <p:cNvSpPr/>
            <p:nvPr/>
          </p:nvSpPr>
          <p:spPr bwMode="auto">
            <a:xfrm>
              <a:off x="1410354" y="8451672"/>
              <a:ext cx="874595" cy="1478482"/>
            </a:xfrm>
            <a:custGeom>
              <a:avLst/>
              <a:gdLst>
                <a:gd name="T0" fmla="*/ 114 w 117"/>
                <a:gd name="T1" fmla="*/ 0 h 198"/>
                <a:gd name="T2" fmla="*/ 0 w 117"/>
                <a:gd name="T3" fmla="*/ 197 h 198"/>
                <a:gd name="T4" fmla="*/ 4 w 117"/>
                <a:gd name="T5" fmla="*/ 198 h 198"/>
                <a:gd name="T6" fmla="*/ 117 w 117"/>
                <a:gd name="T7" fmla="*/ 3 h 198"/>
                <a:gd name="T8" fmla="*/ 114 w 117"/>
                <a:gd name="T9" fmla="*/ 0 h 198"/>
              </a:gdLst>
              <a:ahLst/>
              <a:cxnLst>
                <a:cxn ang="0">
                  <a:pos x="T0" y="T1"/>
                </a:cxn>
                <a:cxn ang="0">
                  <a:pos x="T2" y="T3"/>
                </a:cxn>
                <a:cxn ang="0">
                  <a:pos x="T4" y="T5"/>
                </a:cxn>
                <a:cxn ang="0">
                  <a:pos x="T6" y="T7"/>
                </a:cxn>
                <a:cxn ang="0">
                  <a:pos x="T8" y="T9"/>
                </a:cxn>
              </a:cxnLst>
              <a:rect l="0" t="0" r="r" b="b"/>
              <a:pathLst>
                <a:path w="117" h="198">
                  <a:moveTo>
                    <a:pt x="114" y="0"/>
                  </a:moveTo>
                  <a:cubicBezTo>
                    <a:pt x="70" y="46"/>
                    <a:pt x="25" y="118"/>
                    <a:pt x="0" y="197"/>
                  </a:cubicBezTo>
                  <a:cubicBezTo>
                    <a:pt x="4" y="198"/>
                    <a:pt x="4" y="198"/>
                    <a:pt x="4" y="198"/>
                  </a:cubicBezTo>
                  <a:cubicBezTo>
                    <a:pt x="28" y="120"/>
                    <a:pt x="73" y="48"/>
                    <a:pt x="117" y="3"/>
                  </a:cubicBezTo>
                  <a:lnTo>
                    <a:pt x="11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8" name="觅知网-不倒翁ID:189359941"/>
            <p:cNvSpPr/>
            <p:nvPr/>
          </p:nvSpPr>
          <p:spPr bwMode="auto">
            <a:xfrm>
              <a:off x="1167410" y="8410023"/>
              <a:ext cx="916244" cy="1735303"/>
            </a:xfrm>
            <a:custGeom>
              <a:avLst/>
              <a:gdLst>
                <a:gd name="T0" fmla="*/ 120 w 123"/>
                <a:gd name="T1" fmla="*/ 0 h 233"/>
                <a:gd name="T2" fmla="*/ 0 w 123"/>
                <a:gd name="T3" fmla="*/ 233 h 233"/>
                <a:gd name="T4" fmla="*/ 4 w 123"/>
                <a:gd name="T5" fmla="*/ 233 h 233"/>
                <a:gd name="T6" fmla="*/ 123 w 123"/>
                <a:gd name="T7" fmla="*/ 2 h 233"/>
                <a:gd name="T8" fmla="*/ 120 w 123"/>
                <a:gd name="T9" fmla="*/ 0 h 233"/>
              </a:gdLst>
              <a:ahLst/>
              <a:cxnLst>
                <a:cxn ang="0">
                  <a:pos x="T0" y="T1"/>
                </a:cxn>
                <a:cxn ang="0">
                  <a:pos x="T2" y="T3"/>
                </a:cxn>
                <a:cxn ang="0">
                  <a:pos x="T4" y="T5"/>
                </a:cxn>
                <a:cxn ang="0">
                  <a:pos x="T6" y="T7"/>
                </a:cxn>
                <a:cxn ang="0">
                  <a:pos x="T8" y="T9"/>
                </a:cxn>
              </a:cxnLst>
              <a:rect l="0" t="0" r="r" b="b"/>
              <a:pathLst>
                <a:path w="123" h="233">
                  <a:moveTo>
                    <a:pt x="120" y="0"/>
                  </a:moveTo>
                  <a:cubicBezTo>
                    <a:pt x="67" y="58"/>
                    <a:pt x="21" y="141"/>
                    <a:pt x="0" y="233"/>
                  </a:cubicBezTo>
                  <a:cubicBezTo>
                    <a:pt x="4" y="233"/>
                    <a:pt x="4" y="233"/>
                    <a:pt x="4" y="233"/>
                  </a:cubicBezTo>
                  <a:cubicBezTo>
                    <a:pt x="24" y="143"/>
                    <a:pt x="70" y="60"/>
                    <a:pt x="123" y="2"/>
                  </a:cubicBezTo>
                  <a:lnTo>
                    <a:pt x="12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9" name="觅知网-不倒翁ID:189359941"/>
            <p:cNvSpPr/>
            <p:nvPr/>
          </p:nvSpPr>
          <p:spPr bwMode="auto">
            <a:xfrm>
              <a:off x="1070230" y="8111548"/>
              <a:ext cx="1055069" cy="1721422"/>
            </a:xfrm>
            <a:custGeom>
              <a:avLst/>
              <a:gdLst>
                <a:gd name="T0" fmla="*/ 139 w 142"/>
                <a:gd name="T1" fmla="*/ 0 h 231"/>
                <a:gd name="T2" fmla="*/ 0 w 142"/>
                <a:gd name="T3" fmla="*/ 230 h 231"/>
                <a:gd name="T4" fmla="*/ 4 w 142"/>
                <a:gd name="T5" fmla="*/ 231 h 231"/>
                <a:gd name="T6" fmla="*/ 142 w 142"/>
                <a:gd name="T7" fmla="*/ 2 h 231"/>
                <a:gd name="T8" fmla="*/ 139 w 142"/>
                <a:gd name="T9" fmla="*/ 0 h 231"/>
              </a:gdLst>
              <a:ahLst/>
              <a:cxnLst>
                <a:cxn ang="0">
                  <a:pos x="T0" y="T1"/>
                </a:cxn>
                <a:cxn ang="0">
                  <a:pos x="T2" y="T3"/>
                </a:cxn>
                <a:cxn ang="0">
                  <a:pos x="T4" y="T5"/>
                </a:cxn>
                <a:cxn ang="0">
                  <a:pos x="T6" y="T7"/>
                </a:cxn>
                <a:cxn ang="0">
                  <a:pos x="T8" y="T9"/>
                </a:cxn>
              </a:cxnLst>
              <a:rect l="0" t="0" r="r" b="b"/>
              <a:pathLst>
                <a:path w="142" h="231">
                  <a:moveTo>
                    <a:pt x="139" y="0"/>
                  </a:moveTo>
                  <a:cubicBezTo>
                    <a:pt x="90" y="44"/>
                    <a:pt x="31" y="132"/>
                    <a:pt x="0" y="230"/>
                  </a:cubicBezTo>
                  <a:cubicBezTo>
                    <a:pt x="4" y="231"/>
                    <a:pt x="4" y="231"/>
                    <a:pt x="4" y="231"/>
                  </a:cubicBezTo>
                  <a:cubicBezTo>
                    <a:pt x="33" y="135"/>
                    <a:pt x="92" y="47"/>
                    <a:pt x="142" y="2"/>
                  </a:cubicBezTo>
                  <a:lnTo>
                    <a:pt x="13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grpSp>
      <p:grpSp>
        <p:nvGrpSpPr>
          <p:cNvPr id="140" name="觅知网-不倒翁ID:189359941"/>
          <p:cNvGrpSpPr/>
          <p:nvPr/>
        </p:nvGrpSpPr>
        <p:grpSpPr>
          <a:xfrm>
            <a:off x="8538181" y="-186482"/>
            <a:ext cx="3885111" cy="6528617"/>
            <a:chOff x="5056479" y="8111548"/>
            <a:chExt cx="3885111" cy="6528617"/>
          </a:xfrm>
          <a:solidFill>
            <a:srgbClr val="344778">
              <a:alpha val="5000"/>
            </a:srgbClr>
          </a:solidFill>
        </p:grpSpPr>
        <p:sp>
          <p:nvSpPr>
            <p:cNvPr id="141" name="觅知网-不倒翁ID:189359941"/>
            <p:cNvSpPr/>
            <p:nvPr/>
          </p:nvSpPr>
          <p:spPr bwMode="auto">
            <a:xfrm>
              <a:off x="5137796" y="13747819"/>
              <a:ext cx="687182" cy="465063"/>
            </a:xfrm>
            <a:custGeom>
              <a:avLst/>
              <a:gdLst>
                <a:gd name="T0" fmla="*/ 92 w 92"/>
                <a:gd name="T1" fmla="*/ 6 h 62"/>
                <a:gd name="T2" fmla="*/ 0 w 92"/>
                <a:gd name="T3" fmla="*/ 62 h 62"/>
                <a:gd name="T4" fmla="*/ 92 w 92"/>
                <a:gd name="T5" fmla="*/ 6 h 62"/>
              </a:gdLst>
              <a:ahLst/>
              <a:cxnLst>
                <a:cxn ang="0">
                  <a:pos x="T0" y="T1"/>
                </a:cxn>
                <a:cxn ang="0">
                  <a:pos x="T2" y="T3"/>
                </a:cxn>
                <a:cxn ang="0">
                  <a:pos x="T4" y="T5"/>
                </a:cxn>
              </a:cxnLst>
              <a:rect l="0" t="0" r="r" b="b"/>
              <a:pathLst>
                <a:path w="92" h="62">
                  <a:moveTo>
                    <a:pt x="92" y="6"/>
                  </a:moveTo>
                  <a:cubicBezTo>
                    <a:pt x="39" y="0"/>
                    <a:pt x="18" y="57"/>
                    <a:pt x="0" y="62"/>
                  </a:cubicBezTo>
                  <a:cubicBezTo>
                    <a:pt x="58" y="57"/>
                    <a:pt x="86" y="30"/>
                    <a:pt x="9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2" name="觅知网-不倒翁ID:189359941"/>
            <p:cNvSpPr/>
            <p:nvPr/>
          </p:nvSpPr>
          <p:spPr bwMode="auto">
            <a:xfrm>
              <a:off x="5644509" y="13685350"/>
              <a:ext cx="638594" cy="492830"/>
            </a:xfrm>
            <a:custGeom>
              <a:avLst/>
              <a:gdLst>
                <a:gd name="T0" fmla="*/ 85 w 85"/>
                <a:gd name="T1" fmla="*/ 2 h 66"/>
                <a:gd name="T2" fmla="*/ 0 w 85"/>
                <a:gd name="T3" fmla="*/ 66 h 66"/>
                <a:gd name="T4" fmla="*/ 85 w 85"/>
                <a:gd name="T5" fmla="*/ 2 h 66"/>
              </a:gdLst>
              <a:ahLst/>
              <a:cxnLst>
                <a:cxn ang="0">
                  <a:pos x="T0" y="T1"/>
                </a:cxn>
                <a:cxn ang="0">
                  <a:pos x="T2" y="T3"/>
                </a:cxn>
                <a:cxn ang="0">
                  <a:pos x="T4" y="T5"/>
                </a:cxn>
              </a:cxnLst>
              <a:rect l="0" t="0" r="r" b="b"/>
              <a:pathLst>
                <a:path w="85" h="66">
                  <a:moveTo>
                    <a:pt x="85" y="2"/>
                  </a:moveTo>
                  <a:cubicBezTo>
                    <a:pt x="35" y="0"/>
                    <a:pt x="17" y="60"/>
                    <a:pt x="0" y="66"/>
                  </a:cubicBezTo>
                  <a:cubicBezTo>
                    <a:pt x="59" y="57"/>
                    <a:pt x="82" y="24"/>
                    <a:pt x="85"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3" name="觅知网-不倒翁ID:189359941"/>
            <p:cNvSpPr/>
            <p:nvPr/>
          </p:nvSpPr>
          <p:spPr bwMode="auto">
            <a:xfrm>
              <a:off x="6151217" y="13532643"/>
              <a:ext cx="562243" cy="555300"/>
            </a:xfrm>
            <a:custGeom>
              <a:avLst/>
              <a:gdLst>
                <a:gd name="T0" fmla="*/ 75 w 75"/>
                <a:gd name="T1" fmla="*/ 0 h 74"/>
                <a:gd name="T2" fmla="*/ 0 w 75"/>
                <a:gd name="T3" fmla="*/ 74 h 74"/>
                <a:gd name="T4" fmla="*/ 75 w 75"/>
                <a:gd name="T5" fmla="*/ 0 h 74"/>
              </a:gdLst>
              <a:ahLst/>
              <a:cxnLst>
                <a:cxn ang="0">
                  <a:pos x="T0" y="T1"/>
                </a:cxn>
                <a:cxn ang="0">
                  <a:pos x="T2" y="T3"/>
                </a:cxn>
                <a:cxn ang="0">
                  <a:pos x="T4" y="T5"/>
                </a:cxn>
              </a:cxnLst>
              <a:rect l="0" t="0" r="r" b="b"/>
              <a:pathLst>
                <a:path w="75" h="74">
                  <a:moveTo>
                    <a:pt x="75" y="0"/>
                  </a:moveTo>
                  <a:cubicBezTo>
                    <a:pt x="26" y="8"/>
                    <a:pt x="15" y="66"/>
                    <a:pt x="0" y="74"/>
                  </a:cubicBezTo>
                  <a:cubicBezTo>
                    <a:pt x="50" y="62"/>
                    <a:pt x="74" y="28"/>
                    <a:pt x="7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4" name="觅知网-不倒翁ID:189359941"/>
            <p:cNvSpPr/>
            <p:nvPr/>
          </p:nvSpPr>
          <p:spPr bwMode="auto">
            <a:xfrm>
              <a:off x="6637104" y="13310524"/>
              <a:ext cx="492831" cy="624708"/>
            </a:xfrm>
            <a:custGeom>
              <a:avLst/>
              <a:gdLst>
                <a:gd name="T0" fmla="*/ 62 w 66"/>
                <a:gd name="T1" fmla="*/ 0 h 84"/>
                <a:gd name="T2" fmla="*/ 0 w 66"/>
                <a:gd name="T3" fmla="*/ 84 h 84"/>
                <a:gd name="T4" fmla="*/ 62 w 66"/>
                <a:gd name="T5" fmla="*/ 0 h 84"/>
              </a:gdLst>
              <a:ahLst/>
              <a:cxnLst>
                <a:cxn ang="0">
                  <a:pos x="T0" y="T1"/>
                </a:cxn>
                <a:cxn ang="0">
                  <a:pos x="T2" y="T3"/>
                </a:cxn>
                <a:cxn ang="0">
                  <a:pos x="T4" y="T5"/>
                </a:cxn>
              </a:cxnLst>
              <a:rect l="0" t="0" r="r" b="b"/>
              <a:pathLst>
                <a:path w="66" h="84">
                  <a:moveTo>
                    <a:pt x="62" y="0"/>
                  </a:moveTo>
                  <a:cubicBezTo>
                    <a:pt x="18" y="15"/>
                    <a:pt x="13" y="74"/>
                    <a:pt x="0" y="84"/>
                  </a:cubicBezTo>
                  <a:cubicBezTo>
                    <a:pt x="50" y="64"/>
                    <a:pt x="66" y="26"/>
                    <a:pt x="6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5" name="觅知网-不倒翁ID:189359941"/>
            <p:cNvSpPr/>
            <p:nvPr/>
          </p:nvSpPr>
          <p:spPr bwMode="auto">
            <a:xfrm>
              <a:off x="7095224" y="13018993"/>
              <a:ext cx="430357" cy="694121"/>
            </a:xfrm>
            <a:custGeom>
              <a:avLst/>
              <a:gdLst>
                <a:gd name="T0" fmla="*/ 47 w 58"/>
                <a:gd name="T1" fmla="*/ 0 h 93"/>
                <a:gd name="T2" fmla="*/ 0 w 58"/>
                <a:gd name="T3" fmla="*/ 93 h 93"/>
                <a:gd name="T4" fmla="*/ 47 w 58"/>
                <a:gd name="T5" fmla="*/ 0 h 93"/>
              </a:gdLst>
              <a:ahLst/>
              <a:cxnLst>
                <a:cxn ang="0">
                  <a:pos x="T0" y="T1"/>
                </a:cxn>
                <a:cxn ang="0">
                  <a:pos x="T2" y="T3"/>
                </a:cxn>
                <a:cxn ang="0">
                  <a:pos x="T4" y="T5"/>
                </a:cxn>
              </a:cxnLst>
              <a:rect l="0" t="0" r="r" b="b"/>
              <a:pathLst>
                <a:path w="58" h="93">
                  <a:moveTo>
                    <a:pt x="47" y="0"/>
                  </a:moveTo>
                  <a:cubicBezTo>
                    <a:pt x="11" y="20"/>
                    <a:pt x="6" y="88"/>
                    <a:pt x="0" y="93"/>
                  </a:cubicBezTo>
                  <a:cubicBezTo>
                    <a:pt x="34" y="77"/>
                    <a:pt x="58" y="37"/>
                    <a:pt x="4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6" name="觅知网-不倒翁ID:189359941"/>
            <p:cNvSpPr/>
            <p:nvPr/>
          </p:nvSpPr>
          <p:spPr bwMode="auto">
            <a:xfrm>
              <a:off x="7463111" y="12678873"/>
              <a:ext cx="347063" cy="735770"/>
            </a:xfrm>
            <a:custGeom>
              <a:avLst/>
              <a:gdLst>
                <a:gd name="T0" fmla="*/ 34 w 46"/>
                <a:gd name="T1" fmla="*/ 0 h 99"/>
                <a:gd name="T2" fmla="*/ 5 w 46"/>
                <a:gd name="T3" fmla="*/ 99 h 99"/>
                <a:gd name="T4" fmla="*/ 34 w 46"/>
                <a:gd name="T5" fmla="*/ 0 h 99"/>
              </a:gdLst>
              <a:ahLst/>
              <a:cxnLst>
                <a:cxn ang="0">
                  <a:pos x="T0" y="T1"/>
                </a:cxn>
                <a:cxn ang="0">
                  <a:pos x="T2" y="T3"/>
                </a:cxn>
                <a:cxn ang="0">
                  <a:pos x="T4" y="T5"/>
                </a:cxn>
              </a:cxnLst>
              <a:rect l="0" t="0" r="r" b="b"/>
              <a:pathLst>
                <a:path w="46" h="99">
                  <a:moveTo>
                    <a:pt x="34" y="0"/>
                  </a:moveTo>
                  <a:cubicBezTo>
                    <a:pt x="0" y="29"/>
                    <a:pt x="14" y="86"/>
                    <a:pt x="5" y="99"/>
                  </a:cubicBezTo>
                  <a:cubicBezTo>
                    <a:pt x="45" y="71"/>
                    <a:pt x="46" y="24"/>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7" name="觅知网-不倒翁ID:189359941"/>
            <p:cNvSpPr/>
            <p:nvPr/>
          </p:nvSpPr>
          <p:spPr bwMode="auto">
            <a:xfrm>
              <a:off x="7726880" y="12283223"/>
              <a:ext cx="347063" cy="770476"/>
            </a:xfrm>
            <a:custGeom>
              <a:avLst/>
              <a:gdLst>
                <a:gd name="T0" fmla="*/ 28 w 47"/>
                <a:gd name="T1" fmla="*/ 0 h 103"/>
                <a:gd name="T2" fmla="*/ 16 w 47"/>
                <a:gd name="T3" fmla="*/ 103 h 103"/>
                <a:gd name="T4" fmla="*/ 28 w 47"/>
                <a:gd name="T5" fmla="*/ 0 h 103"/>
              </a:gdLst>
              <a:ahLst/>
              <a:cxnLst>
                <a:cxn ang="0">
                  <a:pos x="T0" y="T1"/>
                </a:cxn>
                <a:cxn ang="0">
                  <a:pos x="T2" y="T3"/>
                </a:cxn>
                <a:cxn ang="0">
                  <a:pos x="T4" y="T5"/>
                </a:cxn>
              </a:cxnLst>
              <a:rect l="0" t="0" r="r" b="b"/>
              <a:pathLst>
                <a:path w="47" h="103">
                  <a:moveTo>
                    <a:pt x="28" y="0"/>
                  </a:moveTo>
                  <a:cubicBezTo>
                    <a:pt x="0" y="36"/>
                    <a:pt x="22" y="89"/>
                    <a:pt x="16" y="103"/>
                  </a:cubicBezTo>
                  <a:cubicBezTo>
                    <a:pt x="46" y="71"/>
                    <a:pt x="47" y="29"/>
                    <a:pt x="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8" name="觅知网-不倒翁ID:189359941"/>
            <p:cNvSpPr/>
            <p:nvPr/>
          </p:nvSpPr>
          <p:spPr bwMode="auto">
            <a:xfrm>
              <a:off x="7921231" y="11852871"/>
              <a:ext cx="360944" cy="770476"/>
            </a:xfrm>
            <a:custGeom>
              <a:avLst/>
              <a:gdLst>
                <a:gd name="T0" fmla="*/ 23 w 49"/>
                <a:gd name="T1" fmla="*/ 0 h 104"/>
                <a:gd name="T2" fmla="*/ 26 w 49"/>
                <a:gd name="T3" fmla="*/ 104 h 104"/>
                <a:gd name="T4" fmla="*/ 23 w 49"/>
                <a:gd name="T5" fmla="*/ 0 h 104"/>
              </a:gdLst>
              <a:ahLst/>
              <a:cxnLst>
                <a:cxn ang="0">
                  <a:pos x="T0" y="T1"/>
                </a:cxn>
                <a:cxn ang="0">
                  <a:pos x="T2" y="T3"/>
                </a:cxn>
                <a:cxn ang="0">
                  <a:pos x="T4" y="T5"/>
                </a:cxn>
              </a:cxnLst>
              <a:rect l="0" t="0" r="r" b="b"/>
              <a:pathLst>
                <a:path w="49" h="104">
                  <a:moveTo>
                    <a:pt x="23" y="0"/>
                  </a:moveTo>
                  <a:cubicBezTo>
                    <a:pt x="0" y="46"/>
                    <a:pt x="31" y="90"/>
                    <a:pt x="26" y="104"/>
                  </a:cubicBezTo>
                  <a:cubicBezTo>
                    <a:pt x="48" y="72"/>
                    <a:pt x="49" y="32"/>
                    <a:pt x="2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9" name="觅知网-不倒翁ID:189359941"/>
            <p:cNvSpPr/>
            <p:nvPr/>
          </p:nvSpPr>
          <p:spPr bwMode="auto">
            <a:xfrm>
              <a:off x="8060056" y="11401685"/>
              <a:ext cx="395655" cy="770476"/>
            </a:xfrm>
            <a:custGeom>
              <a:avLst/>
              <a:gdLst>
                <a:gd name="T0" fmla="*/ 16 w 53"/>
                <a:gd name="T1" fmla="*/ 0 h 103"/>
                <a:gd name="T2" fmla="*/ 34 w 53"/>
                <a:gd name="T3" fmla="*/ 103 h 103"/>
                <a:gd name="T4" fmla="*/ 16 w 53"/>
                <a:gd name="T5" fmla="*/ 0 h 103"/>
              </a:gdLst>
              <a:ahLst/>
              <a:cxnLst>
                <a:cxn ang="0">
                  <a:pos x="T0" y="T1"/>
                </a:cxn>
                <a:cxn ang="0">
                  <a:pos x="T2" y="T3"/>
                </a:cxn>
                <a:cxn ang="0">
                  <a:pos x="T4" y="T5"/>
                </a:cxn>
              </a:cxnLst>
              <a:rect l="0" t="0" r="r" b="b"/>
              <a:pathLst>
                <a:path w="53" h="103">
                  <a:moveTo>
                    <a:pt x="16" y="0"/>
                  </a:moveTo>
                  <a:cubicBezTo>
                    <a:pt x="0" y="46"/>
                    <a:pt x="35" y="89"/>
                    <a:pt x="34" y="103"/>
                  </a:cubicBezTo>
                  <a:cubicBezTo>
                    <a:pt x="53" y="66"/>
                    <a:pt x="43" y="27"/>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0" name="觅知网-不倒翁ID:189359941"/>
            <p:cNvSpPr/>
            <p:nvPr/>
          </p:nvSpPr>
          <p:spPr bwMode="auto">
            <a:xfrm>
              <a:off x="8143355" y="10950508"/>
              <a:ext cx="381769" cy="735770"/>
            </a:xfrm>
            <a:custGeom>
              <a:avLst/>
              <a:gdLst>
                <a:gd name="T0" fmla="*/ 8 w 51"/>
                <a:gd name="T1" fmla="*/ 0 h 99"/>
                <a:gd name="T2" fmla="*/ 39 w 51"/>
                <a:gd name="T3" fmla="*/ 99 h 99"/>
                <a:gd name="T4" fmla="*/ 8 w 51"/>
                <a:gd name="T5" fmla="*/ 0 h 99"/>
              </a:gdLst>
              <a:ahLst/>
              <a:cxnLst>
                <a:cxn ang="0">
                  <a:pos x="T0" y="T1"/>
                </a:cxn>
                <a:cxn ang="0">
                  <a:pos x="T2" y="T3"/>
                </a:cxn>
                <a:cxn ang="0">
                  <a:pos x="T4" y="T5"/>
                </a:cxn>
              </a:cxnLst>
              <a:rect l="0" t="0" r="r" b="b"/>
              <a:pathLst>
                <a:path w="51" h="99">
                  <a:moveTo>
                    <a:pt x="8" y="0"/>
                  </a:moveTo>
                  <a:cubicBezTo>
                    <a:pt x="0" y="36"/>
                    <a:pt x="39" y="95"/>
                    <a:pt x="39" y="99"/>
                  </a:cubicBezTo>
                  <a:cubicBezTo>
                    <a:pt x="51" y="67"/>
                    <a:pt x="47" y="33"/>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1" name="觅知网-不倒翁ID:189359941"/>
            <p:cNvSpPr/>
            <p:nvPr/>
          </p:nvSpPr>
          <p:spPr bwMode="auto">
            <a:xfrm>
              <a:off x="8157236" y="10492388"/>
              <a:ext cx="402593" cy="701064"/>
            </a:xfrm>
            <a:custGeom>
              <a:avLst/>
              <a:gdLst>
                <a:gd name="T0" fmla="*/ 2 w 54"/>
                <a:gd name="T1" fmla="*/ 0 h 94"/>
                <a:gd name="T2" fmla="*/ 45 w 54"/>
                <a:gd name="T3" fmla="*/ 94 h 94"/>
                <a:gd name="T4" fmla="*/ 2 w 54"/>
                <a:gd name="T5" fmla="*/ 0 h 94"/>
              </a:gdLst>
              <a:ahLst/>
              <a:cxnLst>
                <a:cxn ang="0">
                  <a:pos x="T0" y="T1"/>
                </a:cxn>
                <a:cxn ang="0">
                  <a:pos x="T2" y="T3"/>
                </a:cxn>
                <a:cxn ang="0">
                  <a:pos x="T4" y="T5"/>
                </a:cxn>
              </a:cxnLst>
              <a:rect l="0" t="0" r="r" b="b"/>
              <a:pathLst>
                <a:path w="54" h="94">
                  <a:moveTo>
                    <a:pt x="2" y="0"/>
                  </a:moveTo>
                  <a:cubicBezTo>
                    <a:pt x="0" y="48"/>
                    <a:pt x="43" y="81"/>
                    <a:pt x="45" y="94"/>
                  </a:cubicBezTo>
                  <a:cubicBezTo>
                    <a:pt x="54" y="61"/>
                    <a:pt x="45" y="29"/>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2" name="觅知网-不倒翁ID:189359941"/>
            <p:cNvSpPr/>
            <p:nvPr/>
          </p:nvSpPr>
          <p:spPr bwMode="auto">
            <a:xfrm>
              <a:off x="8073938" y="10055089"/>
              <a:ext cx="465063" cy="645537"/>
            </a:xfrm>
            <a:custGeom>
              <a:avLst/>
              <a:gdLst>
                <a:gd name="T0" fmla="*/ 0 w 62"/>
                <a:gd name="T1" fmla="*/ 0 h 87"/>
                <a:gd name="T2" fmla="*/ 55 w 62"/>
                <a:gd name="T3" fmla="*/ 87 h 87"/>
                <a:gd name="T4" fmla="*/ 0 w 62"/>
                <a:gd name="T5" fmla="*/ 0 h 87"/>
              </a:gdLst>
              <a:ahLst/>
              <a:cxnLst>
                <a:cxn ang="0">
                  <a:pos x="T0" y="T1"/>
                </a:cxn>
                <a:cxn ang="0">
                  <a:pos x="T2" y="T3"/>
                </a:cxn>
                <a:cxn ang="0">
                  <a:pos x="T4" y="T5"/>
                </a:cxn>
              </a:cxnLst>
              <a:rect l="0" t="0" r="r" b="b"/>
              <a:pathLst>
                <a:path w="62" h="87">
                  <a:moveTo>
                    <a:pt x="0" y="0"/>
                  </a:moveTo>
                  <a:cubicBezTo>
                    <a:pt x="3" y="44"/>
                    <a:pt x="51" y="75"/>
                    <a:pt x="55" y="87"/>
                  </a:cubicBezTo>
                  <a:cubicBezTo>
                    <a:pt x="62" y="39"/>
                    <a:pt x="30" y="1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3" name="觅知网-不倒翁ID:189359941"/>
            <p:cNvSpPr/>
            <p:nvPr/>
          </p:nvSpPr>
          <p:spPr bwMode="auto">
            <a:xfrm>
              <a:off x="5165560" y="14115706"/>
              <a:ext cx="1020363" cy="478944"/>
            </a:xfrm>
            <a:custGeom>
              <a:avLst/>
              <a:gdLst>
                <a:gd name="T0" fmla="*/ 136 w 136"/>
                <a:gd name="T1" fmla="*/ 37 h 64"/>
                <a:gd name="T2" fmla="*/ 0 w 136"/>
                <a:gd name="T3" fmla="*/ 19 h 64"/>
                <a:gd name="T4" fmla="*/ 136 w 136"/>
                <a:gd name="T5" fmla="*/ 37 h 64"/>
              </a:gdLst>
              <a:ahLst/>
              <a:cxnLst>
                <a:cxn ang="0">
                  <a:pos x="T0" y="T1"/>
                </a:cxn>
                <a:cxn ang="0">
                  <a:pos x="T2" y="T3"/>
                </a:cxn>
                <a:cxn ang="0">
                  <a:pos x="T4" y="T5"/>
                </a:cxn>
              </a:cxnLst>
              <a:rect l="0" t="0" r="r" b="b"/>
              <a:pathLst>
                <a:path w="136" h="64">
                  <a:moveTo>
                    <a:pt x="136" y="37"/>
                  </a:moveTo>
                  <a:cubicBezTo>
                    <a:pt x="67" y="64"/>
                    <a:pt x="31" y="27"/>
                    <a:pt x="0" y="19"/>
                  </a:cubicBezTo>
                  <a:cubicBezTo>
                    <a:pt x="66" y="0"/>
                    <a:pt x="86" y="35"/>
                    <a:pt x="136"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4" name="觅知网-不倒翁ID:189359941"/>
            <p:cNvSpPr/>
            <p:nvPr/>
          </p:nvSpPr>
          <p:spPr bwMode="auto">
            <a:xfrm>
              <a:off x="5665329" y="14039351"/>
              <a:ext cx="1013420" cy="472001"/>
            </a:xfrm>
            <a:custGeom>
              <a:avLst/>
              <a:gdLst>
                <a:gd name="T0" fmla="*/ 136 w 136"/>
                <a:gd name="T1" fmla="*/ 28 h 63"/>
                <a:gd name="T2" fmla="*/ 0 w 136"/>
                <a:gd name="T3" fmla="*/ 24 h 63"/>
                <a:gd name="T4" fmla="*/ 136 w 136"/>
                <a:gd name="T5" fmla="*/ 28 h 63"/>
              </a:gdLst>
              <a:ahLst/>
              <a:cxnLst>
                <a:cxn ang="0">
                  <a:pos x="T0" y="T1"/>
                </a:cxn>
                <a:cxn ang="0">
                  <a:pos x="T2" y="T3"/>
                </a:cxn>
                <a:cxn ang="0">
                  <a:pos x="T4" y="T5"/>
                </a:cxn>
              </a:cxnLst>
              <a:rect l="0" t="0" r="r" b="b"/>
              <a:pathLst>
                <a:path w="136" h="63">
                  <a:moveTo>
                    <a:pt x="136" y="28"/>
                  </a:moveTo>
                  <a:cubicBezTo>
                    <a:pt x="68" y="63"/>
                    <a:pt x="30" y="28"/>
                    <a:pt x="0" y="24"/>
                  </a:cubicBezTo>
                  <a:cubicBezTo>
                    <a:pt x="63" y="0"/>
                    <a:pt x="87" y="31"/>
                    <a:pt x="136"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5" name="觅知网-不倒翁ID:189359941"/>
            <p:cNvSpPr/>
            <p:nvPr/>
          </p:nvSpPr>
          <p:spPr bwMode="auto">
            <a:xfrm>
              <a:off x="6165098" y="13893587"/>
              <a:ext cx="999538" cy="478944"/>
            </a:xfrm>
            <a:custGeom>
              <a:avLst/>
              <a:gdLst>
                <a:gd name="T0" fmla="*/ 134 w 134"/>
                <a:gd name="T1" fmla="*/ 19 h 64"/>
                <a:gd name="T2" fmla="*/ 0 w 134"/>
                <a:gd name="T3" fmla="*/ 32 h 64"/>
                <a:gd name="T4" fmla="*/ 134 w 134"/>
                <a:gd name="T5" fmla="*/ 19 h 64"/>
              </a:gdLst>
              <a:ahLst/>
              <a:cxnLst>
                <a:cxn ang="0">
                  <a:pos x="T0" y="T1"/>
                </a:cxn>
                <a:cxn ang="0">
                  <a:pos x="T2" y="T3"/>
                </a:cxn>
                <a:cxn ang="0">
                  <a:pos x="T4" y="T5"/>
                </a:cxn>
              </a:cxnLst>
              <a:rect l="0" t="0" r="r" b="b"/>
              <a:pathLst>
                <a:path w="134" h="64">
                  <a:moveTo>
                    <a:pt x="134" y="19"/>
                  </a:moveTo>
                  <a:cubicBezTo>
                    <a:pt x="74" y="64"/>
                    <a:pt x="28" y="33"/>
                    <a:pt x="0" y="32"/>
                  </a:cubicBezTo>
                  <a:cubicBezTo>
                    <a:pt x="64" y="0"/>
                    <a:pt x="86" y="30"/>
                    <a:pt x="134"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6" name="觅知网-不倒翁ID:189359941"/>
            <p:cNvSpPr/>
            <p:nvPr/>
          </p:nvSpPr>
          <p:spPr bwMode="auto">
            <a:xfrm>
              <a:off x="6644047" y="13692288"/>
              <a:ext cx="971775" cy="444238"/>
            </a:xfrm>
            <a:custGeom>
              <a:avLst/>
              <a:gdLst>
                <a:gd name="T0" fmla="*/ 130 w 130"/>
                <a:gd name="T1" fmla="*/ 7 h 60"/>
                <a:gd name="T2" fmla="*/ 0 w 130"/>
                <a:gd name="T3" fmla="*/ 39 h 60"/>
                <a:gd name="T4" fmla="*/ 130 w 130"/>
                <a:gd name="T5" fmla="*/ 7 h 60"/>
              </a:gdLst>
              <a:ahLst/>
              <a:cxnLst>
                <a:cxn ang="0">
                  <a:pos x="T0" y="T1"/>
                </a:cxn>
                <a:cxn ang="0">
                  <a:pos x="T2" y="T3"/>
                </a:cxn>
                <a:cxn ang="0">
                  <a:pos x="T4" y="T5"/>
                </a:cxn>
              </a:cxnLst>
              <a:rect l="0" t="0" r="r" b="b"/>
              <a:pathLst>
                <a:path w="130" h="60">
                  <a:moveTo>
                    <a:pt x="130" y="7"/>
                  </a:moveTo>
                  <a:cubicBezTo>
                    <a:pt x="77" y="60"/>
                    <a:pt x="24" y="36"/>
                    <a:pt x="0" y="39"/>
                  </a:cubicBezTo>
                  <a:cubicBezTo>
                    <a:pt x="54" y="0"/>
                    <a:pt x="91" y="22"/>
                    <a:pt x="13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7" name="觅知网-不倒翁ID:189359941"/>
            <p:cNvSpPr/>
            <p:nvPr/>
          </p:nvSpPr>
          <p:spPr bwMode="auto">
            <a:xfrm>
              <a:off x="7102167" y="13372994"/>
              <a:ext cx="902358" cy="423418"/>
            </a:xfrm>
            <a:custGeom>
              <a:avLst/>
              <a:gdLst>
                <a:gd name="T0" fmla="*/ 121 w 121"/>
                <a:gd name="T1" fmla="*/ 1 h 57"/>
                <a:gd name="T2" fmla="*/ 0 w 121"/>
                <a:gd name="T3" fmla="*/ 52 h 57"/>
                <a:gd name="T4" fmla="*/ 121 w 121"/>
                <a:gd name="T5" fmla="*/ 1 h 57"/>
              </a:gdLst>
              <a:ahLst/>
              <a:cxnLst>
                <a:cxn ang="0">
                  <a:pos x="T0" y="T1"/>
                </a:cxn>
                <a:cxn ang="0">
                  <a:pos x="T2" y="T3"/>
                </a:cxn>
                <a:cxn ang="0">
                  <a:pos x="T4" y="T5"/>
                </a:cxn>
              </a:cxnLst>
              <a:rect l="0" t="0" r="r" b="b"/>
              <a:pathLst>
                <a:path w="121" h="57">
                  <a:moveTo>
                    <a:pt x="121" y="1"/>
                  </a:moveTo>
                  <a:cubicBezTo>
                    <a:pt x="84" y="57"/>
                    <a:pt x="23" y="47"/>
                    <a:pt x="0" y="52"/>
                  </a:cubicBezTo>
                  <a:cubicBezTo>
                    <a:pt x="61" y="0"/>
                    <a:pt x="81" y="25"/>
                    <a:pt x="12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8" name="觅知网-不倒翁ID:189359941"/>
            <p:cNvSpPr/>
            <p:nvPr/>
          </p:nvSpPr>
          <p:spPr bwMode="auto">
            <a:xfrm>
              <a:off x="7511699" y="12956519"/>
              <a:ext cx="805183" cy="506712"/>
            </a:xfrm>
            <a:custGeom>
              <a:avLst/>
              <a:gdLst>
                <a:gd name="T0" fmla="*/ 108 w 108"/>
                <a:gd name="T1" fmla="*/ 0 h 68"/>
                <a:gd name="T2" fmla="*/ 0 w 108"/>
                <a:gd name="T3" fmla="*/ 68 h 68"/>
                <a:gd name="T4" fmla="*/ 108 w 108"/>
                <a:gd name="T5" fmla="*/ 0 h 68"/>
              </a:gdLst>
              <a:ahLst/>
              <a:cxnLst>
                <a:cxn ang="0">
                  <a:pos x="T0" y="T1"/>
                </a:cxn>
                <a:cxn ang="0">
                  <a:pos x="T2" y="T3"/>
                </a:cxn>
                <a:cxn ang="0">
                  <a:pos x="T4" y="T5"/>
                </a:cxn>
              </a:cxnLst>
              <a:rect l="0" t="0" r="r" b="b"/>
              <a:pathLst>
                <a:path w="108" h="68">
                  <a:moveTo>
                    <a:pt x="108" y="0"/>
                  </a:moveTo>
                  <a:cubicBezTo>
                    <a:pt x="79" y="64"/>
                    <a:pt x="21" y="60"/>
                    <a:pt x="0" y="68"/>
                  </a:cubicBezTo>
                  <a:cubicBezTo>
                    <a:pt x="50" y="8"/>
                    <a:pt x="73" y="28"/>
                    <a:pt x="10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9" name="觅知网-不倒翁ID:189359941"/>
            <p:cNvSpPr/>
            <p:nvPr/>
          </p:nvSpPr>
          <p:spPr bwMode="auto">
            <a:xfrm>
              <a:off x="7858762" y="12484517"/>
              <a:ext cx="701068" cy="617769"/>
            </a:xfrm>
            <a:custGeom>
              <a:avLst/>
              <a:gdLst>
                <a:gd name="T0" fmla="*/ 94 w 94"/>
                <a:gd name="T1" fmla="*/ 0 h 83"/>
                <a:gd name="T2" fmla="*/ 0 w 94"/>
                <a:gd name="T3" fmla="*/ 83 h 83"/>
                <a:gd name="T4" fmla="*/ 94 w 94"/>
                <a:gd name="T5" fmla="*/ 0 h 83"/>
              </a:gdLst>
              <a:ahLst/>
              <a:cxnLst>
                <a:cxn ang="0">
                  <a:pos x="T0" y="T1"/>
                </a:cxn>
                <a:cxn ang="0">
                  <a:pos x="T2" y="T3"/>
                </a:cxn>
                <a:cxn ang="0">
                  <a:pos x="T4" y="T5"/>
                </a:cxn>
              </a:cxnLst>
              <a:rect l="0" t="0" r="r" b="b"/>
              <a:pathLst>
                <a:path w="94" h="83">
                  <a:moveTo>
                    <a:pt x="94" y="0"/>
                  </a:moveTo>
                  <a:cubicBezTo>
                    <a:pt x="74" y="67"/>
                    <a:pt x="11" y="75"/>
                    <a:pt x="0" y="83"/>
                  </a:cubicBezTo>
                  <a:cubicBezTo>
                    <a:pt x="28" y="24"/>
                    <a:pt x="66" y="28"/>
                    <a:pt x="9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0" name="觅知网-不倒翁ID:189359941"/>
            <p:cNvSpPr/>
            <p:nvPr/>
          </p:nvSpPr>
          <p:spPr bwMode="auto">
            <a:xfrm>
              <a:off x="8136407" y="11991691"/>
              <a:ext cx="590006" cy="694121"/>
            </a:xfrm>
            <a:custGeom>
              <a:avLst/>
              <a:gdLst>
                <a:gd name="T0" fmla="*/ 79 w 79"/>
                <a:gd name="T1" fmla="*/ 0 h 93"/>
                <a:gd name="T2" fmla="*/ 0 w 79"/>
                <a:gd name="T3" fmla="*/ 93 h 93"/>
                <a:gd name="T4" fmla="*/ 79 w 79"/>
                <a:gd name="T5" fmla="*/ 0 h 93"/>
              </a:gdLst>
              <a:ahLst/>
              <a:cxnLst>
                <a:cxn ang="0">
                  <a:pos x="T0" y="T1"/>
                </a:cxn>
                <a:cxn ang="0">
                  <a:pos x="T2" y="T3"/>
                </a:cxn>
                <a:cxn ang="0">
                  <a:pos x="T4" y="T5"/>
                </a:cxn>
              </a:cxnLst>
              <a:rect l="0" t="0" r="r" b="b"/>
              <a:pathLst>
                <a:path w="79" h="93">
                  <a:moveTo>
                    <a:pt x="79" y="0"/>
                  </a:moveTo>
                  <a:cubicBezTo>
                    <a:pt x="71" y="67"/>
                    <a:pt x="11" y="82"/>
                    <a:pt x="0" y="93"/>
                  </a:cubicBezTo>
                  <a:cubicBezTo>
                    <a:pt x="20" y="30"/>
                    <a:pt x="57" y="29"/>
                    <a:pt x="7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1" name="觅知网-不倒翁ID:189359941"/>
            <p:cNvSpPr/>
            <p:nvPr/>
          </p:nvSpPr>
          <p:spPr bwMode="auto">
            <a:xfrm>
              <a:off x="8344645" y="11484984"/>
              <a:ext cx="499769" cy="742713"/>
            </a:xfrm>
            <a:custGeom>
              <a:avLst/>
              <a:gdLst>
                <a:gd name="T0" fmla="*/ 64 w 67"/>
                <a:gd name="T1" fmla="*/ 0 h 100"/>
                <a:gd name="T2" fmla="*/ 0 w 67"/>
                <a:gd name="T3" fmla="*/ 100 h 100"/>
                <a:gd name="T4" fmla="*/ 64 w 67"/>
                <a:gd name="T5" fmla="*/ 0 h 100"/>
              </a:gdLst>
              <a:ahLst/>
              <a:cxnLst>
                <a:cxn ang="0">
                  <a:pos x="T0" y="T1"/>
                </a:cxn>
                <a:cxn ang="0">
                  <a:pos x="T2" y="T3"/>
                </a:cxn>
                <a:cxn ang="0">
                  <a:pos x="T4" y="T5"/>
                </a:cxn>
              </a:cxnLst>
              <a:rect l="0" t="0" r="r" b="b"/>
              <a:pathLst>
                <a:path w="67" h="100">
                  <a:moveTo>
                    <a:pt x="64" y="0"/>
                  </a:moveTo>
                  <a:cubicBezTo>
                    <a:pt x="67" y="62"/>
                    <a:pt x="6" y="91"/>
                    <a:pt x="0" y="100"/>
                  </a:cubicBezTo>
                  <a:cubicBezTo>
                    <a:pt x="7" y="41"/>
                    <a:pt x="51" y="23"/>
                    <a:pt x="6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2" name="觅知网-不倒翁ID:189359941"/>
            <p:cNvSpPr/>
            <p:nvPr/>
          </p:nvSpPr>
          <p:spPr bwMode="auto">
            <a:xfrm>
              <a:off x="8469588" y="10978276"/>
              <a:ext cx="451181" cy="777419"/>
            </a:xfrm>
            <a:custGeom>
              <a:avLst/>
              <a:gdLst>
                <a:gd name="T0" fmla="*/ 52 w 60"/>
                <a:gd name="T1" fmla="*/ 0 h 104"/>
                <a:gd name="T2" fmla="*/ 0 w 60"/>
                <a:gd name="T3" fmla="*/ 104 h 104"/>
                <a:gd name="T4" fmla="*/ 52 w 60"/>
                <a:gd name="T5" fmla="*/ 0 h 104"/>
              </a:gdLst>
              <a:ahLst/>
              <a:cxnLst>
                <a:cxn ang="0">
                  <a:pos x="T0" y="T1"/>
                </a:cxn>
                <a:cxn ang="0">
                  <a:pos x="T2" y="T3"/>
                </a:cxn>
                <a:cxn ang="0">
                  <a:pos x="T4" y="T5"/>
                </a:cxn>
              </a:cxnLst>
              <a:rect l="0" t="0" r="r" b="b"/>
              <a:pathLst>
                <a:path w="60" h="104">
                  <a:moveTo>
                    <a:pt x="52" y="0"/>
                  </a:moveTo>
                  <a:cubicBezTo>
                    <a:pt x="60" y="61"/>
                    <a:pt x="7" y="92"/>
                    <a:pt x="0" y="104"/>
                  </a:cubicBezTo>
                  <a:cubicBezTo>
                    <a:pt x="3" y="39"/>
                    <a:pt x="35" y="30"/>
                    <a:pt x="5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3" name="觅知网-不倒翁ID:189359941"/>
            <p:cNvSpPr/>
            <p:nvPr/>
          </p:nvSpPr>
          <p:spPr bwMode="auto">
            <a:xfrm>
              <a:off x="8490409" y="10464625"/>
              <a:ext cx="451181" cy="798244"/>
            </a:xfrm>
            <a:custGeom>
              <a:avLst/>
              <a:gdLst>
                <a:gd name="T0" fmla="*/ 45 w 60"/>
                <a:gd name="T1" fmla="*/ 0 h 107"/>
                <a:gd name="T2" fmla="*/ 6 w 60"/>
                <a:gd name="T3" fmla="*/ 107 h 107"/>
                <a:gd name="T4" fmla="*/ 45 w 60"/>
                <a:gd name="T5" fmla="*/ 0 h 107"/>
              </a:gdLst>
              <a:ahLst/>
              <a:cxnLst>
                <a:cxn ang="0">
                  <a:pos x="T0" y="T1"/>
                </a:cxn>
                <a:cxn ang="0">
                  <a:pos x="T2" y="T3"/>
                </a:cxn>
                <a:cxn ang="0">
                  <a:pos x="T4" y="T5"/>
                </a:cxn>
              </a:cxnLst>
              <a:rect l="0" t="0" r="r" b="b"/>
              <a:pathLst>
                <a:path w="60" h="107">
                  <a:moveTo>
                    <a:pt x="45" y="0"/>
                  </a:moveTo>
                  <a:cubicBezTo>
                    <a:pt x="60" y="59"/>
                    <a:pt x="10" y="98"/>
                    <a:pt x="6" y="107"/>
                  </a:cubicBezTo>
                  <a:cubicBezTo>
                    <a:pt x="0" y="50"/>
                    <a:pt x="31" y="28"/>
                    <a:pt x="4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4" name="觅知网-不倒翁ID:189359941"/>
            <p:cNvSpPr/>
            <p:nvPr/>
          </p:nvSpPr>
          <p:spPr bwMode="auto">
            <a:xfrm>
              <a:off x="8441821" y="9957913"/>
              <a:ext cx="465063" cy="812125"/>
            </a:xfrm>
            <a:custGeom>
              <a:avLst/>
              <a:gdLst>
                <a:gd name="T0" fmla="*/ 38 w 62"/>
                <a:gd name="T1" fmla="*/ 0 h 109"/>
                <a:gd name="T2" fmla="*/ 14 w 62"/>
                <a:gd name="T3" fmla="*/ 109 h 109"/>
                <a:gd name="T4" fmla="*/ 38 w 62"/>
                <a:gd name="T5" fmla="*/ 0 h 109"/>
              </a:gdLst>
              <a:ahLst/>
              <a:cxnLst>
                <a:cxn ang="0">
                  <a:pos x="T0" y="T1"/>
                </a:cxn>
                <a:cxn ang="0">
                  <a:pos x="T2" y="T3"/>
                </a:cxn>
                <a:cxn ang="0">
                  <a:pos x="T4" y="T5"/>
                </a:cxn>
              </a:cxnLst>
              <a:rect l="0" t="0" r="r" b="b"/>
              <a:pathLst>
                <a:path w="62" h="109">
                  <a:moveTo>
                    <a:pt x="38" y="0"/>
                  </a:moveTo>
                  <a:cubicBezTo>
                    <a:pt x="62" y="50"/>
                    <a:pt x="15" y="102"/>
                    <a:pt x="14" y="109"/>
                  </a:cubicBezTo>
                  <a:cubicBezTo>
                    <a:pt x="0" y="56"/>
                    <a:pt x="28" y="26"/>
                    <a:pt x="3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5" name="觅知网-不倒翁ID:189359941"/>
            <p:cNvSpPr/>
            <p:nvPr/>
          </p:nvSpPr>
          <p:spPr bwMode="auto">
            <a:xfrm>
              <a:off x="7358988" y="8451672"/>
              <a:ext cx="867656" cy="1478482"/>
            </a:xfrm>
            <a:custGeom>
              <a:avLst/>
              <a:gdLst>
                <a:gd name="T0" fmla="*/ 3 w 116"/>
                <a:gd name="T1" fmla="*/ 0 h 198"/>
                <a:gd name="T2" fmla="*/ 116 w 116"/>
                <a:gd name="T3" fmla="*/ 197 h 198"/>
                <a:gd name="T4" fmla="*/ 113 w 116"/>
                <a:gd name="T5" fmla="*/ 198 h 198"/>
                <a:gd name="T6" fmla="*/ 0 w 116"/>
                <a:gd name="T7" fmla="*/ 3 h 198"/>
                <a:gd name="T8" fmla="*/ 3 w 116"/>
                <a:gd name="T9" fmla="*/ 0 h 198"/>
              </a:gdLst>
              <a:ahLst/>
              <a:cxnLst>
                <a:cxn ang="0">
                  <a:pos x="T0" y="T1"/>
                </a:cxn>
                <a:cxn ang="0">
                  <a:pos x="T2" y="T3"/>
                </a:cxn>
                <a:cxn ang="0">
                  <a:pos x="T4" y="T5"/>
                </a:cxn>
                <a:cxn ang="0">
                  <a:pos x="T6" y="T7"/>
                </a:cxn>
                <a:cxn ang="0">
                  <a:pos x="T8" y="T9"/>
                </a:cxn>
              </a:cxnLst>
              <a:rect l="0" t="0" r="r" b="b"/>
              <a:pathLst>
                <a:path w="116" h="198">
                  <a:moveTo>
                    <a:pt x="3" y="0"/>
                  </a:moveTo>
                  <a:cubicBezTo>
                    <a:pt x="47" y="46"/>
                    <a:pt x="92" y="118"/>
                    <a:pt x="116" y="197"/>
                  </a:cubicBezTo>
                  <a:cubicBezTo>
                    <a:pt x="113" y="198"/>
                    <a:pt x="113" y="198"/>
                    <a:pt x="113" y="198"/>
                  </a:cubicBezTo>
                  <a:cubicBezTo>
                    <a:pt x="89" y="120"/>
                    <a:pt x="44" y="48"/>
                    <a:pt x="0" y="3"/>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6" name="觅知网-不倒翁ID:189359941"/>
            <p:cNvSpPr/>
            <p:nvPr/>
          </p:nvSpPr>
          <p:spPr bwMode="auto">
            <a:xfrm>
              <a:off x="7560287" y="8410023"/>
              <a:ext cx="909306" cy="1735303"/>
            </a:xfrm>
            <a:custGeom>
              <a:avLst/>
              <a:gdLst>
                <a:gd name="T0" fmla="*/ 3 w 122"/>
                <a:gd name="T1" fmla="*/ 0 h 233"/>
                <a:gd name="T2" fmla="*/ 122 w 122"/>
                <a:gd name="T3" fmla="*/ 233 h 233"/>
                <a:gd name="T4" fmla="*/ 119 w 122"/>
                <a:gd name="T5" fmla="*/ 233 h 233"/>
                <a:gd name="T6" fmla="*/ 0 w 122"/>
                <a:gd name="T7" fmla="*/ 2 h 233"/>
                <a:gd name="T8" fmla="*/ 3 w 122"/>
                <a:gd name="T9" fmla="*/ 0 h 233"/>
              </a:gdLst>
              <a:ahLst/>
              <a:cxnLst>
                <a:cxn ang="0">
                  <a:pos x="T0" y="T1"/>
                </a:cxn>
                <a:cxn ang="0">
                  <a:pos x="T2" y="T3"/>
                </a:cxn>
                <a:cxn ang="0">
                  <a:pos x="T4" y="T5"/>
                </a:cxn>
                <a:cxn ang="0">
                  <a:pos x="T6" y="T7"/>
                </a:cxn>
                <a:cxn ang="0">
                  <a:pos x="T8" y="T9"/>
                </a:cxn>
              </a:cxnLst>
              <a:rect l="0" t="0" r="r" b="b"/>
              <a:pathLst>
                <a:path w="122" h="233">
                  <a:moveTo>
                    <a:pt x="3" y="0"/>
                  </a:moveTo>
                  <a:cubicBezTo>
                    <a:pt x="56" y="58"/>
                    <a:pt x="102" y="141"/>
                    <a:pt x="122" y="233"/>
                  </a:cubicBezTo>
                  <a:cubicBezTo>
                    <a:pt x="119" y="233"/>
                    <a:pt x="119" y="233"/>
                    <a:pt x="119" y="233"/>
                  </a:cubicBezTo>
                  <a:cubicBezTo>
                    <a:pt x="98" y="143"/>
                    <a:pt x="53" y="60"/>
                    <a:pt x="0" y="2"/>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7" name="觅知网-不倒翁ID:189359941"/>
            <p:cNvSpPr/>
            <p:nvPr/>
          </p:nvSpPr>
          <p:spPr bwMode="auto">
            <a:xfrm>
              <a:off x="7518642" y="8111548"/>
              <a:ext cx="1048131" cy="1721422"/>
            </a:xfrm>
            <a:custGeom>
              <a:avLst/>
              <a:gdLst>
                <a:gd name="T0" fmla="*/ 3 w 141"/>
                <a:gd name="T1" fmla="*/ 0 h 231"/>
                <a:gd name="T2" fmla="*/ 141 w 141"/>
                <a:gd name="T3" fmla="*/ 230 h 231"/>
                <a:gd name="T4" fmla="*/ 138 w 141"/>
                <a:gd name="T5" fmla="*/ 231 h 231"/>
                <a:gd name="T6" fmla="*/ 0 w 141"/>
                <a:gd name="T7" fmla="*/ 2 h 231"/>
                <a:gd name="T8" fmla="*/ 3 w 141"/>
                <a:gd name="T9" fmla="*/ 0 h 231"/>
              </a:gdLst>
              <a:ahLst/>
              <a:cxnLst>
                <a:cxn ang="0">
                  <a:pos x="T0" y="T1"/>
                </a:cxn>
                <a:cxn ang="0">
                  <a:pos x="T2" y="T3"/>
                </a:cxn>
                <a:cxn ang="0">
                  <a:pos x="T4" y="T5"/>
                </a:cxn>
                <a:cxn ang="0">
                  <a:pos x="T6" y="T7"/>
                </a:cxn>
                <a:cxn ang="0">
                  <a:pos x="T8" y="T9"/>
                </a:cxn>
              </a:cxnLst>
              <a:rect l="0" t="0" r="r" b="b"/>
              <a:pathLst>
                <a:path w="141" h="231">
                  <a:moveTo>
                    <a:pt x="3" y="0"/>
                  </a:moveTo>
                  <a:cubicBezTo>
                    <a:pt x="52" y="44"/>
                    <a:pt x="111" y="132"/>
                    <a:pt x="141" y="230"/>
                  </a:cubicBezTo>
                  <a:cubicBezTo>
                    <a:pt x="138" y="231"/>
                    <a:pt x="138" y="231"/>
                    <a:pt x="138" y="231"/>
                  </a:cubicBezTo>
                  <a:cubicBezTo>
                    <a:pt x="109" y="135"/>
                    <a:pt x="50" y="47"/>
                    <a:pt x="0" y="2"/>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8" name="觅知网-不倒翁ID:189359941"/>
            <p:cNvSpPr>
              <a:spLocks noChangeArrowheads="1"/>
            </p:cNvSpPr>
            <p:nvPr/>
          </p:nvSpPr>
          <p:spPr bwMode="auto">
            <a:xfrm>
              <a:off x="5056479" y="14633222"/>
              <a:ext cx="6943" cy="694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grpSp>
      <p:grpSp>
        <p:nvGrpSpPr>
          <p:cNvPr id="15" name="觅知网-不倒翁ID:189359941"/>
          <p:cNvGrpSpPr/>
          <p:nvPr>
            <p:custDataLst>
              <p:tags r:id="rId1"/>
            </p:custDataLst>
          </p:nvPr>
        </p:nvGrpSpPr>
        <p:grpSpPr>
          <a:xfrm>
            <a:off x="955163" y="647056"/>
            <a:ext cx="10294372" cy="6835208"/>
            <a:chOff x="1933880" y="1452820"/>
            <a:chExt cx="8655456" cy="5747008"/>
          </a:xfrm>
        </p:grpSpPr>
        <p:sp>
          <p:nvSpPr>
            <p:cNvPr id="13" name="觅知网-不倒翁ID:189359941"/>
            <p:cNvSpPr/>
            <p:nvPr/>
          </p:nvSpPr>
          <p:spPr>
            <a:xfrm rot="21314498">
              <a:off x="1933880" y="1453250"/>
              <a:ext cx="8410937" cy="5746578"/>
            </a:xfrm>
            <a:custGeom>
              <a:avLst/>
              <a:gdLst>
                <a:gd name="connsiteX0" fmla="*/ 8410936 w 8410937"/>
                <a:gd name="connsiteY0" fmla="*/ 0 h 5746578"/>
                <a:gd name="connsiteX1" fmla="*/ 8410937 w 8410937"/>
                <a:gd name="connsiteY1" fmla="*/ 5746578 h 5746578"/>
                <a:gd name="connsiteX2" fmla="*/ 0 w 8410937"/>
                <a:gd name="connsiteY2" fmla="*/ 5046446 h 5746578"/>
                <a:gd name="connsiteX3" fmla="*/ 0 w 8410937"/>
                <a:gd name="connsiteY3" fmla="*/ 0 h 5746578"/>
              </a:gdLst>
              <a:ahLst/>
              <a:cxnLst>
                <a:cxn ang="0">
                  <a:pos x="connsiteX0" y="connsiteY0"/>
                </a:cxn>
                <a:cxn ang="0">
                  <a:pos x="connsiteX1" y="connsiteY1"/>
                </a:cxn>
                <a:cxn ang="0">
                  <a:pos x="connsiteX2" y="connsiteY2"/>
                </a:cxn>
                <a:cxn ang="0">
                  <a:pos x="connsiteX3" y="connsiteY3"/>
                </a:cxn>
              </a:cxnLst>
              <a:rect l="l" t="t" r="r" b="b"/>
              <a:pathLst>
                <a:path w="8410937" h="5746578">
                  <a:moveTo>
                    <a:pt x="8410936" y="0"/>
                  </a:moveTo>
                  <a:lnTo>
                    <a:pt x="8410937" y="5746578"/>
                  </a:lnTo>
                  <a:lnTo>
                    <a:pt x="0" y="5046446"/>
                  </a:lnTo>
                  <a:lnTo>
                    <a:pt x="0" y="0"/>
                  </a:lnTo>
                  <a:close/>
                </a:path>
              </a:pathLst>
            </a:custGeom>
            <a:solidFill>
              <a:srgbClr val="344778"/>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思源黑体 CN Regular" panose="020B0500000000000000" charset="-122"/>
              </a:endParaRPr>
            </a:p>
          </p:txBody>
        </p:sp>
        <p:sp>
          <p:nvSpPr>
            <p:cNvPr id="14" name="觅知网-不倒翁ID:189359941"/>
            <p:cNvSpPr/>
            <p:nvPr/>
          </p:nvSpPr>
          <p:spPr>
            <a:xfrm>
              <a:off x="2178400" y="1452820"/>
              <a:ext cx="8410936" cy="5388246"/>
            </a:xfrm>
            <a:custGeom>
              <a:avLst/>
              <a:gdLst>
                <a:gd name="connsiteX0" fmla="*/ 0 w 8410936"/>
                <a:gd name="connsiteY0" fmla="*/ 0 h 5388246"/>
                <a:gd name="connsiteX1" fmla="*/ 8410936 w 8410936"/>
                <a:gd name="connsiteY1" fmla="*/ 0 h 5388246"/>
                <a:gd name="connsiteX2" fmla="*/ 8410936 w 8410936"/>
                <a:gd name="connsiteY2" fmla="*/ 5388246 h 5388246"/>
                <a:gd name="connsiteX3" fmla="*/ 0 w 8410936"/>
                <a:gd name="connsiteY3" fmla="*/ 5388246 h 5388246"/>
              </a:gdLst>
              <a:ahLst/>
              <a:cxnLst>
                <a:cxn ang="0">
                  <a:pos x="connsiteX0" y="connsiteY0"/>
                </a:cxn>
                <a:cxn ang="0">
                  <a:pos x="connsiteX1" y="connsiteY1"/>
                </a:cxn>
                <a:cxn ang="0">
                  <a:pos x="connsiteX2" y="connsiteY2"/>
                </a:cxn>
                <a:cxn ang="0">
                  <a:pos x="connsiteX3" y="connsiteY3"/>
                </a:cxn>
              </a:cxnLst>
              <a:rect l="l" t="t" r="r" b="b"/>
              <a:pathLst>
                <a:path w="8410936" h="5388246">
                  <a:moveTo>
                    <a:pt x="0" y="0"/>
                  </a:moveTo>
                  <a:lnTo>
                    <a:pt x="8410936" y="0"/>
                  </a:lnTo>
                  <a:lnTo>
                    <a:pt x="8410936" y="5388246"/>
                  </a:lnTo>
                  <a:lnTo>
                    <a:pt x="0" y="5388246"/>
                  </a:lnTo>
                  <a:close/>
                </a:path>
              </a:pathLst>
            </a:custGeom>
            <a:solidFill>
              <a:schemeClr val="bg1">
                <a:alpha val="93000"/>
              </a:schemeClr>
            </a:solidFill>
            <a:ln w="28575">
              <a:solidFill>
                <a:srgbClr val="344778"/>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思源黑体 CN Regular" panose="020B0500000000000000" charset="-122"/>
              </a:endParaRPr>
            </a:p>
          </p:txBody>
        </p:sp>
      </p:grpSp>
      <p:grpSp>
        <p:nvGrpSpPr>
          <p:cNvPr id="8" name="觅知网-不倒翁ID:189359941"/>
          <p:cNvGrpSpPr/>
          <p:nvPr>
            <p:custDataLst>
              <p:tags r:id="rId2"/>
            </p:custDataLst>
          </p:nvPr>
        </p:nvGrpSpPr>
        <p:grpSpPr>
          <a:xfrm>
            <a:off x="5227157" y="1844355"/>
            <a:ext cx="1728192" cy="605998"/>
            <a:chOff x="5231904" y="1742380"/>
            <a:chExt cx="1728192" cy="605998"/>
          </a:xfrm>
        </p:grpSpPr>
        <p:sp>
          <p:nvSpPr>
            <p:cNvPr id="9" name="觅知网-不倒翁ID:189359941"/>
            <p:cNvSpPr/>
            <p:nvPr/>
          </p:nvSpPr>
          <p:spPr>
            <a:xfrm>
              <a:off x="5231904" y="1742380"/>
              <a:ext cx="1728192" cy="5232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itchFamily="34" charset="-122"/>
                <a:ea typeface="微软雅黑" pitchFamily="34" charset="-122"/>
                <a:cs typeface="思源黑体 CN Regular" panose="020B0500000000000000" charset="-122"/>
              </a:endParaRPr>
            </a:p>
          </p:txBody>
        </p:sp>
        <p:sp>
          <p:nvSpPr>
            <p:cNvPr id="10" name="觅知网-不倒翁ID:189359941"/>
            <p:cNvSpPr/>
            <p:nvPr/>
          </p:nvSpPr>
          <p:spPr>
            <a:xfrm flipV="1">
              <a:off x="6041390" y="2254223"/>
              <a:ext cx="109220" cy="94155"/>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itchFamily="34" charset="-122"/>
                <a:ea typeface="微软雅黑" pitchFamily="34" charset="-122"/>
                <a:cs typeface="思源黑体 CN Regular" panose="020B0500000000000000" charset="-122"/>
              </a:endParaRPr>
            </a:p>
          </p:txBody>
        </p:sp>
      </p:grpSp>
      <p:sp>
        <p:nvSpPr>
          <p:cNvPr id="11" name="觅知网-不倒翁ID:189359941"/>
          <p:cNvSpPr txBox="1"/>
          <p:nvPr>
            <p:custDataLst>
              <p:tags r:id="rId3"/>
            </p:custDataLst>
          </p:nvPr>
        </p:nvSpPr>
        <p:spPr>
          <a:xfrm>
            <a:off x="2772020" y="2659883"/>
            <a:ext cx="6647974" cy="120032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7200" dirty="0">
                <a:solidFill>
                  <a:schemeClr val="accent1"/>
                </a:solidFill>
                <a:latin typeface="思源宋体 CN Heavy" panose="02020900000000000000" charset="-122"/>
                <a:ea typeface="思源宋体 CN Heavy" panose="02020900000000000000" charset="-122"/>
                <a:cs typeface="+mn-ea"/>
                <a:sym typeface="+mn-lt"/>
              </a:rPr>
              <a:t>研究方法与实现</a:t>
            </a:r>
          </a:p>
        </p:txBody>
      </p:sp>
      <p:sp>
        <p:nvSpPr>
          <p:cNvPr id="12" name="觅知网-不倒翁ID:189359941"/>
          <p:cNvSpPr txBox="1"/>
          <p:nvPr/>
        </p:nvSpPr>
        <p:spPr>
          <a:xfrm>
            <a:off x="5383367" y="1880058"/>
            <a:ext cx="1415772" cy="46166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2400" dirty="0">
                <a:solidFill>
                  <a:schemeClr val="bg1"/>
                </a:solidFill>
                <a:latin typeface="+mj-ea"/>
                <a:ea typeface="+mj-ea"/>
                <a:cs typeface="思源黑体 CN Regular" panose="020B0500000000000000" charset="-122"/>
              </a:rPr>
              <a:t>第三部分</a:t>
            </a:r>
          </a:p>
        </p:txBody>
      </p:sp>
      <p:cxnSp>
        <p:nvCxnSpPr>
          <p:cNvPr id="18" name="觅知网-不倒翁ID:189359941"/>
          <p:cNvCxnSpPr/>
          <p:nvPr>
            <p:custDataLst>
              <p:tags r:id="rId4"/>
            </p:custDataLst>
          </p:nvPr>
        </p:nvCxnSpPr>
        <p:spPr>
          <a:xfrm>
            <a:off x="2964215" y="3911559"/>
            <a:ext cx="625407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 name="觅知网-不倒翁ID:189359941"/>
          <p:cNvSpPr/>
          <p:nvPr/>
        </p:nvSpPr>
        <p:spPr bwMode="auto">
          <a:xfrm>
            <a:off x="323" y="5511138"/>
            <a:ext cx="12191677" cy="1346862"/>
          </a:xfrm>
          <a:custGeom>
            <a:avLst/>
            <a:gdLst>
              <a:gd name="connsiteX0" fmla="*/ 12191677 w 12191677"/>
              <a:gd name="connsiteY0" fmla="*/ 0 h 1346862"/>
              <a:gd name="connsiteX1" fmla="*/ 12191677 w 12191677"/>
              <a:gd name="connsiteY1" fmla="*/ 1346862 h 1346862"/>
              <a:gd name="connsiteX2" fmla="*/ 0 w 12191677"/>
              <a:gd name="connsiteY2" fmla="*/ 1346862 h 1346862"/>
              <a:gd name="connsiteX3" fmla="*/ 0 w 12191677"/>
              <a:gd name="connsiteY3" fmla="*/ 42381 h 1346862"/>
              <a:gd name="connsiteX4" fmla="*/ 11935898 w 12191677"/>
              <a:gd name="connsiteY4" fmla="*/ 70915 h 13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1677" h="1346862">
                <a:moveTo>
                  <a:pt x="12191677" y="0"/>
                </a:moveTo>
                <a:lnTo>
                  <a:pt x="12191677" y="1346862"/>
                </a:lnTo>
                <a:lnTo>
                  <a:pt x="0" y="1346862"/>
                </a:lnTo>
                <a:lnTo>
                  <a:pt x="0" y="42381"/>
                </a:lnTo>
                <a:cubicBezTo>
                  <a:pt x="3090122" y="758737"/>
                  <a:pt x="8949245" y="844902"/>
                  <a:pt x="11935898" y="70915"/>
                </a:cubicBezTo>
                <a:close/>
              </a:path>
            </a:pathLst>
          </a:custGeom>
          <a:solidFill>
            <a:srgbClr val="344778"/>
          </a:solidFill>
          <a:ln w="25400" cap="flat" cmpd="sng" algn="ctr">
            <a:noFill/>
            <a:prstDash val="solid"/>
          </a:ln>
          <a:effectLst/>
        </p:spPr>
        <p:txBody>
          <a:bodyPr wrap="square" rtlCol="0" anchor="ctr">
            <a:noAutofit/>
          </a:bodyPr>
          <a:lstStyle/>
          <a:p>
            <a:pPr marL="0" marR="0" lvl="0" indent="0" algn="ctr" defTabSz="866775" rtl="0" eaLnBrk="1" fontAlgn="base" latinLnBrk="0" hangingPunct="1">
              <a:lnSpc>
                <a:spcPct val="100000"/>
              </a:lnSpc>
              <a:spcBef>
                <a:spcPct val="0"/>
              </a:spcBef>
              <a:spcAft>
                <a:spcPct val="0"/>
              </a:spcAft>
              <a:buClrTx/>
              <a:buSzTx/>
              <a:buFontTx/>
              <a:buNone/>
              <a:defRPr/>
            </a:pPr>
            <a:endParaRPr kumimoji="0" lang="zh-CN" altLang="en-US" sz="1705"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nodeType="withEffect">
                                  <p:stCondLst>
                                    <p:cond delay="0"/>
                                  </p:stCondLst>
                                  <p:iterate type="lt">
                                    <p:tmPct val="10000"/>
                                  </p:iterate>
                                  <p:childTnLst>
                                    <p:set>
                                      <p:cBhvr>
                                        <p:cTn id="6" dur="1" fill="hold">
                                          <p:stCondLst>
                                            <p:cond delay="0"/>
                                          </p:stCondLst>
                                        </p:cTn>
                                        <p:tgtEl>
                                          <p:spTgt spid="15"/>
                                        </p:tgtEl>
                                        <p:attrNameLst>
                                          <p:attrName>style.visibility</p:attrName>
                                        </p:attrNameLst>
                                      </p:cBhvr>
                                      <p:to>
                                        <p:strVal val="visible"/>
                                      </p:to>
                                    </p:set>
                                    <p:anim to="" calcmode="lin" valueType="num">
                                      <p:cBhvr>
                                        <p:cTn id="7" dur="500" fill="hold">
                                          <p:stCondLst>
                                            <p:cond delay="0"/>
                                          </p:stCondLst>
                                        </p:cTn>
                                        <p:tgtEl>
                                          <p:spTgt spid="15"/>
                                        </p:tgtEl>
                                        <p:attrNameLst>
                                          <p:attrName>ppt_x</p:attrName>
                                        </p:attrNameLst>
                                      </p:cBhvr>
                                      <p:tavLst>
                                        <p:tav tm="0" fmla="$">
                                          <p:val>
                                            <p:strVal val="#ppt_x"/>
                                          </p:val>
                                        </p:tav>
                                        <p:tav tm="100000" fmla="$">
                                          <p:val>
                                            <p:strVal val="#ppt_x"/>
                                          </p:val>
                                        </p:tav>
                                      </p:tavLst>
                                    </p:anim>
                                    <p:anim to="" calcmode="lin" valueType="num">
                                      <p:cBhvr>
                                        <p:cTn id="8" dur="500" fill="hold">
                                          <p:stCondLst>
                                            <p:cond delay="0"/>
                                          </p:stCondLst>
                                        </p:cTn>
                                        <p:tgtEl>
                                          <p:spTgt spid="15"/>
                                        </p:tgtEl>
                                        <p:attrNameLst>
                                          <p:attrName>ppt_y</p:attrName>
                                        </p:attrNameLst>
                                      </p:cBhvr>
                                      <p:tavLst>
                                        <p:tav tm="0" fmla="$">
                                          <p:val>
                                            <p:strVal val="1+#ppt_h/2"/>
                                          </p:val>
                                        </p:tav>
                                        <p:tav tm="100000" fmla="$">
                                          <p:val>
                                            <p:strVal val="#ppt_y"/>
                                          </p:val>
                                        </p:tav>
                                      </p:tavLst>
                                    </p:anim>
                                  </p:childTnLst>
                                </p:cTn>
                              </p:par>
                              <p:par>
                                <p:cTn id="9" presetID="10" presetClass="entr" presetSubtype="0" decel="100000" fill="hold" nodeType="withEffect">
                                  <p:stCondLst>
                                    <p:cond delay="500"/>
                                  </p:stCondLst>
                                  <p:childTnLst>
                                    <p:set>
                                      <p:cBhvr>
                                        <p:cTn id="10" dur="1" fill="hold">
                                          <p:stCondLst>
                                            <p:cond delay="0"/>
                                          </p:stCondLst>
                                        </p:cTn>
                                        <p:tgtEl>
                                          <p:spTgt spid="8"/>
                                        </p:tgtEl>
                                        <p:attrNameLst>
                                          <p:attrName>style.visibility</p:attrName>
                                        </p:attrNameLst>
                                      </p:cBhvr>
                                      <p:to>
                                        <p:strVal val="visible"/>
                                      </p:to>
                                    </p:set>
                                    <p:anim to="" calcmode="lin" valueType="num">
                                      <p:cBhvr>
                                        <p:cTn id="11" dur="500" fill="hold">
                                          <p:stCondLst>
                                            <p:cond delay="0"/>
                                          </p:stCondLst>
                                        </p:cTn>
                                        <p:tgtEl>
                                          <p:spTgt spid="8"/>
                                        </p:tgtEl>
                                        <p:attrNameLst>
                                          <p:attrName>ppt_w</p:attrName>
                                        </p:attrNameLst>
                                      </p:cBhvr>
                                      <p:tavLst>
                                        <p:tav tm="0" fmla="$">
                                          <p:val>
                                            <p:fltVal val="0"/>
                                          </p:val>
                                        </p:tav>
                                        <p:tav tm="100000" fmla="$">
                                          <p:val>
                                            <p:strVal val="#ppt_w"/>
                                          </p:val>
                                        </p:tav>
                                      </p:tavLst>
                                    </p:anim>
                                    <p:anim to="" calcmode="lin" valueType="num">
                                      <p:cBhvr>
                                        <p:cTn id="12" dur="500" fill="hold">
                                          <p:stCondLst>
                                            <p:cond delay="0"/>
                                          </p:stCondLst>
                                        </p:cTn>
                                        <p:tgtEl>
                                          <p:spTgt spid="8"/>
                                        </p:tgtEl>
                                        <p:attrNameLst>
                                          <p:attrName>ppt_h</p:attrName>
                                        </p:attrNameLst>
                                      </p:cBhvr>
                                      <p:tavLst>
                                        <p:tav tm="0" fmla="$">
                                          <p:val>
                                            <p:fltVal val="0"/>
                                          </p:val>
                                        </p:tav>
                                        <p:tav tm="100000" fmla="$">
                                          <p:val>
                                            <p:strVal val="#ppt_h"/>
                                          </p:val>
                                        </p:tav>
                                      </p:tavLst>
                                    </p:anim>
                                    <p:anim from="0" to="1" calcmode="lin" valueType="num">
                                      <p:cBhvr>
                                        <p:cTn id="13" dur="500" fill="hold">
                                          <p:stCondLst>
                                            <p:cond delay="0"/>
                                          </p:stCondLst>
                                        </p:cTn>
                                        <p:tgtEl>
                                          <p:spTgt spid="8"/>
                                        </p:tgtEl>
                                        <p:attrNameLst>
                                          <p:attrName>style.opacity</p:attrName>
                                        </p:attrNameLst>
                                      </p:cBhvr>
                                    </p:anim>
                                  </p:childTnLst>
                                </p:cTn>
                              </p:par>
                              <p:par>
                                <p:cTn id="14" presetID="10" presetClass="entr" presetSubtype="0" fill="hold" grpId="0" nodeType="withEffect">
                                  <p:stCondLst>
                                    <p:cond delay="250"/>
                                  </p:stCondLst>
                                  <p:iterate type="lt">
                                    <p:tmPct val="10000"/>
                                  </p:iterate>
                                  <p:childTnLst>
                                    <p:set>
                                      <p:cBhvr>
                                        <p:cTn id="15" dur="1" fill="hold">
                                          <p:stCondLst>
                                            <p:cond delay="0"/>
                                          </p:stCondLst>
                                        </p:cTn>
                                        <p:tgtEl>
                                          <p:spTgt spid="11"/>
                                        </p:tgtEl>
                                        <p:attrNameLst>
                                          <p:attrName>style.visibility</p:attrName>
                                        </p:attrNameLst>
                                      </p:cBhvr>
                                      <p:to>
                                        <p:strVal val="visible"/>
                                      </p:to>
                                    </p:set>
                                    <p:anim to="" calcmode="lin" valueType="num">
                                      <p:cBhvr>
                                        <p:cTn id="16" dur="750" fill="hold">
                                          <p:stCondLst>
                                            <p:cond delay="0"/>
                                          </p:stCondLst>
                                        </p:cTn>
                                        <p:tgtEl>
                                          <p:spTgt spid="11"/>
                                        </p:tgtEl>
                                        <p:attrNameLst>
                                          <p:attrName>ppt_h</p:attrName>
                                        </p:attrNameLst>
                                      </p:cBhvr>
                                      <p:tavLst>
                                        <p:tav tm="0" fmla="(1+min((1.5/#ppt_h),(1.5/#ppt_w))*((1-$)^7))*#ppt_h">
                                          <p:val>
                                            <p:fltVal val="0"/>
                                          </p:val>
                                        </p:tav>
                                        <p:tav tm="100000" fmla="$">
                                          <p:val>
                                            <p:fltVal val="1"/>
                                          </p:val>
                                        </p:tav>
                                      </p:tavLst>
                                    </p:anim>
                                    <p:anim to="" calcmode="lin" valueType="num">
                                      <p:cBhvr>
                                        <p:cTn id="17" dur="750" fill="hold">
                                          <p:stCondLst>
                                            <p:cond delay="0"/>
                                          </p:stCondLst>
                                        </p:cTn>
                                        <p:tgtEl>
                                          <p:spTgt spid="11"/>
                                        </p:tgtEl>
                                        <p:attrNameLst>
                                          <p:attrName>ppt_w</p:attrName>
                                        </p:attrNameLst>
                                      </p:cBhvr>
                                      <p:tavLst>
                                        <p:tav tm="0" fmla="(1+min((1.5/#ppt_h),(1.5/#ppt_w))*((1-$)^7))*#ppt_w">
                                          <p:val>
                                            <p:fltVal val="0"/>
                                          </p:val>
                                        </p:tav>
                                        <p:tav tm="100000" fmla="(1+min((2/#ppt_h),(2/#ppt_w))*((1-$)^7))*#ppt_w">
                                          <p:val>
                                            <p:fltVal val="1"/>
                                          </p:val>
                                        </p:tav>
                                      </p:tavLst>
                                    </p:anim>
                                    <p:anim to="" calcmode="lin" valueType="num">
                                      <p:cBhvr>
                                        <p:cTn id="18" dur="400" fill="hold">
                                          <p:stCondLst>
                                            <p:cond delay="0"/>
                                          </p:stCondLst>
                                        </p:cTn>
                                        <p:tgtEl>
                                          <p:spTgt spid="11"/>
                                        </p:tgtEl>
                                        <p:attrNameLst>
                                          <p:attrName>style.opacity</p:attrName>
                                        </p:attrNameLst>
                                      </p:cBhvr>
                                      <p:tavLst>
                                        <p:tav tm="0" fmla="1-(1-$)">
                                          <p:val>
                                            <p:fltVal val="0"/>
                                          </p:val>
                                        </p:tav>
                                        <p:tav tm="100000" fmla="1-(1-$)">
                                          <p:val>
                                            <p:fltVal val="1"/>
                                          </p:val>
                                        </p:tav>
                                      </p:tavLst>
                                    </p:anim>
                                  </p:childTnLst>
                                </p:cTn>
                              </p:par>
                              <p:par>
                                <p:cTn id="19" presetID="0" presetClass="entr" presetSubtype="0" decel="100000" fill="hold" nodeType="withEffect">
                                  <p:stCondLst>
                                    <p:cond delay="750"/>
                                  </p:stCondLst>
                                  <p:childTnLst>
                                    <p:set>
                                      <p:cBhvr>
                                        <p:cTn id="20" dur="1" fill="hold">
                                          <p:stCondLst>
                                            <p:cond delay="0"/>
                                          </p:stCondLst>
                                        </p:cTn>
                                        <p:tgtEl>
                                          <p:spTgt spid="18"/>
                                        </p:tgtEl>
                                        <p:attrNameLst>
                                          <p:attrName>style.visibility</p:attrName>
                                        </p:attrNameLst>
                                      </p:cBhvr>
                                      <p:to>
                                        <p:strVal val="visible"/>
                                      </p:to>
                                    </p:set>
                                    <p:anim from="0" to="1" calcmode="lin" valueType="num">
                                      <p:cBhvr>
                                        <p:cTn id="21" dur="500" fill="hold">
                                          <p:stCondLst>
                                            <p:cond delay="0"/>
                                          </p:stCondLst>
                                        </p:cTn>
                                        <p:tgtEl>
                                          <p:spTgt spid="18"/>
                                        </p:tgtEl>
                                        <p:attrNameLst>
                                          <p:attrName>style.opacity</p:attrName>
                                        </p:attrNameLst>
                                      </p:cBhvr>
                                    </p:anim>
                                    <p:anim to="" calcmode="lin" valueType="num">
                                      <p:cBhvr>
                                        <p:cTn id="22" dur="500" fill="hold">
                                          <p:stCondLst>
                                            <p:cond delay="0"/>
                                          </p:stCondLst>
                                        </p:cTn>
                                        <p:tgtEl>
                                          <p:spTgt spid="18"/>
                                        </p:tgtEl>
                                        <p:attrNameLst>
                                          <p:attrName>ppt_y</p:attrName>
                                        </p:attrNameLst>
                                      </p:cBhvr>
                                      <p:tavLst>
                                        <p:tav tm="0" fmla="$">
                                          <p:val>
                                            <p:strVal val="#ppt_y-.05"/>
                                          </p:val>
                                        </p:tav>
                                        <p:tav tm="100000" fmla="$">
                                          <p:val>
                                            <p:strVal val="#ppt_y"/>
                                          </p:val>
                                        </p:tav>
                                      </p:tavLst>
                                    </p:anim>
                                  </p:childTnLst>
                                </p:cTn>
                              </p:par>
                              <p:par>
                                <p:cTn id="23" presetID="10" presetClass="entr" presetSubtype="0" decel="100000" fill="hold" grpId="0" nodeType="withEffect">
                                  <p:stCondLst>
                                    <p:cond delay="500"/>
                                  </p:stCondLst>
                                  <p:childTnLst>
                                    <p:set>
                                      <p:cBhvr>
                                        <p:cTn id="24" dur="1" fill="hold">
                                          <p:stCondLst>
                                            <p:cond delay="0"/>
                                          </p:stCondLst>
                                        </p:cTn>
                                        <p:tgtEl>
                                          <p:spTgt spid="12"/>
                                        </p:tgtEl>
                                        <p:attrNameLst>
                                          <p:attrName>style.visibility</p:attrName>
                                        </p:attrNameLst>
                                      </p:cBhvr>
                                      <p:to>
                                        <p:strVal val="visible"/>
                                      </p:to>
                                    </p:set>
                                    <p:anim to="" calcmode="lin" valueType="num">
                                      <p:cBhvr>
                                        <p:cTn id="25" dur="500" fill="hold">
                                          <p:stCondLst>
                                            <p:cond delay="0"/>
                                          </p:stCondLst>
                                        </p:cTn>
                                        <p:tgtEl>
                                          <p:spTgt spid="12"/>
                                        </p:tgtEl>
                                        <p:attrNameLst>
                                          <p:attrName>ppt_w</p:attrName>
                                        </p:attrNameLst>
                                      </p:cBhvr>
                                      <p:tavLst>
                                        <p:tav tm="0" fmla="$">
                                          <p:val>
                                            <p:fltVal val="0"/>
                                          </p:val>
                                        </p:tav>
                                        <p:tav tm="100000" fmla="$">
                                          <p:val>
                                            <p:strVal val="#ppt_w"/>
                                          </p:val>
                                        </p:tav>
                                      </p:tavLst>
                                    </p:anim>
                                    <p:anim to="" calcmode="lin" valueType="num">
                                      <p:cBhvr>
                                        <p:cTn id="26" dur="500" fill="hold">
                                          <p:stCondLst>
                                            <p:cond delay="0"/>
                                          </p:stCondLst>
                                        </p:cTn>
                                        <p:tgtEl>
                                          <p:spTgt spid="12"/>
                                        </p:tgtEl>
                                        <p:attrNameLst>
                                          <p:attrName>ppt_h</p:attrName>
                                        </p:attrNameLst>
                                      </p:cBhvr>
                                      <p:tavLst>
                                        <p:tav tm="0" fmla="$">
                                          <p:val>
                                            <p:fltVal val="0"/>
                                          </p:val>
                                        </p:tav>
                                        <p:tav tm="100000" fmla="$">
                                          <p:val>
                                            <p:strVal val="#ppt_h"/>
                                          </p:val>
                                        </p:tav>
                                      </p:tavLst>
                                    </p:anim>
                                    <p:anim from="0" to="1" calcmode="lin" valueType="num">
                                      <p:cBhvr>
                                        <p:cTn id="27" dur="500" fill="hold">
                                          <p:stCondLst>
                                            <p:cond delay="0"/>
                                          </p:stCondLst>
                                        </p:cTn>
                                        <p:tgtEl>
                                          <p:spTgt spid="12"/>
                                        </p:tgtEl>
                                        <p:attrNameLst>
                                          <p:attrName>style.opacity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觅知网-不倒翁ID:189359941"/>
          <p:cNvSpPr txBox="1"/>
          <p:nvPr/>
        </p:nvSpPr>
        <p:spPr>
          <a:xfrm>
            <a:off x="557987" y="554591"/>
            <a:ext cx="4600135" cy="584775"/>
          </a:xfrm>
          <a:prstGeom prst="rect">
            <a:avLst/>
          </a:prstGeom>
          <a:noFill/>
        </p:spPr>
        <p:txBody>
          <a:bodyPr wrap="square" rtlCol="0">
            <a:spAutoFit/>
          </a:bodyPr>
          <a:lstStyle/>
          <a:p>
            <a:r>
              <a:rPr lang="zh-CN" altLang="en-US" sz="3200" dirty="0">
                <a:solidFill>
                  <a:schemeClr val="accent1"/>
                </a:solidFill>
                <a:latin typeface="+mj-ea"/>
                <a:ea typeface="+mj-ea"/>
                <a:cs typeface="思源黑体 CN Regular" panose="020B0500000000000000" charset="-122"/>
              </a:rPr>
              <a:t>模型结构</a:t>
            </a:r>
          </a:p>
        </p:txBody>
      </p:sp>
      <p:sp>
        <p:nvSpPr>
          <p:cNvPr id="19" name="觅知网-不倒翁ID:189359941"/>
          <p:cNvSpPr/>
          <p:nvPr/>
        </p:nvSpPr>
        <p:spPr>
          <a:xfrm>
            <a:off x="672917" y="1144775"/>
            <a:ext cx="1754511" cy="119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itchFamily="34" charset="-122"/>
              <a:ea typeface="微软雅黑" pitchFamily="34" charset="-122"/>
              <a:cs typeface="思源黑体 CN Regular" panose="020B0500000000000000" charset="-122"/>
            </a:endParaRPr>
          </a:p>
        </p:txBody>
      </p:sp>
      <p:cxnSp>
        <p:nvCxnSpPr>
          <p:cNvPr id="20" name="觅知网-不倒翁ID:189359941"/>
          <p:cNvCxnSpPr/>
          <p:nvPr/>
        </p:nvCxnSpPr>
        <p:spPr>
          <a:xfrm>
            <a:off x="2427425" y="1201832"/>
            <a:ext cx="9058800"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2" name="图片 41">
            <a:extLst>
              <a:ext uri="{FF2B5EF4-FFF2-40B4-BE49-F238E27FC236}">
                <a16:creationId xmlns:a16="http://schemas.microsoft.com/office/drawing/2014/main" id="{FC8D7138-A3AB-AEF7-D660-A1A5FCA6C6EA}"/>
              </a:ext>
            </a:extLst>
          </p:cNvPr>
          <p:cNvPicPr>
            <a:picLocks noChangeAspect="1"/>
          </p:cNvPicPr>
          <p:nvPr/>
        </p:nvPicPr>
        <p:blipFill>
          <a:blip r:embed="rId3"/>
          <a:stretch>
            <a:fillRect/>
          </a:stretch>
        </p:blipFill>
        <p:spPr>
          <a:xfrm>
            <a:off x="911424" y="2629050"/>
            <a:ext cx="9937104" cy="3084175"/>
          </a:xfrm>
          <a:prstGeom prst="rect">
            <a:avLst/>
          </a:prstGeom>
        </p:spPr>
      </p:pic>
      <p:sp>
        <p:nvSpPr>
          <p:cNvPr id="43" name="文本框 42">
            <a:extLst>
              <a:ext uri="{FF2B5EF4-FFF2-40B4-BE49-F238E27FC236}">
                <a16:creationId xmlns:a16="http://schemas.microsoft.com/office/drawing/2014/main" id="{48972029-511A-934F-61E9-4895232496D0}"/>
              </a:ext>
            </a:extLst>
          </p:cNvPr>
          <p:cNvSpPr txBox="1"/>
          <p:nvPr/>
        </p:nvSpPr>
        <p:spPr>
          <a:xfrm>
            <a:off x="672917" y="1484784"/>
            <a:ext cx="10813308" cy="646331"/>
          </a:xfrm>
          <a:prstGeom prst="rect">
            <a:avLst/>
          </a:prstGeom>
          <a:noFill/>
        </p:spPr>
        <p:txBody>
          <a:bodyPr wrap="square" rtlCol="0">
            <a:spAutoFit/>
          </a:bodyPr>
          <a:lstStyle/>
          <a:p>
            <a:r>
              <a:rPr lang="zh-CN" altLang="en-US" dirty="0"/>
              <a:t>模型的计算主要包括扩展位置编码、车辆与地图信息的特征拼接；随后进入</a:t>
            </a:r>
            <a:r>
              <a:rPr lang="en-US" altLang="zh-CN" dirty="0"/>
              <a:t>transformer</a:t>
            </a:r>
            <a:r>
              <a:rPr lang="zh-CN" altLang="en-US" dirty="0"/>
              <a:t>编码层，最终由轨迹解码模块负责最终的输出</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0"/>
                                  </p:stCondLst>
                                  <p:iterate type="lt">
                                    <p:tmPct val="10000"/>
                                  </p:iterate>
                                  <p:childTnLst>
                                    <p:set>
                                      <p:cBhvr>
                                        <p:cTn id="6" dur="1" fill="hold">
                                          <p:stCondLst>
                                            <p:cond delay="0"/>
                                          </p:stCondLst>
                                        </p:cTn>
                                        <p:tgtEl>
                                          <p:spTgt spid="18"/>
                                        </p:tgtEl>
                                        <p:attrNameLst>
                                          <p:attrName>style.visibility</p:attrName>
                                        </p:attrNameLst>
                                      </p:cBhvr>
                                      <p:to>
                                        <p:strVal val="visible"/>
                                      </p:to>
                                    </p:set>
                                    <p:anim from="0" to="1" calcmode="lin" valueType="num">
                                      <p:cBhvr>
                                        <p:cTn id="7" dur="500" fill="hold">
                                          <p:stCondLst>
                                            <p:cond delay="0"/>
                                          </p:stCondLst>
                                        </p:cTn>
                                        <p:tgtEl>
                                          <p:spTgt spid="18"/>
                                        </p:tgtEl>
                                        <p:attrNameLst>
                                          <p:attrName>style.opacity</p:attrName>
                                        </p:attrNameLst>
                                      </p:cBhvr>
                                    </p:anim>
                                    <p:anim to="" calcmode="lin" valueType="num">
                                      <p:cBhvr>
                                        <p:cTn id="8" dur="500" fill="hold">
                                          <p:stCondLst>
                                            <p:cond delay="0"/>
                                          </p:stCondLst>
                                        </p:cTn>
                                        <p:tgtEl>
                                          <p:spTgt spid="18"/>
                                        </p:tgtEl>
                                        <p:attrNameLst>
                                          <p:attrName>ppt_y</p:attrName>
                                        </p:attrNameLst>
                                      </p:cBhvr>
                                      <p:tavLst>
                                        <p:tav tm="0" fmla="$">
                                          <p:val>
                                            <p:strVal val="#ppt_y+.05"/>
                                          </p:val>
                                        </p:tav>
                                        <p:tav tm="100000" fmla="$">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觅知网-不倒翁ID:189359941"/>
          <p:cNvSpPr txBox="1"/>
          <p:nvPr>
            <p:custDataLst>
              <p:tags r:id="rId1"/>
            </p:custDataLst>
          </p:nvPr>
        </p:nvSpPr>
        <p:spPr>
          <a:xfrm>
            <a:off x="557987" y="554591"/>
            <a:ext cx="4600135" cy="584775"/>
          </a:xfrm>
          <a:prstGeom prst="rect">
            <a:avLst/>
          </a:prstGeom>
          <a:noFill/>
        </p:spPr>
        <p:txBody>
          <a:bodyPr wrap="square" rtlCol="0">
            <a:spAutoFit/>
          </a:bodyPr>
          <a:lstStyle/>
          <a:p>
            <a:r>
              <a:rPr lang="zh-CN" altLang="en-US" sz="3200" dirty="0">
                <a:solidFill>
                  <a:schemeClr val="accent1"/>
                </a:solidFill>
                <a:latin typeface="+mj-ea"/>
                <a:ea typeface="+mj-ea"/>
                <a:cs typeface="思源黑体 CN Regular" panose="020B0500000000000000" charset="-122"/>
              </a:rPr>
              <a:t>损失函数</a:t>
            </a:r>
          </a:p>
        </p:txBody>
      </p:sp>
      <p:sp>
        <p:nvSpPr>
          <p:cNvPr id="19" name="觅知网-不倒翁ID:189359941"/>
          <p:cNvSpPr/>
          <p:nvPr/>
        </p:nvSpPr>
        <p:spPr>
          <a:xfrm>
            <a:off x="672917" y="1144775"/>
            <a:ext cx="1754511" cy="119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itchFamily="34" charset="-122"/>
              <a:ea typeface="微软雅黑" pitchFamily="34" charset="-122"/>
              <a:cs typeface="思源黑体 CN Regular" panose="020B0500000000000000" charset="-122"/>
            </a:endParaRPr>
          </a:p>
        </p:txBody>
      </p:sp>
      <p:cxnSp>
        <p:nvCxnSpPr>
          <p:cNvPr id="20" name="觅知网-不倒翁ID:189359941"/>
          <p:cNvCxnSpPr/>
          <p:nvPr/>
        </p:nvCxnSpPr>
        <p:spPr>
          <a:xfrm>
            <a:off x="2427425" y="1201832"/>
            <a:ext cx="9058800"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38" name="觅知网-不倒翁ID:189359941"/>
          <p:cNvSpPr/>
          <p:nvPr/>
        </p:nvSpPr>
        <p:spPr>
          <a:xfrm>
            <a:off x="903310" y="2042150"/>
            <a:ext cx="289215" cy="234094"/>
          </a:xfrm>
          <a:custGeom>
            <a:avLst/>
            <a:gdLst>
              <a:gd name="connsiteX0" fmla="*/ 355420 w 607568"/>
              <a:gd name="connsiteY0" fmla="*/ 250307 h 491771"/>
              <a:gd name="connsiteX1" fmla="*/ 352312 w 607568"/>
              <a:gd name="connsiteY1" fmla="*/ 251812 h 491771"/>
              <a:gd name="connsiteX2" fmla="*/ 321042 w 607568"/>
              <a:gd name="connsiteY2" fmla="*/ 289814 h 491771"/>
              <a:gd name="connsiteX3" fmla="*/ 321513 w 607568"/>
              <a:gd name="connsiteY3" fmla="*/ 295364 h 491771"/>
              <a:gd name="connsiteX4" fmla="*/ 369736 w 607568"/>
              <a:gd name="connsiteY4" fmla="*/ 338257 h 491771"/>
              <a:gd name="connsiteX5" fmla="*/ 371997 w 607568"/>
              <a:gd name="connsiteY5" fmla="*/ 339104 h 491771"/>
              <a:gd name="connsiteX6" fmla="*/ 373127 w 607568"/>
              <a:gd name="connsiteY6" fmla="*/ 338916 h 491771"/>
              <a:gd name="connsiteX7" fmla="*/ 375293 w 607568"/>
              <a:gd name="connsiteY7" fmla="*/ 336282 h 491771"/>
              <a:gd name="connsiteX8" fmla="*/ 383676 w 607568"/>
              <a:gd name="connsiteY8" fmla="*/ 279467 h 491771"/>
              <a:gd name="connsiteX9" fmla="*/ 376424 w 607568"/>
              <a:gd name="connsiteY9" fmla="*/ 263287 h 491771"/>
              <a:gd name="connsiteX10" fmla="*/ 357681 w 607568"/>
              <a:gd name="connsiteY10" fmla="*/ 250965 h 491771"/>
              <a:gd name="connsiteX11" fmla="*/ 355420 w 607568"/>
              <a:gd name="connsiteY11" fmla="*/ 250307 h 491771"/>
              <a:gd name="connsiteX12" fmla="*/ 258879 w 607568"/>
              <a:gd name="connsiteY12" fmla="*/ 250307 h 491771"/>
              <a:gd name="connsiteX13" fmla="*/ 256712 w 607568"/>
              <a:gd name="connsiteY13" fmla="*/ 250965 h 491771"/>
              <a:gd name="connsiteX14" fmla="*/ 237969 w 607568"/>
              <a:gd name="connsiteY14" fmla="*/ 263287 h 491771"/>
              <a:gd name="connsiteX15" fmla="*/ 230717 w 607568"/>
              <a:gd name="connsiteY15" fmla="*/ 279467 h 491771"/>
              <a:gd name="connsiteX16" fmla="*/ 239100 w 607568"/>
              <a:gd name="connsiteY16" fmla="*/ 336282 h 491771"/>
              <a:gd name="connsiteX17" fmla="*/ 241266 w 607568"/>
              <a:gd name="connsiteY17" fmla="*/ 338916 h 491771"/>
              <a:gd name="connsiteX18" fmla="*/ 242396 w 607568"/>
              <a:gd name="connsiteY18" fmla="*/ 339104 h 491771"/>
              <a:gd name="connsiteX19" fmla="*/ 244657 w 607568"/>
              <a:gd name="connsiteY19" fmla="*/ 338257 h 491771"/>
              <a:gd name="connsiteX20" fmla="*/ 292880 w 607568"/>
              <a:gd name="connsiteY20" fmla="*/ 295364 h 491771"/>
              <a:gd name="connsiteX21" fmla="*/ 293351 w 607568"/>
              <a:gd name="connsiteY21" fmla="*/ 289814 h 491771"/>
              <a:gd name="connsiteX22" fmla="*/ 261987 w 607568"/>
              <a:gd name="connsiteY22" fmla="*/ 251812 h 491771"/>
              <a:gd name="connsiteX23" fmla="*/ 258879 w 607568"/>
              <a:gd name="connsiteY23" fmla="*/ 250307 h 491771"/>
              <a:gd name="connsiteX24" fmla="*/ 500465 w 607568"/>
              <a:gd name="connsiteY24" fmla="*/ 66049 h 491771"/>
              <a:gd name="connsiteX25" fmla="*/ 565743 w 607568"/>
              <a:gd name="connsiteY25" fmla="*/ 130673 h 491771"/>
              <a:gd name="connsiteX26" fmla="*/ 566120 w 607568"/>
              <a:gd name="connsiteY26" fmla="*/ 130673 h 491771"/>
              <a:gd name="connsiteX27" fmla="*/ 580250 w 607568"/>
              <a:gd name="connsiteY27" fmla="*/ 160962 h 491771"/>
              <a:gd name="connsiteX28" fmla="*/ 560939 w 607568"/>
              <a:gd name="connsiteY28" fmla="*/ 182503 h 491771"/>
              <a:gd name="connsiteX29" fmla="*/ 531927 w 607568"/>
              <a:gd name="connsiteY29" fmla="*/ 223799 h 491771"/>
              <a:gd name="connsiteX30" fmla="*/ 528253 w 607568"/>
              <a:gd name="connsiteY30" fmla="*/ 234240 h 491771"/>
              <a:gd name="connsiteX31" fmla="*/ 530797 w 607568"/>
              <a:gd name="connsiteY31" fmla="*/ 246281 h 491771"/>
              <a:gd name="connsiteX32" fmla="*/ 545868 w 607568"/>
              <a:gd name="connsiteY32" fmla="*/ 261143 h 491771"/>
              <a:gd name="connsiteX33" fmla="*/ 558961 w 607568"/>
              <a:gd name="connsiteY33" fmla="*/ 263777 h 491771"/>
              <a:gd name="connsiteX34" fmla="*/ 597299 w 607568"/>
              <a:gd name="connsiteY34" fmla="*/ 301968 h 491771"/>
              <a:gd name="connsiteX35" fmla="*/ 607002 w 607568"/>
              <a:gd name="connsiteY35" fmla="*/ 350788 h 491771"/>
              <a:gd name="connsiteX36" fmla="*/ 601256 w 607568"/>
              <a:gd name="connsiteY36" fmla="*/ 373835 h 491771"/>
              <a:gd name="connsiteX37" fmla="*/ 579685 w 607568"/>
              <a:gd name="connsiteY37" fmla="*/ 384088 h 491771"/>
              <a:gd name="connsiteX38" fmla="*/ 490386 w 607568"/>
              <a:gd name="connsiteY38" fmla="*/ 384088 h 491771"/>
              <a:gd name="connsiteX39" fmla="*/ 467685 w 607568"/>
              <a:gd name="connsiteY39" fmla="*/ 310058 h 491771"/>
              <a:gd name="connsiteX40" fmla="*/ 431702 w 607568"/>
              <a:gd name="connsiteY40" fmla="*/ 267445 h 491771"/>
              <a:gd name="connsiteX41" fmla="*/ 441969 w 607568"/>
              <a:gd name="connsiteY41" fmla="*/ 263777 h 491771"/>
              <a:gd name="connsiteX42" fmla="*/ 455157 w 607568"/>
              <a:gd name="connsiteY42" fmla="*/ 261237 h 491771"/>
              <a:gd name="connsiteX43" fmla="*/ 470228 w 607568"/>
              <a:gd name="connsiteY43" fmla="*/ 246281 h 491771"/>
              <a:gd name="connsiteX44" fmla="*/ 472677 w 607568"/>
              <a:gd name="connsiteY44" fmla="*/ 234240 h 491771"/>
              <a:gd name="connsiteX45" fmla="*/ 469098 w 607568"/>
              <a:gd name="connsiteY45" fmla="*/ 223893 h 491771"/>
              <a:gd name="connsiteX46" fmla="*/ 439991 w 607568"/>
              <a:gd name="connsiteY46" fmla="*/ 182503 h 491771"/>
              <a:gd name="connsiteX47" fmla="*/ 426144 w 607568"/>
              <a:gd name="connsiteY47" fmla="*/ 172720 h 491771"/>
              <a:gd name="connsiteX48" fmla="*/ 441404 w 607568"/>
              <a:gd name="connsiteY48" fmla="*/ 143278 h 491771"/>
              <a:gd name="connsiteX49" fmla="*/ 439708 w 607568"/>
              <a:gd name="connsiteY49" fmla="*/ 107438 h 491771"/>
              <a:gd name="connsiteX50" fmla="*/ 500465 w 607568"/>
              <a:gd name="connsiteY50" fmla="*/ 66049 h 491771"/>
              <a:gd name="connsiteX51" fmla="*/ 107100 w 607568"/>
              <a:gd name="connsiteY51" fmla="*/ 66049 h 491771"/>
              <a:gd name="connsiteX52" fmla="*/ 171341 w 607568"/>
              <a:gd name="connsiteY52" fmla="*/ 123618 h 491771"/>
              <a:gd name="connsiteX53" fmla="*/ 172849 w 607568"/>
              <a:gd name="connsiteY53" fmla="*/ 143278 h 491771"/>
              <a:gd name="connsiteX54" fmla="*/ 184246 w 607568"/>
              <a:gd name="connsiteY54" fmla="*/ 168205 h 491771"/>
              <a:gd name="connsiteX55" fmla="*/ 167574 w 607568"/>
              <a:gd name="connsiteY55" fmla="*/ 182503 h 491771"/>
              <a:gd name="connsiteX56" fmla="*/ 138468 w 607568"/>
              <a:gd name="connsiteY56" fmla="*/ 223799 h 491771"/>
              <a:gd name="connsiteX57" fmla="*/ 134794 w 607568"/>
              <a:gd name="connsiteY57" fmla="*/ 234240 h 491771"/>
              <a:gd name="connsiteX58" fmla="*/ 137337 w 607568"/>
              <a:gd name="connsiteY58" fmla="*/ 246281 h 491771"/>
              <a:gd name="connsiteX59" fmla="*/ 152408 w 607568"/>
              <a:gd name="connsiteY59" fmla="*/ 261143 h 491771"/>
              <a:gd name="connsiteX60" fmla="*/ 165596 w 607568"/>
              <a:gd name="connsiteY60" fmla="*/ 263777 h 491771"/>
              <a:gd name="connsiteX61" fmla="*/ 179442 w 607568"/>
              <a:gd name="connsiteY61" fmla="*/ 268856 h 491771"/>
              <a:gd name="connsiteX62" fmla="*/ 146662 w 607568"/>
              <a:gd name="connsiteY62" fmla="*/ 310058 h 491771"/>
              <a:gd name="connsiteX63" fmla="*/ 123867 w 607568"/>
              <a:gd name="connsiteY63" fmla="*/ 384088 h 491771"/>
              <a:gd name="connsiteX64" fmla="*/ 27883 w 607568"/>
              <a:gd name="connsiteY64" fmla="*/ 384088 h 491771"/>
              <a:gd name="connsiteX65" fmla="*/ 6312 w 607568"/>
              <a:gd name="connsiteY65" fmla="*/ 373835 h 491771"/>
              <a:gd name="connsiteX66" fmla="*/ 566 w 607568"/>
              <a:gd name="connsiteY66" fmla="*/ 350788 h 491771"/>
              <a:gd name="connsiteX67" fmla="*/ 10268 w 607568"/>
              <a:gd name="connsiteY67" fmla="*/ 301968 h 491771"/>
              <a:gd name="connsiteX68" fmla="*/ 48606 w 607568"/>
              <a:gd name="connsiteY68" fmla="*/ 263777 h 491771"/>
              <a:gd name="connsiteX69" fmla="*/ 61699 w 607568"/>
              <a:gd name="connsiteY69" fmla="*/ 261237 h 491771"/>
              <a:gd name="connsiteX70" fmla="*/ 76770 w 607568"/>
              <a:gd name="connsiteY70" fmla="*/ 246281 h 491771"/>
              <a:gd name="connsiteX71" fmla="*/ 79313 w 607568"/>
              <a:gd name="connsiteY71" fmla="*/ 234240 h 491771"/>
              <a:gd name="connsiteX72" fmla="*/ 75639 w 607568"/>
              <a:gd name="connsiteY72" fmla="*/ 223893 h 491771"/>
              <a:gd name="connsiteX73" fmla="*/ 46628 w 607568"/>
              <a:gd name="connsiteY73" fmla="*/ 182503 h 491771"/>
              <a:gd name="connsiteX74" fmla="*/ 27318 w 607568"/>
              <a:gd name="connsiteY74" fmla="*/ 160962 h 491771"/>
              <a:gd name="connsiteX75" fmla="*/ 41447 w 607568"/>
              <a:gd name="connsiteY75" fmla="*/ 130673 h 491771"/>
              <a:gd name="connsiteX76" fmla="*/ 41824 w 607568"/>
              <a:gd name="connsiteY76" fmla="*/ 130673 h 491771"/>
              <a:gd name="connsiteX77" fmla="*/ 107100 w 607568"/>
              <a:gd name="connsiteY77" fmla="*/ 66049 h 491771"/>
              <a:gd name="connsiteX78" fmla="*/ 298626 w 607568"/>
              <a:gd name="connsiteY78" fmla="*/ 0 h 491771"/>
              <a:gd name="connsiteX79" fmla="*/ 315956 w 607568"/>
              <a:gd name="connsiteY79" fmla="*/ 0 h 491771"/>
              <a:gd name="connsiteX80" fmla="*/ 401854 w 607568"/>
              <a:gd name="connsiteY80" fmla="*/ 85787 h 491771"/>
              <a:gd name="connsiteX81" fmla="*/ 401854 w 607568"/>
              <a:gd name="connsiteY81" fmla="*/ 95476 h 491771"/>
              <a:gd name="connsiteX82" fmla="*/ 421633 w 607568"/>
              <a:gd name="connsiteY82" fmla="*/ 138840 h 491771"/>
              <a:gd name="connsiteX83" fmla="*/ 417960 w 607568"/>
              <a:gd name="connsiteY83" fmla="*/ 149281 h 491771"/>
              <a:gd name="connsiteX84" fmla="*/ 417112 w 607568"/>
              <a:gd name="connsiteY84" fmla="*/ 151068 h 491771"/>
              <a:gd name="connsiteX85" fmla="*/ 411273 w 607568"/>
              <a:gd name="connsiteY85" fmla="*/ 159534 h 491771"/>
              <a:gd name="connsiteX86" fmla="*/ 410896 w 607568"/>
              <a:gd name="connsiteY86" fmla="*/ 159910 h 491771"/>
              <a:gd name="connsiteX87" fmla="*/ 394037 w 607568"/>
              <a:gd name="connsiteY87" fmla="*/ 169787 h 491771"/>
              <a:gd name="connsiteX88" fmla="*/ 384900 w 607568"/>
              <a:gd name="connsiteY88" fmla="*/ 189541 h 491771"/>
              <a:gd name="connsiteX89" fmla="*/ 384712 w 607568"/>
              <a:gd name="connsiteY89" fmla="*/ 189823 h 491771"/>
              <a:gd name="connsiteX90" fmla="*/ 373316 w 607568"/>
              <a:gd name="connsiteY90" fmla="*/ 207131 h 491771"/>
              <a:gd name="connsiteX91" fmla="*/ 372750 w 607568"/>
              <a:gd name="connsiteY91" fmla="*/ 207789 h 491771"/>
              <a:gd name="connsiteX92" fmla="*/ 359847 w 607568"/>
              <a:gd name="connsiteY92" fmla="*/ 222275 h 491771"/>
              <a:gd name="connsiteX93" fmla="*/ 359188 w 607568"/>
              <a:gd name="connsiteY93" fmla="*/ 222934 h 491771"/>
              <a:gd name="connsiteX94" fmla="*/ 345154 w 607568"/>
              <a:gd name="connsiteY94" fmla="*/ 234598 h 491771"/>
              <a:gd name="connsiteX95" fmla="*/ 345625 w 607568"/>
              <a:gd name="connsiteY95" fmla="*/ 236855 h 491771"/>
              <a:gd name="connsiteX96" fmla="*/ 348639 w 607568"/>
              <a:gd name="connsiteY96" fmla="*/ 235538 h 491771"/>
              <a:gd name="connsiteX97" fmla="*/ 355514 w 607568"/>
              <a:gd name="connsiteY97" fmla="*/ 234033 h 491771"/>
              <a:gd name="connsiteX98" fmla="*/ 366628 w 607568"/>
              <a:gd name="connsiteY98" fmla="*/ 237326 h 491771"/>
              <a:gd name="connsiteX99" fmla="*/ 385371 w 607568"/>
              <a:gd name="connsiteY99" fmla="*/ 249648 h 491771"/>
              <a:gd name="connsiteX100" fmla="*/ 399876 w 607568"/>
              <a:gd name="connsiteY100" fmla="*/ 279373 h 491771"/>
              <a:gd name="connsiteX101" fmla="*/ 430016 w 607568"/>
              <a:gd name="connsiteY101" fmla="*/ 289814 h 491771"/>
              <a:gd name="connsiteX102" fmla="*/ 448382 w 607568"/>
              <a:gd name="connsiteY102" fmla="*/ 316058 h 491771"/>
              <a:gd name="connsiteX103" fmla="*/ 481630 w 607568"/>
              <a:gd name="connsiteY103" fmla="*/ 424515 h 491771"/>
              <a:gd name="connsiteX104" fmla="*/ 483891 w 607568"/>
              <a:gd name="connsiteY104" fmla="*/ 436461 h 491771"/>
              <a:gd name="connsiteX105" fmla="*/ 473718 w 607568"/>
              <a:gd name="connsiteY105" fmla="*/ 470700 h 491771"/>
              <a:gd name="connsiteX106" fmla="*/ 443956 w 607568"/>
              <a:gd name="connsiteY106" fmla="*/ 490360 h 491771"/>
              <a:gd name="connsiteX107" fmla="*/ 431805 w 607568"/>
              <a:gd name="connsiteY107" fmla="*/ 491771 h 491771"/>
              <a:gd name="connsiteX108" fmla="*/ 325375 w 607568"/>
              <a:gd name="connsiteY108" fmla="*/ 491771 h 491771"/>
              <a:gd name="connsiteX109" fmla="*/ 337430 w 607568"/>
              <a:gd name="connsiteY109" fmla="*/ 415296 h 491771"/>
              <a:gd name="connsiteX110" fmla="*/ 334605 w 607568"/>
              <a:gd name="connsiteY110" fmla="*/ 389052 h 491771"/>
              <a:gd name="connsiteX111" fmla="*/ 323962 w 607568"/>
              <a:gd name="connsiteY111" fmla="*/ 360927 h 491771"/>
              <a:gd name="connsiteX112" fmla="*/ 337430 w 607568"/>
              <a:gd name="connsiteY112" fmla="*/ 347476 h 491771"/>
              <a:gd name="connsiteX113" fmla="*/ 307196 w 607568"/>
              <a:gd name="connsiteY113" fmla="*/ 317281 h 491771"/>
              <a:gd name="connsiteX114" fmla="*/ 276868 w 607568"/>
              <a:gd name="connsiteY114" fmla="*/ 347476 h 491771"/>
              <a:gd name="connsiteX115" fmla="*/ 290337 w 607568"/>
              <a:gd name="connsiteY115" fmla="*/ 360927 h 491771"/>
              <a:gd name="connsiteX116" fmla="*/ 279694 w 607568"/>
              <a:gd name="connsiteY116" fmla="*/ 389052 h 491771"/>
              <a:gd name="connsiteX117" fmla="*/ 276963 w 607568"/>
              <a:gd name="connsiteY117" fmla="*/ 415296 h 491771"/>
              <a:gd name="connsiteX118" fmla="*/ 288736 w 607568"/>
              <a:gd name="connsiteY118" fmla="*/ 491771 h 491771"/>
              <a:gd name="connsiteX119" fmla="*/ 182493 w 607568"/>
              <a:gd name="connsiteY119" fmla="*/ 491771 h 491771"/>
              <a:gd name="connsiteX120" fmla="*/ 170437 w 607568"/>
              <a:gd name="connsiteY120" fmla="*/ 490360 h 491771"/>
              <a:gd name="connsiteX121" fmla="*/ 140675 w 607568"/>
              <a:gd name="connsiteY121" fmla="*/ 470700 h 491771"/>
              <a:gd name="connsiteX122" fmla="*/ 132669 w 607568"/>
              <a:gd name="connsiteY122" fmla="*/ 424515 h 491771"/>
              <a:gd name="connsiteX123" fmla="*/ 166011 w 607568"/>
              <a:gd name="connsiteY123" fmla="*/ 316058 h 491771"/>
              <a:gd name="connsiteX124" fmla="*/ 184377 w 607568"/>
              <a:gd name="connsiteY124" fmla="*/ 289814 h 491771"/>
              <a:gd name="connsiteX125" fmla="*/ 214517 w 607568"/>
              <a:gd name="connsiteY125" fmla="*/ 279373 h 491771"/>
              <a:gd name="connsiteX126" fmla="*/ 214517 w 607568"/>
              <a:gd name="connsiteY126" fmla="*/ 279279 h 491771"/>
              <a:gd name="connsiteX127" fmla="*/ 229022 w 607568"/>
              <a:gd name="connsiteY127" fmla="*/ 249648 h 491771"/>
              <a:gd name="connsiteX128" fmla="*/ 247765 w 607568"/>
              <a:gd name="connsiteY128" fmla="*/ 237326 h 491771"/>
              <a:gd name="connsiteX129" fmla="*/ 258879 w 607568"/>
              <a:gd name="connsiteY129" fmla="*/ 234033 h 491771"/>
              <a:gd name="connsiteX130" fmla="*/ 265754 w 607568"/>
              <a:gd name="connsiteY130" fmla="*/ 235538 h 491771"/>
              <a:gd name="connsiteX131" fmla="*/ 268768 w 607568"/>
              <a:gd name="connsiteY131" fmla="*/ 236855 h 491771"/>
              <a:gd name="connsiteX132" fmla="*/ 269239 w 607568"/>
              <a:gd name="connsiteY132" fmla="*/ 234598 h 491771"/>
              <a:gd name="connsiteX133" fmla="*/ 255205 w 607568"/>
              <a:gd name="connsiteY133" fmla="*/ 222934 h 491771"/>
              <a:gd name="connsiteX134" fmla="*/ 254546 w 607568"/>
              <a:gd name="connsiteY134" fmla="*/ 222275 h 491771"/>
              <a:gd name="connsiteX135" fmla="*/ 241548 w 607568"/>
              <a:gd name="connsiteY135" fmla="*/ 207789 h 491771"/>
              <a:gd name="connsiteX136" fmla="*/ 241077 w 607568"/>
              <a:gd name="connsiteY136" fmla="*/ 207225 h 491771"/>
              <a:gd name="connsiteX137" fmla="*/ 229681 w 607568"/>
              <a:gd name="connsiteY137" fmla="*/ 189823 h 491771"/>
              <a:gd name="connsiteX138" fmla="*/ 229493 w 607568"/>
              <a:gd name="connsiteY138" fmla="*/ 189635 h 491771"/>
              <a:gd name="connsiteX139" fmla="*/ 220356 w 607568"/>
              <a:gd name="connsiteY139" fmla="*/ 169787 h 491771"/>
              <a:gd name="connsiteX140" fmla="*/ 203497 w 607568"/>
              <a:gd name="connsiteY140" fmla="*/ 159910 h 491771"/>
              <a:gd name="connsiteX141" fmla="*/ 203120 w 607568"/>
              <a:gd name="connsiteY141" fmla="*/ 159534 h 491771"/>
              <a:gd name="connsiteX142" fmla="*/ 197281 w 607568"/>
              <a:gd name="connsiteY142" fmla="*/ 151068 h 491771"/>
              <a:gd name="connsiteX143" fmla="*/ 196433 w 607568"/>
              <a:gd name="connsiteY143" fmla="*/ 149281 h 491771"/>
              <a:gd name="connsiteX144" fmla="*/ 192666 w 607568"/>
              <a:gd name="connsiteY144" fmla="*/ 138840 h 491771"/>
              <a:gd name="connsiteX145" fmla="*/ 212727 w 607568"/>
              <a:gd name="connsiteY145" fmla="*/ 95476 h 491771"/>
              <a:gd name="connsiteX146" fmla="*/ 212727 w 607568"/>
              <a:gd name="connsiteY146" fmla="*/ 85787 h 491771"/>
              <a:gd name="connsiteX147" fmla="*/ 298626 w 607568"/>
              <a:gd name="connsiteY147" fmla="*/ 0 h 49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607568" h="491771">
                <a:moveTo>
                  <a:pt x="355420" y="250307"/>
                </a:moveTo>
                <a:cubicBezTo>
                  <a:pt x="354290" y="250307"/>
                  <a:pt x="353160" y="250871"/>
                  <a:pt x="352312" y="251812"/>
                </a:cubicBezTo>
                <a:lnTo>
                  <a:pt x="321042" y="289814"/>
                </a:lnTo>
                <a:cubicBezTo>
                  <a:pt x="319723" y="291507"/>
                  <a:pt x="319912" y="293953"/>
                  <a:pt x="321513" y="295364"/>
                </a:cubicBezTo>
                <a:lnTo>
                  <a:pt x="369736" y="338257"/>
                </a:lnTo>
                <a:cubicBezTo>
                  <a:pt x="370396" y="338822"/>
                  <a:pt x="371149" y="339104"/>
                  <a:pt x="371997" y="339104"/>
                </a:cubicBezTo>
                <a:cubicBezTo>
                  <a:pt x="372374" y="339104"/>
                  <a:pt x="372750" y="339010"/>
                  <a:pt x="373127" y="338916"/>
                </a:cubicBezTo>
                <a:cubicBezTo>
                  <a:pt x="374257" y="338539"/>
                  <a:pt x="375105" y="337505"/>
                  <a:pt x="375293" y="336282"/>
                </a:cubicBezTo>
                <a:lnTo>
                  <a:pt x="383676" y="279467"/>
                </a:lnTo>
                <a:cubicBezTo>
                  <a:pt x="384618" y="273164"/>
                  <a:pt x="381792" y="266768"/>
                  <a:pt x="376424" y="263287"/>
                </a:cubicBezTo>
                <a:lnTo>
                  <a:pt x="357681" y="250965"/>
                </a:lnTo>
                <a:cubicBezTo>
                  <a:pt x="357021" y="250495"/>
                  <a:pt x="356174" y="250307"/>
                  <a:pt x="355420" y="250307"/>
                </a:cubicBezTo>
                <a:close/>
                <a:moveTo>
                  <a:pt x="258879" y="250307"/>
                </a:moveTo>
                <a:cubicBezTo>
                  <a:pt x="258125" y="250307"/>
                  <a:pt x="257372" y="250495"/>
                  <a:pt x="256712" y="250965"/>
                </a:cubicBezTo>
                <a:lnTo>
                  <a:pt x="237969" y="263287"/>
                </a:lnTo>
                <a:cubicBezTo>
                  <a:pt x="232601" y="266768"/>
                  <a:pt x="229775" y="273164"/>
                  <a:pt x="230717" y="279467"/>
                </a:cubicBezTo>
                <a:lnTo>
                  <a:pt x="239100" y="336282"/>
                </a:lnTo>
                <a:cubicBezTo>
                  <a:pt x="239288" y="337505"/>
                  <a:pt x="240136" y="338539"/>
                  <a:pt x="241266" y="338916"/>
                </a:cubicBezTo>
                <a:cubicBezTo>
                  <a:pt x="241643" y="339010"/>
                  <a:pt x="242019" y="339104"/>
                  <a:pt x="242396" y="339104"/>
                </a:cubicBezTo>
                <a:cubicBezTo>
                  <a:pt x="243244" y="339104"/>
                  <a:pt x="243997" y="338822"/>
                  <a:pt x="244657" y="338257"/>
                </a:cubicBezTo>
                <a:lnTo>
                  <a:pt x="292880" y="295364"/>
                </a:lnTo>
                <a:cubicBezTo>
                  <a:pt x="294481" y="293953"/>
                  <a:pt x="294670" y="291507"/>
                  <a:pt x="293351" y="289814"/>
                </a:cubicBezTo>
                <a:lnTo>
                  <a:pt x="261987" y="251812"/>
                </a:lnTo>
                <a:cubicBezTo>
                  <a:pt x="261233" y="250871"/>
                  <a:pt x="260103" y="250307"/>
                  <a:pt x="258879" y="250307"/>
                </a:cubicBezTo>
                <a:close/>
                <a:moveTo>
                  <a:pt x="500465" y="66049"/>
                </a:moveTo>
                <a:cubicBezTo>
                  <a:pt x="548129" y="66049"/>
                  <a:pt x="562447" y="93516"/>
                  <a:pt x="565743" y="130673"/>
                </a:cubicBezTo>
                <a:cubicBezTo>
                  <a:pt x="565932" y="130673"/>
                  <a:pt x="566026" y="130673"/>
                  <a:pt x="566120" y="130673"/>
                </a:cubicBezTo>
                <a:cubicBezTo>
                  <a:pt x="577141" y="133118"/>
                  <a:pt x="583358" y="146664"/>
                  <a:pt x="580250" y="160962"/>
                </a:cubicBezTo>
                <a:cubicBezTo>
                  <a:pt x="577706" y="172532"/>
                  <a:pt x="569700" y="180904"/>
                  <a:pt x="560939" y="182503"/>
                </a:cubicBezTo>
                <a:cubicBezTo>
                  <a:pt x="554628" y="199529"/>
                  <a:pt x="543796" y="214016"/>
                  <a:pt x="531927" y="223799"/>
                </a:cubicBezTo>
                <a:cubicBezTo>
                  <a:pt x="528913" y="226338"/>
                  <a:pt x="527500" y="230383"/>
                  <a:pt x="528253" y="234240"/>
                </a:cubicBezTo>
                <a:lnTo>
                  <a:pt x="530797" y="246281"/>
                </a:lnTo>
                <a:cubicBezTo>
                  <a:pt x="532304" y="253806"/>
                  <a:pt x="538238" y="259732"/>
                  <a:pt x="545868" y="261143"/>
                </a:cubicBezTo>
                <a:lnTo>
                  <a:pt x="558961" y="263777"/>
                </a:lnTo>
                <a:cubicBezTo>
                  <a:pt x="578366" y="267634"/>
                  <a:pt x="593437" y="282684"/>
                  <a:pt x="597299" y="301968"/>
                </a:cubicBezTo>
                <a:lnTo>
                  <a:pt x="607002" y="350788"/>
                </a:lnTo>
                <a:cubicBezTo>
                  <a:pt x="608697" y="358972"/>
                  <a:pt x="606531" y="367438"/>
                  <a:pt x="601256" y="373835"/>
                </a:cubicBezTo>
                <a:cubicBezTo>
                  <a:pt x="595981" y="380325"/>
                  <a:pt x="588068" y="384088"/>
                  <a:pt x="579685" y="384088"/>
                </a:cubicBezTo>
                <a:lnTo>
                  <a:pt x="490386" y="384088"/>
                </a:lnTo>
                <a:lnTo>
                  <a:pt x="467685" y="310058"/>
                </a:lnTo>
                <a:cubicBezTo>
                  <a:pt x="461845" y="291150"/>
                  <a:pt x="448563" y="276194"/>
                  <a:pt x="431702" y="267445"/>
                </a:cubicBezTo>
                <a:cubicBezTo>
                  <a:pt x="434999" y="265940"/>
                  <a:pt x="438295" y="264529"/>
                  <a:pt x="441969" y="263777"/>
                </a:cubicBezTo>
                <a:lnTo>
                  <a:pt x="455157" y="261237"/>
                </a:lnTo>
                <a:cubicBezTo>
                  <a:pt x="462692" y="259732"/>
                  <a:pt x="468627" y="253806"/>
                  <a:pt x="470228" y="246281"/>
                </a:cubicBezTo>
                <a:lnTo>
                  <a:pt x="472677" y="234240"/>
                </a:lnTo>
                <a:cubicBezTo>
                  <a:pt x="473525" y="230383"/>
                  <a:pt x="472112" y="226338"/>
                  <a:pt x="469098" y="223893"/>
                </a:cubicBezTo>
                <a:cubicBezTo>
                  <a:pt x="457229" y="214016"/>
                  <a:pt x="446302" y="199529"/>
                  <a:pt x="439991" y="182503"/>
                </a:cubicBezTo>
                <a:cubicBezTo>
                  <a:pt x="434716" y="181563"/>
                  <a:pt x="429818" y="177894"/>
                  <a:pt x="426144" y="172720"/>
                </a:cubicBezTo>
                <a:cubicBezTo>
                  <a:pt x="433303" y="164725"/>
                  <a:pt x="438861" y="154754"/>
                  <a:pt x="441404" y="143278"/>
                </a:cubicBezTo>
                <a:cubicBezTo>
                  <a:pt x="444324" y="130485"/>
                  <a:pt x="443476" y="118068"/>
                  <a:pt x="439708" y="107438"/>
                </a:cubicBezTo>
                <a:cubicBezTo>
                  <a:pt x="447244" y="82699"/>
                  <a:pt x="464200" y="66049"/>
                  <a:pt x="500465" y="66049"/>
                </a:cubicBezTo>
                <a:close/>
                <a:moveTo>
                  <a:pt x="107100" y="66049"/>
                </a:moveTo>
                <a:cubicBezTo>
                  <a:pt x="151561" y="66049"/>
                  <a:pt x="166820" y="90130"/>
                  <a:pt x="171341" y="123618"/>
                </a:cubicBezTo>
                <a:cubicBezTo>
                  <a:pt x="170965" y="129920"/>
                  <a:pt x="171436" y="136505"/>
                  <a:pt x="172849" y="143278"/>
                </a:cubicBezTo>
                <a:cubicBezTo>
                  <a:pt x="174921" y="152590"/>
                  <a:pt x="178971" y="161056"/>
                  <a:pt x="184246" y="168205"/>
                </a:cubicBezTo>
                <a:cubicBezTo>
                  <a:pt x="180573" y="175919"/>
                  <a:pt x="174356" y="181281"/>
                  <a:pt x="167574" y="182503"/>
                </a:cubicBezTo>
                <a:cubicBezTo>
                  <a:pt x="161263" y="199529"/>
                  <a:pt x="150336" y="214016"/>
                  <a:pt x="138468" y="223799"/>
                </a:cubicBezTo>
                <a:cubicBezTo>
                  <a:pt x="135453" y="226338"/>
                  <a:pt x="134040" y="230383"/>
                  <a:pt x="134794" y="234240"/>
                </a:cubicBezTo>
                <a:lnTo>
                  <a:pt x="137337" y="246281"/>
                </a:lnTo>
                <a:cubicBezTo>
                  <a:pt x="138939" y="253806"/>
                  <a:pt x="144873" y="259732"/>
                  <a:pt x="152408" y="261143"/>
                </a:cubicBezTo>
                <a:lnTo>
                  <a:pt x="165596" y="263777"/>
                </a:lnTo>
                <a:cubicBezTo>
                  <a:pt x="170494" y="264812"/>
                  <a:pt x="175203" y="266505"/>
                  <a:pt x="179442" y="268856"/>
                </a:cubicBezTo>
                <a:cubicBezTo>
                  <a:pt x="164088" y="277793"/>
                  <a:pt x="152126" y="292279"/>
                  <a:pt x="146662" y="310058"/>
                </a:cubicBezTo>
                <a:lnTo>
                  <a:pt x="123867" y="384088"/>
                </a:lnTo>
                <a:lnTo>
                  <a:pt x="27883" y="384088"/>
                </a:lnTo>
                <a:cubicBezTo>
                  <a:pt x="19499" y="384088"/>
                  <a:pt x="11587" y="380325"/>
                  <a:pt x="6312" y="373835"/>
                </a:cubicBezTo>
                <a:cubicBezTo>
                  <a:pt x="1037" y="367438"/>
                  <a:pt x="-1129" y="358972"/>
                  <a:pt x="566" y="350788"/>
                </a:cubicBezTo>
                <a:lnTo>
                  <a:pt x="10268" y="301968"/>
                </a:lnTo>
                <a:cubicBezTo>
                  <a:pt x="14130" y="282684"/>
                  <a:pt x="29202" y="267634"/>
                  <a:pt x="48606" y="263777"/>
                </a:cubicBezTo>
                <a:lnTo>
                  <a:pt x="61699" y="261237"/>
                </a:lnTo>
                <a:cubicBezTo>
                  <a:pt x="69328" y="259732"/>
                  <a:pt x="75263" y="253806"/>
                  <a:pt x="76770" y="246281"/>
                </a:cubicBezTo>
                <a:lnTo>
                  <a:pt x="79313" y="234240"/>
                </a:lnTo>
                <a:cubicBezTo>
                  <a:pt x="80067" y="230383"/>
                  <a:pt x="78654" y="226338"/>
                  <a:pt x="75639" y="223893"/>
                </a:cubicBezTo>
                <a:cubicBezTo>
                  <a:pt x="63771" y="214016"/>
                  <a:pt x="52939" y="199623"/>
                  <a:pt x="46628" y="182503"/>
                </a:cubicBezTo>
                <a:cubicBezTo>
                  <a:pt x="37867" y="180904"/>
                  <a:pt x="29861" y="172532"/>
                  <a:pt x="27318" y="160962"/>
                </a:cubicBezTo>
                <a:cubicBezTo>
                  <a:pt x="24115" y="146664"/>
                  <a:pt x="30426" y="133118"/>
                  <a:pt x="41447" y="130673"/>
                </a:cubicBezTo>
                <a:cubicBezTo>
                  <a:pt x="41541" y="130673"/>
                  <a:pt x="41729" y="130673"/>
                  <a:pt x="41824" y="130673"/>
                </a:cubicBezTo>
                <a:cubicBezTo>
                  <a:pt x="45403" y="93516"/>
                  <a:pt x="60192" y="66049"/>
                  <a:pt x="107100" y="66049"/>
                </a:cubicBezTo>
                <a:close/>
                <a:moveTo>
                  <a:pt x="298626" y="0"/>
                </a:moveTo>
                <a:lnTo>
                  <a:pt x="315956" y="0"/>
                </a:lnTo>
                <a:cubicBezTo>
                  <a:pt x="363426" y="0"/>
                  <a:pt x="401854" y="38378"/>
                  <a:pt x="401854" y="85787"/>
                </a:cubicBezTo>
                <a:lnTo>
                  <a:pt x="401854" y="95476"/>
                </a:lnTo>
                <a:cubicBezTo>
                  <a:pt x="417301" y="99238"/>
                  <a:pt x="426154" y="118522"/>
                  <a:pt x="421633" y="138840"/>
                </a:cubicBezTo>
                <a:cubicBezTo>
                  <a:pt x="420880" y="142602"/>
                  <a:pt x="419467" y="146083"/>
                  <a:pt x="417960" y="149281"/>
                </a:cubicBezTo>
                <a:cubicBezTo>
                  <a:pt x="417677" y="149939"/>
                  <a:pt x="417395" y="150504"/>
                  <a:pt x="417112" y="151068"/>
                </a:cubicBezTo>
                <a:cubicBezTo>
                  <a:pt x="415417" y="154172"/>
                  <a:pt x="413533" y="157088"/>
                  <a:pt x="411273" y="159534"/>
                </a:cubicBezTo>
                <a:cubicBezTo>
                  <a:pt x="411179" y="159628"/>
                  <a:pt x="410990" y="159816"/>
                  <a:pt x="410896" y="159910"/>
                </a:cubicBezTo>
                <a:cubicBezTo>
                  <a:pt x="406092" y="165084"/>
                  <a:pt x="400159" y="168658"/>
                  <a:pt x="394037" y="169787"/>
                </a:cubicBezTo>
                <a:cubicBezTo>
                  <a:pt x="391494" y="176654"/>
                  <a:pt x="388385" y="183332"/>
                  <a:pt x="384900" y="189541"/>
                </a:cubicBezTo>
                <a:cubicBezTo>
                  <a:pt x="384806" y="189635"/>
                  <a:pt x="384806" y="189729"/>
                  <a:pt x="384712" y="189823"/>
                </a:cubicBezTo>
                <a:cubicBezTo>
                  <a:pt x="381227" y="196031"/>
                  <a:pt x="377460" y="201769"/>
                  <a:pt x="373316" y="207131"/>
                </a:cubicBezTo>
                <a:cubicBezTo>
                  <a:pt x="373127" y="207413"/>
                  <a:pt x="372939" y="207601"/>
                  <a:pt x="372750" y="207789"/>
                </a:cubicBezTo>
                <a:cubicBezTo>
                  <a:pt x="368700" y="213057"/>
                  <a:pt x="364368" y="217948"/>
                  <a:pt x="359847" y="222275"/>
                </a:cubicBezTo>
                <a:cubicBezTo>
                  <a:pt x="359658" y="222463"/>
                  <a:pt x="359376" y="222651"/>
                  <a:pt x="359188" y="222934"/>
                </a:cubicBezTo>
                <a:cubicBezTo>
                  <a:pt x="354667" y="227261"/>
                  <a:pt x="349957" y="231211"/>
                  <a:pt x="345154" y="234598"/>
                </a:cubicBezTo>
                <a:lnTo>
                  <a:pt x="345625" y="236855"/>
                </a:lnTo>
                <a:cubicBezTo>
                  <a:pt x="346567" y="236385"/>
                  <a:pt x="347603" y="235915"/>
                  <a:pt x="348639" y="235538"/>
                </a:cubicBezTo>
                <a:cubicBezTo>
                  <a:pt x="350899" y="234786"/>
                  <a:pt x="353065" y="234033"/>
                  <a:pt x="355514" y="234033"/>
                </a:cubicBezTo>
                <a:cubicBezTo>
                  <a:pt x="359470" y="234033"/>
                  <a:pt x="363238" y="235162"/>
                  <a:pt x="366628" y="237326"/>
                </a:cubicBezTo>
                <a:cubicBezTo>
                  <a:pt x="366628" y="237326"/>
                  <a:pt x="380756" y="246450"/>
                  <a:pt x="385371" y="249648"/>
                </a:cubicBezTo>
                <a:cubicBezTo>
                  <a:pt x="401854" y="261030"/>
                  <a:pt x="399876" y="279373"/>
                  <a:pt x="399876" y="279373"/>
                </a:cubicBezTo>
                <a:cubicBezTo>
                  <a:pt x="410990" y="279655"/>
                  <a:pt x="421822" y="283041"/>
                  <a:pt x="430016" y="289814"/>
                </a:cubicBezTo>
                <a:cubicBezTo>
                  <a:pt x="445180" y="302324"/>
                  <a:pt x="447535" y="313330"/>
                  <a:pt x="448382" y="316058"/>
                </a:cubicBezTo>
                <a:lnTo>
                  <a:pt x="481630" y="424515"/>
                </a:lnTo>
                <a:cubicBezTo>
                  <a:pt x="482855" y="428371"/>
                  <a:pt x="483608" y="432416"/>
                  <a:pt x="483891" y="436461"/>
                </a:cubicBezTo>
                <a:cubicBezTo>
                  <a:pt x="484644" y="448595"/>
                  <a:pt x="481159" y="460730"/>
                  <a:pt x="473718" y="470700"/>
                </a:cubicBezTo>
                <a:cubicBezTo>
                  <a:pt x="466372" y="480671"/>
                  <a:pt x="455823" y="487538"/>
                  <a:pt x="443956" y="490360"/>
                </a:cubicBezTo>
                <a:cubicBezTo>
                  <a:pt x="440000" y="491301"/>
                  <a:pt x="435950" y="491771"/>
                  <a:pt x="431805" y="491771"/>
                </a:cubicBezTo>
                <a:lnTo>
                  <a:pt x="325375" y="491771"/>
                </a:lnTo>
                <a:lnTo>
                  <a:pt x="337430" y="415296"/>
                </a:lnTo>
                <a:cubicBezTo>
                  <a:pt x="338749" y="406454"/>
                  <a:pt x="337807" y="397424"/>
                  <a:pt x="334605" y="389052"/>
                </a:cubicBezTo>
                <a:lnTo>
                  <a:pt x="323962" y="360927"/>
                </a:lnTo>
                <a:lnTo>
                  <a:pt x="337430" y="347476"/>
                </a:lnTo>
                <a:lnTo>
                  <a:pt x="307196" y="317281"/>
                </a:lnTo>
                <a:lnTo>
                  <a:pt x="276868" y="347476"/>
                </a:lnTo>
                <a:lnTo>
                  <a:pt x="290337" y="360927"/>
                </a:lnTo>
                <a:lnTo>
                  <a:pt x="279694" y="389052"/>
                </a:lnTo>
                <a:cubicBezTo>
                  <a:pt x="276586" y="397424"/>
                  <a:pt x="275644" y="406454"/>
                  <a:pt x="276963" y="415296"/>
                </a:cubicBezTo>
                <a:lnTo>
                  <a:pt x="288736" y="491771"/>
                </a:lnTo>
                <a:lnTo>
                  <a:pt x="182493" y="491771"/>
                </a:lnTo>
                <a:cubicBezTo>
                  <a:pt x="178443" y="491771"/>
                  <a:pt x="174299" y="491301"/>
                  <a:pt x="170437" y="490360"/>
                </a:cubicBezTo>
                <a:cubicBezTo>
                  <a:pt x="158570" y="487538"/>
                  <a:pt x="148021" y="480671"/>
                  <a:pt x="140675" y="470700"/>
                </a:cubicBezTo>
                <a:cubicBezTo>
                  <a:pt x="130785" y="457343"/>
                  <a:pt x="127865" y="440223"/>
                  <a:pt x="132669" y="424515"/>
                </a:cubicBezTo>
                <a:lnTo>
                  <a:pt x="166011" y="316058"/>
                </a:lnTo>
                <a:cubicBezTo>
                  <a:pt x="166858" y="313330"/>
                  <a:pt x="170908" y="300631"/>
                  <a:pt x="184377" y="289814"/>
                </a:cubicBezTo>
                <a:cubicBezTo>
                  <a:pt x="192666" y="283229"/>
                  <a:pt x="203403" y="279655"/>
                  <a:pt x="214517" y="279373"/>
                </a:cubicBezTo>
                <a:lnTo>
                  <a:pt x="214517" y="279279"/>
                </a:lnTo>
                <a:cubicBezTo>
                  <a:pt x="214140" y="273447"/>
                  <a:pt x="211880" y="260654"/>
                  <a:pt x="229022" y="249648"/>
                </a:cubicBezTo>
                <a:cubicBezTo>
                  <a:pt x="233731" y="246638"/>
                  <a:pt x="247765" y="237326"/>
                  <a:pt x="247765" y="237326"/>
                </a:cubicBezTo>
                <a:cubicBezTo>
                  <a:pt x="251061" y="235162"/>
                  <a:pt x="254923" y="234033"/>
                  <a:pt x="258879" y="234033"/>
                </a:cubicBezTo>
                <a:cubicBezTo>
                  <a:pt x="261328" y="234033"/>
                  <a:pt x="263494" y="234786"/>
                  <a:pt x="265754" y="235538"/>
                </a:cubicBezTo>
                <a:cubicBezTo>
                  <a:pt x="266790" y="236009"/>
                  <a:pt x="267826" y="236385"/>
                  <a:pt x="268768" y="236855"/>
                </a:cubicBezTo>
                <a:lnTo>
                  <a:pt x="269239" y="234598"/>
                </a:lnTo>
                <a:cubicBezTo>
                  <a:pt x="264436" y="231211"/>
                  <a:pt x="259726" y="227261"/>
                  <a:pt x="255205" y="222934"/>
                </a:cubicBezTo>
                <a:cubicBezTo>
                  <a:pt x="254923" y="222651"/>
                  <a:pt x="254735" y="222463"/>
                  <a:pt x="254546" y="222275"/>
                </a:cubicBezTo>
                <a:cubicBezTo>
                  <a:pt x="250025" y="217948"/>
                  <a:pt x="245693" y="213057"/>
                  <a:pt x="241548" y="207789"/>
                </a:cubicBezTo>
                <a:cubicBezTo>
                  <a:pt x="241454" y="207601"/>
                  <a:pt x="241266" y="207413"/>
                  <a:pt x="241077" y="207225"/>
                </a:cubicBezTo>
                <a:cubicBezTo>
                  <a:pt x="236933" y="201769"/>
                  <a:pt x="233072" y="196031"/>
                  <a:pt x="229681" y="189823"/>
                </a:cubicBezTo>
                <a:cubicBezTo>
                  <a:pt x="229587" y="189729"/>
                  <a:pt x="229587" y="189635"/>
                  <a:pt x="229493" y="189635"/>
                </a:cubicBezTo>
                <a:cubicBezTo>
                  <a:pt x="226008" y="183332"/>
                  <a:pt x="222899" y="176654"/>
                  <a:pt x="220356" y="169787"/>
                </a:cubicBezTo>
                <a:cubicBezTo>
                  <a:pt x="214140" y="168658"/>
                  <a:pt x="208301" y="165084"/>
                  <a:pt x="203497" y="159910"/>
                </a:cubicBezTo>
                <a:cubicBezTo>
                  <a:pt x="203309" y="159722"/>
                  <a:pt x="203214" y="159628"/>
                  <a:pt x="203120" y="159534"/>
                </a:cubicBezTo>
                <a:cubicBezTo>
                  <a:pt x="200860" y="157088"/>
                  <a:pt x="198976" y="154172"/>
                  <a:pt x="197281" y="151068"/>
                </a:cubicBezTo>
                <a:cubicBezTo>
                  <a:pt x="196998" y="150504"/>
                  <a:pt x="196716" y="149939"/>
                  <a:pt x="196433" y="149281"/>
                </a:cubicBezTo>
                <a:cubicBezTo>
                  <a:pt x="194832" y="146083"/>
                  <a:pt x="193513" y="142602"/>
                  <a:pt x="192666" y="138840"/>
                </a:cubicBezTo>
                <a:cubicBezTo>
                  <a:pt x="188145" y="118428"/>
                  <a:pt x="197092" y="99050"/>
                  <a:pt x="212727" y="95476"/>
                </a:cubicBezTo>
                <a:lnTo>
                  <a:pt x="212727" y="85787"/>
                </a:lnTo>
                <a:cubicBezTo>
                  <a:pt x="212727" y="38378"/>
                  <a:pt x="251155" y="0"/>
                  <a:pt x="298626" y="0"/>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2296" tIns="41148" rIns="82296" bIns="41148"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20" dirty="0">
              <a:solidFill>
                <a:schemeClr val="bg1"/>
              </a:solidFill>
              <a:latin typeface="微软雅黑" pitchFamily="34" charset="-122"/>
              <a:ea typeface="微软雅黑" pitchFamily="34" charset="-122"/>
              <a:cs typeface="思源黑体 CN Regular" panose="020B0500000000000000" charset="-122"/>
            </a:endParaRPr>
          </a:p>
        </p:txBody>
      </p:sp>
      <p:sp>
        <p:nvSpPr>
          <p:cNvPr id="39" name="觅知网-不倒翁ID:189359941"/>
          <p:cNvSpPr/>
          <p:nvPr/>
        </p:nvSpPr>
        <p:spPr>
          <a:xfrm>
            <a:off x="903310" y="3499526"/>
            <a:ext cx="289215" cy="288744"/>
          </a:xfrm>
          <a:custGeom>
            <a:avLst/>
            <a:gdLst>
              <a:gd name="connsiteX0" fmla="*/ 140017 w 606581"/>
              <a:gd name="connsiteY0" fmla="*/ 411043 h 605592"/>
              <a:gd name="connsiteX1" fmla="*/ 178821 w 606581"/>
              <a:gd name="connsiteY1" fmla="*/ 427078 h 605592"/>
              <a:gd name="connsiteX2" fmla="*/ 178821 w 606581"/>
              <a:gd name="connsiteY2" fmla="*/ 504564 h 605592"/>
              <a:gd name="connsiteX3" fmla="*/ 93692 w 606581"/>
              <a:gd name="connsiteY3" fmla="*/ 589557 h 605592"/>
              <a:gd name="connsiteX4" fmla="*/ 54887 w 606581"/>
              <a:gd name="connsiteY4" fmla="*/ 605592 h 605592"/>
              <a:gd name="connsiteX5" fmla="*/ 16083 w 606581"/>
              <a:gd name="connsiteY5" fmla="*/ 589557 h 605592"/>
              <a:gd name="connsiteX6" fmla="*/ 16083 w 606581"/>
              <a:gd name="connsiteY6" fmla="*/ 511979 h 605592"/>
              <a:gd name="connsiteX7" fmla="*/ 101212 w 606581"/>
              <a:gd name="connsiteY7" fmla="*/ 427078 h 605592"/>
              <a:gd name="connsiteX8" fmla="*/ 140017 w 606581"/>
              <a:gd name="connsiteY8" fmla="*/ 411043 h 605592"/>
              <a:gd name="connsiteX9" fmla="*/ 382501 w 606581"/>
              <a:gd name="connsiteY9" fmla="*/ 49537 h 605592"/>
              <a:gd name="connsiteX10" fmla="*/ 557044 w 606581"/>
              <a:gd name="connsiteY10" fmla="*/ 223798 h 605592"/>
              <a:gd name="connsiteX11" fmla="*/ 382501 w 606581"/>
              <a:gd name="connsiteY11" fmla="*/ 398059 h 605592"/>
              <a:gd name="connsiteX12" fmla="*/ 207957 w 606581"/>
              <a:gd name="connsiteY12" fmla="*/ 223798 h 605592"/>
              <a:gd name="connsiteX13" fmla="*/ 382501 w 606581"/>
              <a:gd name="connsiteY13" fmla="*/ 49537 h 605592"/>
              <a:gd name="connsiteX14" fmla="*/ 382536 w 606581"/>
              <a:gd name="connsiteY14" fmla="*/ 24750 h 605592"/>
              <a:gd name="connsiteX15" fmla="*/ 304914 w 606581"/>
              <a:gd name="connsiteY15" fmla="*/ 40417 h 605592"/>
              <a:gd name="connsiteX16" fmla="*/ 241591 w 606581"/>
              <a:gd name="connsiteY16" fmla="*/ 83058 h 605592"/>
              <a:gd name="connsiteX17" fmla="*/ 198880 w 606581"/>
              <a:gd name="connsiteY17" fmla="*/ 146278 h 605592"/>
              <a:gd name="connsiteX18" fmla="*/ 183189 w 606581"/>
              <a:gd name="connsiteY18" fmla="*/ 223774 h 605592"/>
              <a:gd name="connsiteX19" fmla="*/ 198880 w 606581"/>
              <a:gd name="connsiteY19" fmla="*/ 301177 h 605592"/>
              <a:gd name="connsiteX20" fmla="*/ 241591 w 606581"/>
              <a:gd name="connsiteY20" fmla="*/ 364490 h 605592"/>
              <a:gd name="connsiteX21" fmla="*/ 304914 w 606581"/>
              <a:gd name="connsiteY21" fmla="*/ 407131 h 605592"/>
              <a:gd name="connsiteX22" fmla="*/ 382536 w 606581"/>
              <a:gd name="connsiteY22" fmla="*/ 422705 h 605592"/>
              <a:gd name="connsiteX23" fmla="*/ 460158 w 606581"/>
              <a:gd name="connsiteY23" fmla="*/ 407131 h 605592"/>
              <a:gd name="connsiteX24" fmla="*/ 523481 w 606581"/>
              <a:gd name="connsiteY24" fmla="*/ 364490 h 605592"/>
              <a:gd name="connsiteX25" fmla="*/ 566192 w 606581"/>
              <a:gd name="connsiteY25" fmla="*/ 301177 h 605592"/>
              <a:gd name="connsiteX26" fmla="*/ 581883 w 606581"/>
              <a:gd name="connsiteY26" fmla="*/ 223774 h 605592"/>
              <a:gd name="connsiteX27" fmla="*/ 566192 w 606581"/>
              <a:gd name="connsiteY27" fmla="*/ 146278 h 605592"/>
              <a:gd name="connsiteX28" fmla="*/ 523481 w 606581"/>
              <a:gd name="connsiteY28" fmla="*/ 83058 h 605592"/>
              <a:gd name="connsiteX29" fmla="*/ 460158 w 606581"/>
              <a:gd name="connsiteY29" fmla="*/ 40417 h 605592"/>
              <a:gd name="connsiteX30" fmla="*/ 382536 w 606581"/>
              <a:gd name="connsiteY30" fmla="*/ 24750 h 605592"/>
              <a:gd name="connsiteX31" fmla="*/ 382536 w 606581"/>
              <a:gd name="connsiteY31" fmla="*/ 0 h 605592"/>
              <a:gd name="connsiteX32" fmla="*/ 469721 w 606581"/>
              <a:gd name="connsiteY32" fmla="*/ 17613 h 605592"/>
              <a:gd name="connsiteX33" fmla="*/ 540937 w 606581"/>
              <a:gd name="connsiteY33" fmla="*/ 65538 h 605592"/>
              <a:gd name="connsiteX34" fmla="*/ 588940 w 606581"/>
              <a:gd name="connsiteY34" fmla="*/ 136637 h 605592"/>
              <a:gd name="connsiteX35" fmla="*/ 606581 w 606581"/>
              <a:gd name="connsiteY35" fmla="*/ 223774 h 605592"/>
              <a:gd name="connsiteX36" fmla="*/ 588940 w 606581"/>
              <a:gd name="connsiteY36" fmla="*/ 310818 h 605592"/>
              <a:gd name="connsiteX37" fmla="*/ 540937 w 606581"/>
              <a:gd name="connsiteY37" fmla="*/ 381917 h 605592"/>
              <a:gd name="connsiteX38" fmla="*/ 469721 w 606581"/>
              <a:gd name="connsiteY38" fmla="*/ 429842 h 605592"/>
              <a:gd name="connsiteX39" fmla="*/ 382536 w 606581"/>
              <a:gd name="connsiteY39" fmla="*/ 447455 h 605592"/>
              <a:gd name="connsiteX40" fmla="*/ 295258 w 606581"/>
              <a:gd name="connsiteY40" fmla="*/ 429842 h 605592"/>
              <a:gd name="connsiteX41" fmla="*/ 240105 w 606581"/>
              <a:gd name="connsiteY41" fmla="*/ 396471 h 605592"/>
              <a:gd name="connsiteX42" fmla="*/ 209558 w 606581"/>
              <a:gd name="connsiteY42" fmla="*/ 427061 h 605592"/>
              <a:gd name="connsiteX43" fmla="*/ 196373 w 606581"/>
              <a:gd name="connsiteY43" fmla="*/ 409541 h 605592"/>
              <a:gd name="connsiteX44" fmla="*/ 178918 w 606581"/>
              <a:gd name="connsiteY44" fmla="*/ 396378 h 605592"/>
              <a:gd name="connsiteX45" fmla="*/ 209465 w 606581"/>
              <a:gd name="connsiteY45" fmla="*/ 365880 h 605592"/>
              <a:gd name="connsiteX46" fmla="*/ 176040 w 606581"/>
              <a:gd name="connsiteY46" fmla="*/ 310818 h 605592"/>
              <a:gd name="connsiteX47" fmla="*/ 158491 w 606581"/>
              <a:gd name="connsiteY47" fmla="*/ 223774 h 605592"/>
              <a:gd name="connsiteX48" fmla="*/ 176040 w 606581"/>
              <a:gd name="connsiteY48" fmla="*/ 136637 h 605592"/>
              <a:gd name="connsiteX49" fmla="*/ 224043 w 606581"/>
              <a:gd name="connsiteY49" fmla="*/ 65538 h 605592"/>
              <a:gd name="connsiteX50" fmla="*/ 295258 w 606581"/>
              <a:gd name="connsiteY50" fmla="*/ 17613 h 605592"/>
              <a:gd name="connsiteX51" fmla="*/ 382536 w 606581"/>
              <a:gd name="connsiteY51"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6581" h="605592">
                <a:moveTo>
                  <a:pt x="140017" y="411043"/>
                </a:moveTo>
                <a:cubicBezTo>
                  <a:pt x="154035" y="411043"/>
                  <a:pt x="168053" y="416326"/>
                  <a:pt x="178821" y="427078"/>
                </a:cubicBezTo>
                <a:cubicBezTo>
                  <a:pt x="200266" y="448488"/>
                  <a:pt x="200266" y="483153"/>
                  <a:pt x="178821" y="504564"/>
                </a:cubicBezTo>
                <a:lnTo>
                  <a:pt x="93692" y="589557"/>
                </a:lnTo>
                <a:cubicBezTo>
                  <a:pt x="83016" y="600216"/>
                  <a:pt x="68905" y="605592"/>
                  <a:pt x="54887" y="605592"/>
                </a:cubicBezTo>
                <a:cubicBezTo>
                  <a:pt x="40870" y="605592"/>
                  <a:pt x="26759" y="600216"/>
                  <a:pt x="16083" y="589557"/>
                </a:cubicBezTo>
                <a:cubicBezTo>
                  <a:pt x="-5362" y="568147"/>
                  <a:pt x="-5362" y="533389"/>
                  <a:pt x="16083" y="511979"/>
                </a:cubicBezTo>
                <a:lnTo>
                  <a:pt x="101212" y="427078"/>
                </a:lnTo>
                <a:cubicBezTo>
                  <a:pt x="111888" y="416326"/>
                  <a:pt x="125999" y="411043"/>
                  <a:pt x="140017" y="411043"/>
                </a:cubicBezTo>
                <a:close/>
                <a:moveTo>
                  <a:pt x="382501" y="49537"/>
                </a:moveTo>
                <a:cubicBezTo>
                  <a:pt x="478871" y="49537"/>
                  <a:pt x="557044" y="127491"/>
                  <a:pt x="557044" y="223798"/>
                </a:cubicBezTo>
                <a:cubicBezTo>
                  <a:pt x="557044" y="320012"/>
                  <a:pt x="478871" y="398059"/>
                  <a:pt x="382501" y="398059"/>
                </a:cubicBezTo>
                <a:cubicBezTo>
                  <a:pt x="286130" y="398059"/>
                  <a:pt x="207957" y="320012"/>
                  <a:pt x="207957" y="223798"/>
                </a:cubicBezTo>
                <a:cubicBezTo>
                  <a:pt x="207957" y="127491"/>
                  <a:pt x="286130" y="49537"/>
                  <a:pt x="382501" y="49537"/>
                </a:cubicBezTo>
                <a:close/>
                <a:moveTo>
                  <a:pt x="382536" y="24750"/>
                </a:moveTo>
                <a:cubicBezTo>
                  <a:pt x="355610" y="24750"/>
                  <a:pt x="329519" y="30034"/>
                  <a:pt x="304914" y="40417"/>
                </a:cubicBezTo>
                <a:cubicBezTo>
                  <a:pt x="281238" y="50428"/>
                  <a:pt x="259882" y="64796"/>
                  <a:pt x="241591" y="83058"/>
                </a:cubicBezTo>
                <a:cubicBezTo>
                  <a:pt x="223300" y="101319"/>
                  <a:pt x="208908" y="122547"/>
                  <a:pt x="198880" y="146278"/>
                </a:cubicBezTo>
                <a:cubicBezTo>
                  <a:pt x="188481" y="170843"/>
                  <a:pt x="183189" y="196891"/>
                  <a:pt x="183189" y="223774"/>
                </a:cubicBezTo>
                <a:cubicBezTo>
                  <a:pt x="183189" y="250564"/>
                  <a:pt x="188481" y="276705"/>
                  <a:pt x="198880" y="301177"/>
                </a:cubicBezTo>
                <a:cubicBezTo>
                  <a:pt x="208908" y="324908"/>
                  <a:pt x="223300" y="346228"/>
                  <a:pt x="241591" y="364490"/>
                </a:cubicBezTo>
                <a:cubicBezTo>
                  <a:pt x="259882" y="382752"/>
                  <a:pt x="281238" y="397027"/>
                  <a:pt x="304914" y="407131"/>
                </a:cubicBezTo>
                <a:cubicBezTo>
                  <a:pt x="329519" y="417513"/>
                  <a:pt x="355610" y="422705"/>
                  <a:pt x="382536" y="422705"/>
                </a:cubicBezTo>
                <a:cubicBezTo>
                  <a:pt x="409462" y="422705"/>
                  <a:pt x="435553" y="417513"/>
                  <a:pt x="460158" y="407131"/>
                </a:cubicBezTo>
                <a:cubicBezTo>
                  <a:pt x="483834" y="397027"/>
                  <a:pt x="505190" y="382752"/>
                  <a:pt x="523481" y="364490"/>
                </a:cubicBezTo>
                <a:cubicBezTo>
                  <a:pt x="541772" y="346228"/>
                  <a:pt x="556164" y="324908"/>
                  <a:pt x="566192" y="301177"/>
                </a:cubicBezTo>
                <a:cubicBezTo>
                  <a:pt x="576591" y="276705"/>
                  <a:pt x="581883" y="250564"/>
                  <a:pt x="581883" y="223774"/>
                </a:cubicBezTo>
                <a:cubicBezTo>
                  <a:pt x="581883" y="196891"/>
                  <a:pt x="576591" y="170843"/>
                  <a:pt x="566192" y="146278"/>
                </a:cubicBezTo>
                <a:cubicBezTo>
                  <a:pt x="556164" y="122547"/>
                  <a:pt x="541772" y="101319"/>
                  <a:pt x="523481" y="83058"/>
                </a:cubicBezTo>
                <a:cubicBezTo>
                  <a:pt x="505190" y="64796"/>
                  <a:pt x="483834" y="50428"/>
                  <a:pt x="460158" y="40417"/>
                </a:cubicBezTo>
                <a:cubicBezTo>
                  <a:pt x="435553" y="30034"/>
                  <a:pt x="409462" y="24750"/>
                  <a:pt x="382536" y="24750"/>
                </a:cubicBezTo>
                <a:close/>
                <a:moveTo>
                  <a:pt x="382536" y="0"/>
                </a:moveTo>
                <a:cubicBezTo>
                  <a:pt x="412712" y="0"/>
                  <a:pt x="442145" y="5933"/>
                  <a:pt x="469721" y="17613"/>
                </a:cubicBezTo>
                <a:cubicBezTo>
                  <a:pt x="496462" y="28922"/>
                  <a:pt x="520417" y="45051"/>
                  <a:pt x="540937" y="65538"/>
                </a:cubicBezTo>
                <a:cubicBezTo>
                  <a:pt x="561549" y="86117"/>
                  <a:pt x="577705" y="110033"/>
                  <a:pt x="588940" y="136637"/>
                </a:cubicBezTo>
                <a:cubicBezTo>
                  <a:pt x="600639" y="164262"/>
                  <a:pt x="606581" y="193554"/>
                  <a:pt x="606581" y="223774"/>
                </a:cubicBezTo>
                <a:cubicBezTo>
                  <a:pt x="606581" y="253901"/>
                  <a:pt x="600639" y="283194"/>
                  <a:pt x="588940" y="310818"/>
                </a:cubicBezTo>
                <a:cubicBezTo>
                  <a:pt x="577705" y="337515"/>
                  <a:pt x="561549" y="361431"/>
                  <a:pt x="540937" y="381917"/>
                </a:cubicBezTo>
                <a:cubicBezTo>
                  <a:pt x="520417" y="402496"/>
                  <a:pt x="496462" y="418626"/>
                  <a:pt x="469721" y="429842"/>
                </a:cubicBezTo>
                <a:cubicBezTo>
                  <a:pt x="442145" y="441522"/>
                  <a:pt x="412805" y="447455"/>
                  <a:pt x="382536" y="447455"/>
                </a:cubicBezTo>
                <a:cubicBezTo>
                  <a:pt x="352267" y="447455"/>
                  <a:pt x="322927" y="441522"/>
                  <a:pt x="295258" y="429842"/>
                </a:cubicBezTo>
                <a:cubicBezTo>
                  <a:pt x="275295" y="421407"/>
                  <a:pt x="256818" y="410190"/>
                  <a:pt x="240105" y="396471"/>
                </a:cubicBezTo>
                <a:lnTo>
                  <a:pt x="209558" y="427061"/>
                </a:lnTo>
                <a:cubicBezTo>
                  <a:pt x="206030" y="420758"/>
                  <a:pt x="201666" y="414918"/>
                  <a:pt x="196373" y="409541"/>
                </a:cubicBezTo>
                <a:cubicBezTo>
                  <a:pt x="191081" y="404350"/>
                  <a:pt x="185232" y="399901"/>
                  <a:pt x="178918" y="396378"/>
                </a:cubicBezTo>
                <a:lnTo>
                  <a:pt x="209465" y="365880"/>
                </a:lnTo>
                <a:cubicBezTo>
                  <a:pt x="195724" y="349287"/>
                  <a:pt x="184582" y="330840"/>
                  <a:pt x="176040" y="310818"/>
                </a:cubicBezTo>
                <a:cubicBezTo>
                  <a:pt x="164341" y="283194"/>
                  <a:pt x="158491" y="253901"/>
                  <a:pt x="158491" y="223774"/>
                </a:cubicBezTo>
                <a:cubicBezTo>
                  <a:pt x="158491" y="193554"/>
                  <a:pt x="164341" y="164262"/>
                  <a:pt x="176040" y="136637"/>
                </a:cubicBezTo>
                <a:cubicBezTo>
                  <a:pt x="187367" y="110033"/>
                  <a:pt x="203523" y="86117"/>
                  <a:pt x="224043" y="65538"/>
                </a:cubicBezTo>
                <a:cubicBezTo>
                  <a:pt x="244655" y="45051"/>
                  <a:pt x="268610" y="28922"/>
                  <a:pt x="295258" y="17613"/>
                </a:cubicBezTo>
                <a:cubicBezTo>
                  <a:pt x="322927" y="5933"/>
                  <a:pt x="352267" y="0"/>
                  <a:pt x="382536" y="0"/>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82296" tIns="41148" rIns="82296" bIns="41148"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620" dirty="0">
              <a:solidFill>
                <a:schemeClr val="bg1"/>
              </a:solidFill>
              <a:latin typeface="微软雅黑" pitchFamily="34" charset="-122"/>
              <a:ea typeface="微软雅黑" pitchFamily="34" charset="-122"/>
              <a:cs typeface="思源黑体 CN Regular" panose="020B0500000000000000" charset="-122"/>
            </a:endParaRPr>
          </a:p>
        </p:txBody>
      </p:sp>
      <p:pic>
        <p:nvPicPr>
          <p:cNvPr id="40" name="觅知网-不倒翁ID:189359941"/>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3310" y="4956904"/>
            <a:ext cx="289215" cy="289215"/>
          </a:xfrm>
          <a:prstGeom prst="rect">
            <a:avLst/>
          </a:prstGeom>
        </p:spPr>
      </p:pic>
      <p:sp>
        <p:nvSpPr>
          <p:cNvPr id="2" name="文本框 1">
            <a:extLst>
              <a:ext uri="{FF2B5EF4-FFF2-40B4-BE49-F238E27FC236}">
                <a16:creationId xmlns:a16="http://schemas.microsoft.com/office/drawing/2014/main" id="{E42F957D-D56D-D8FE-DB5B-610B60802029}"/>
              </a:ext>
            </a:extLst>
          </p:cNvPr>
          <p:cNvSpPr txBox="1"/>
          <p:nvPr/>
        </p:nvSpPr>
        <p:spPr>
          <a:xfrm>
            <a:off x="672917" y="1412776"/>
            <a:ext cx="10813308" cy="369332"/>
          </a:xfrm>
          <a:prstGeom prst="rect">
            <a:avLst/>
          </a:prstGeom>
          <a:noFill/>
        </p:spPr>
        <p:txBody>
          <a:bodyPr wrap="square" rtlCol="0">
            <a:spAutoFit/>
          </a:bodyPr>
          <a:lstStyle/>
          <a:p>
            <a:r>
              <a:rPr lang="en-US" altLang="zh-CN" dirty="0"/>
              <a:t>1.</a:t>
            </a:r>
            <a:r>
              <a:rPr lang="zh-CN" altLang="en-US" dirty="0"/>
              <a:t>使用</a:t>
            </a:r>
            <a:r>
              <a:rPr lang="en-US" altLang="zh-CN" dirty="0"/>
              <a:t>L2</a:t>
            </a:r>
            <a:r>
              <a:rPr lang="zh-CN" altLang="en-US" dirty="0"/>
              <a:t>范数计算轨迹误差，挑选最佳轨迹</a:t>
            </a:r>
          </a:p>
        </p:txBody>
      </p:sp>
      <p:pic>
        <p:nvPicPr>
          <p:cNvPr id="16" name="图片 15">
            <a:extLst>
              <a:ext uri="{FF2B5EF4-FFF2-40B4-BE49-F238E27FC236}">
                <a16:creationId xmlns:a16="http://schemas.microsoft.com/office/drawing/2014/main" id="{86AF5476-DE5E-4B96-1F3D-43537FD2F1B7}"/>
              </a:ext>
            </a:extLst>
          </p:cNvPr>
          <p:cNvPicPr>
            <a:picLocks noChangeAspect="1"/>
          </p:cNvPicPr>
          <p:nvPr/>
        </p:nvPicPr>
        <p:blipFill>
          <a:blip r:embed="rId6"/>
          <a:stretch>
            <a:fillRect/>
          </a:stretch>
        </p:blipFill>
        <p:spPr>
          <a:xfrm>
            <a:off x="3600101" y="1985691"/>
            <a:ext cx="4991797" cy="581106"/>
          </a:xfrm>
          <a:prstGeom prst="rect">
            <a:avLst/>
          </a:prstGeom>
        </p:spPr>
      </p:pic>
      <p:pic>
        <p:nvPicPr>
          <p:cNvPr id="42" name="图片 41">
            <a:extLst>
              <a:ext uri="{FF2B5EF4-FFF2-40B4-BE49-F238E27FC236}">
                <a16:creationId xmlns:a16="http://schemas.microsoft.com/office/drawing/2014/main" id="{151F6A7D-7D38-C511-0CD9-41900B169CCB}"/>
              </a:ext>
            </a:extLst>
          </p:cNvPr>
          <p:cNvPicPr>
            <a:picLocks noChangeAspect="1"/>
          </p:cNvPicPr>
          <p:nvPr/>
        </p:nvPicPr>
        <p:blipFill>
          <a:blip r:embed="rId7"/>
          <a:stretch>
            <a:fillRect/>
          </a:stretch>
        </p:blipFill>
        <p:spPr>
          <a:xfrm>
            <a:off x="4957602" y="2566797"/>
            <a:ext cx="2276793" cy="666843"/>
          </a:xfrm>
          <a:prstGeom prst="rect">
            <a:avLst/>
          </a:prstGeom>
        </p:spPr>
      </p:pic>
      <p:pic>
        <p:nvPicPr>
          <p:cNvPr id="44" name="图片 43">
            <a:extLst>
              <a:ext uri="{FF2B5EF4-FFF2-40B4-BE49-F238E27FC236}">
                <a16:creationId xmlns:a16="http://schemas.microsoft.com/office/drawing/2014/main" id="{4613B5A3-C8F0-334E-2275-0B597EC99A45}"/>
              </a:ext>
            </a:extLst>
          </p:cNvPr>
          <p:cNvPicPr>
            <a:picLocks noChangeAspect="1"/>
          </p:cNvPicPr>
          <p:nvPr/>
        </p:nvPicPr>
        <p:blipFill>
          <a:blip r:embed="rId8"/>
          <a:stretch>
            <a:fillRect/>
          </a:stretch>
        </p:blipFill>
        <p:spPr>
          <a:xfrm>
            <a:off x="4957602" y="3118473"/>
            <a:ext cx="2333951" cy="762106"/>
          </a:xfrm>
          <a:prstGeom prst="rect">
            <a:avLst/>
          </a:prstGeom>
        </p:spPr>
      </p:pic>
      <p:sp>
        <p:nvSpPr>
          <p:cNvPr id="45" name="文本框 44">
            <a:extLst>
              <a:ext uri="{FF2B5EF4-FFF2-40B4-BE49-F238E27FC236}">
                <a16:creationId xmlns:a16="http://schemas.microsoft.com/office/drawing/2014/main" id="{4045EFCC-A0B7-88DF-E961-87217A1C7859}"/>
              </a:ext>
            </a:extLst>
          </p:cNvPr>
          <p:cNvSpPr txBox="1"/>
          <p:nvPr/>
        </p:nvSpPr>
        <p:spPr>
          <a:xfrm>
            <a:off x="767408" y="3880579"/>
            <a:ext cx="10585176" cy="369332"/>
          </a:xfrm>
          <a:prstGeom prst="rect">
            <a:avLst/>
          </a:prstGeom>
          <a:noFill/>
        </p:spPr>
        <p:txBody>
          <a:bodyPr wrap="square" rtlCol="0">
            <a:spAutoFit/>
          </a:bodyPr>
          <a:lstStyle/>
          <a:p>
            <a:r>
              <a:rPr lang="en-US" altLang="zh-CN" dirty="0"/>
              <a:t>2.</a:t>
            </a:r>
            <a:r>
              <a:rPr lang="zh-CN" altLang="en-US" dirty="0"/>
              <a:t>计算最佳轨迹的回归损失，同时考虑轨迹的位置和朝向，使用</a:t>
            </a:r>
            <a:r>
              <a:rPr lang="en-US" altLang="zh-CN" dirty="0"/>
              <a:t>L1</a:t>
            </a:r>
            <a:r>
              <a:rPr lang="zh-CN" altLang="en-US" dirty="0"/>
              <a:t>函数</a:t>
            </a:r>
            <a:endParaRPr lang="en-US" altLang="zh-CN" dirty="0"/>
          </a:p>
        </p:txBody>
      </p:sp>
      <p:pic>
        <p:nvPicPr>
          <p:cNvPr id="47" name="图片 46">
            <a:extLst>
              <a:ext uri="{FF2B5EF4-FFF2-40B4-BE49-F238E27FC236}">
                <a16:creationId xmlns:a16="http://schemas.microsoft.com/office/drawing/2014/main" id="{CB09AD6A-770C-E756-64F2-D055939EFAAC}"/>
              </a:ext>
            </a:extLst>
          </p:cNvPr>
          <p:cNvPicPr>
            <a:picLocks noChangeAspect="1"/>
          </p:cNvPicPr>
          <p:nvPr/>
        </p:nvPicPr>
        <p:blipFill>
          <a:blip r:embed="rId9"/>
          <a:stretch>
            <a:fillRect/>
          </a:stretch>
        </p:blipFill>
        <p:spPr>
          <a:xfrm>
            <a:off x="3989357" y="4360807"/>
            <a:ext cx="4191585" cy="166710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0"/>
                                  </p:stCondLst>
                                  <p:iterate type="lt">
                                    <p:tmPct val="10000"/>
                                  </p:iterate>
                                  <p:childTnLst>
                                    <p:set>
                                      <p:cBhvr>
                                        <p:cTn id="6" dur="1" fill="hold">
                                          <p:stCondLst>
                                            <p:cond delay="0"/>
                                          </p:stCondLst>
                                        </p:cTn>
                                        <p:tgtEl>
                                          <p:spTgt spid="18"/>
                                        </p:tgtEl>
                                        <p:attrNameLst>
                                          <p:attrName>style.visibility</p:attrName>
                                        </p:attrNameLst>
                                      </p:cBhvr>
                                      <p:to>
                                        <p:strVal val="visible"/>
                                      </p:to>
                                    </p:set>
                                    <p:anim from="0" to="1" calcmode="lin" valueType="num">
                                      <p:cBhvr>
                                        <p:cTn id="7" dur="500" fill="hold">
                                          <p:stCondLst>
                                            <p:cond delay="0"/>
                                          </p:stCondLst>
                                        </p:cTn>
                                        <p:tgtEl>
                                          <p:spTgt spid="18"/>
                                        </p:tgtEl>
                                        <p:attrNameLst>
                                          <p:attrName>style.opacity</p:attrName>
                                        </p:attrNameLst>
                                      </p:cBhvr>
                                    </p:anim>
                                    <p:anim to="" calcmode="lin" valueType="num">
                                      <p:cBhvr>
                                        <p:cTn id="8" dur="500" fill="hold">
                                          <p:stCondLst>
                                            <p:cond delay="0"/>
                                          </p:stCondLst>
                                        </p:cTn>
                                        <p:tgtEl>
                                          <p:spTgt spid="18"/>
                                        </p:tgtEl>
                                        <p:attrNameLst>
                                          <p:attrName>ppt_y</p:attrName>
                                        </p:attrNameLst>
                                      </p:cBhvr>
                                      <p:tavLst>
                                        <p:tav tm="0" fmla="$">
                                          <p:val>
                                            <p:strVal val="#ppt_y+.05"/>
                                          </p:val>
                                        </p:tav>
                                        <p:tav tm="100000" fmla="$">
                                          <p:val>
                                            <p:strVal val="#ppt_y"/>
                                          </p:val>
                                        </p:tav>
                                      </p:tavLst>
                                    </p:anim>
                                  </p:childTnLst>
                                </p:cTn>
                              </p:par>
                              <p:par>
                                <p:cTn id="9" presetID="0" presetClass="entr" presetSubtype="0" decel="100000" fill="hold" grpId="0" nodeType="withEffect">
                                  <p:stCondLst>
                                    <p:cond delay="750"/>
                                  </p:stCondLst>
                                  <p:childTnLst>
                                    <p:set>
                                      <p:cBhvr>
                                        <p:cTn id="10" dur="1" fill="hold">
                                          <p:stCondLst>
                                            <p:cond delay="0"/>
                                          </p:stCondLst>
                                        </p:cTn>
                                        <p:tgtEl>
                                          <p:spTgt spid="38"/>
                                        </p:tgtEl>
                                        <p:attrNameLst>
                                          <p:attrName>style.visibility</p:attrName>
                                        </p:attrNameLst>
                                      </p:cBhvr>
                                      <p:to>
                                        <p:strVal val="visible"/>
                                      </p:to>
                                    </p:set>
                                    <p:anim from="0" to="1" calcmode="lin" valueType="num">
                                      <p:cBhvr>
                                        <p:cTn id="11" dur="500" fill="hold">
                                          <p:stCondLst>
                                            <p:cond delay="0"/>
                                          </p:stCondLst>
                                        </p:cTn>
                                        <p:tgtEl>
                                          <p:spTgt spid="38"/>
                                        </p:tgtEl>
                                        <p:attrNameLst>
                                          <p:attrName>style.opacity</p:attrName>
                                        </p:attrNameLst>
                                      </p:cBhvr>
                                    </p:anim>
                                    <p:anim to="" calcmode="lin" valueType="num">
                                      <p:cBhvr>
                                        <p:cTn id="12" dur="500" fill="hold">
                                          <p:stCondLst>
                                            <p:cond delay="0"/>
                                          </p:stCondLst>
                                        </p:cTn>
                                        <p:tgtEl>
                                          <p:spTgt spid="38"/>
                                        </p:tgtEl>
                                        <p:attrNameLst>
                                          <p:attrName>ppt_x</p:attrName>
                                        </p:attrNameLst>
                                      </p:cBhvr>
                                      <p:tavLst>
                                        <p:tav tm="0" fmla="$">
                                          <p:val>
                                            <p:strVal val="#ppt_x+.05"/>
                                          </p:val>
                                        </p:tav>
                                        <p:tav tm="100000" fmla="$">
                                          <p:val>
                                            <p:strVal val="#ppt_x"/>
                                          </p:val>
                                        </p:tav>
                                      </p:tavLst>
                                    </p:anim>
                                  </p:childTnLst>
                                </p:cTn>
                              </p:par>
                              <p:par>
                                <p:cTn id="13" presetID="0" presetClass="entr" presetSubtype="0" decel="100000" fill="hold" grpId="0" nodeType="withEffect">
                                  <p:stCondLst>
                                    <p:cond delay="1000"/>
                                  </p:stCondLst>
                                  <p:childTnLst>
                                    <p:set>
                                      <p:cBhvr>
                                        <p:cTn id="14" dur="1" fill="hold">
                                          <p:stCondLst>
                                            <p:cond delay="0"/>
                                          </p:stCondLst>
                                        </p:cTn>
                                        <p:tgtEl>
                                          <p:spTgt spid="39"/>
                                        </p:tgtEl>
                                        <p:attrNameLst>
                                          <p:attrName>style.visibility</p:attrName>
                                        </p:attrNameLst>
                                      </p:cBhvr>
                                      <p:to>
                                        <p:strVal val="visible"/>
                                      </p:to>
                                    </p:set>
                                    <p:anim from="0" to="1" calcmode="lin" valueType="num">
                                      <p:cBhvr>
                                        <p:cTn id="15" dur="500" fill="hold">
                                          <p:stCondLst>
                                            <p:cond delay="0"/>
                                          </p:stCondLst>
                                        </p:cTn>
                                        <p:tgtEl>
                                          <p:spTgt spid="39"/>
                                        </p:tgtEl>
                                        <p:attrNameLst>
                                          <p:attrName>style.opacity</p:attrName>
                                        </p:attrNameLst>
                                      </p:cBhvr>
                                    </p:anim>
                                    <p:anim to="" calcmode="lin" valueType="num">
                                      <p:cBhvr>
                                        <p:cTn id="16" dur="500" fill="hold">
                                          <p:stCondLst>
                                            <p:cond delay="0"/>
                                          </p:stCondLst>
                                        </p:cTn>
                                        <p:tgtEl>
                                          <p:spTgt spid="39"/>
                                        </p:tgtEl>
                                        <p:attrNameLst>
                                          <p:attrName>ppt_x</p:attrName>
                                        </p:attrNameLst>
                                      </p:cBhvr>
                                      <p:tavLst>
                                        <p:tav tm="0" fmla="$">
                                          <p:val>
                                            <p:strVal val="#ppt_x+.05"/>
                                          </p:val>
                                        </p:tav>
                                        <p:tav tm="100000" fmla="$">
                                          <p:val>
                                            <p:strVal val="#ppt_x"/>
                                          </p:val>
                                        </p:tav>
                                      </p:tavLst>
                                    </p:anim>
                                  </p:childTnLst>
                                </p:cTn>
                              </p:par>
                              <p:par>
                                <p:cTn id="17" presetID="0" presetClass="entr" presetSubtype="0" decel="100000" fill="hold" nodeType="withEffect">
                                  <p:stCondLst>
                                    <p:cond delay="1250"/>
                                  </p:stCondLst>
                                  <p:childTnLst>
                                    <p:set>
                                      <p:cBhvr>
                                        <p:cTn id="18" dur="1" fill="hold">
                                          <p:stCondLst>
                                            <p:cond delay="0"/>
                                          </p:stCondLst>
                                        </p:cTn>
                                        <p:tgtEl>
                                          <p:spTgt spid="40"/>
                                        </p:tgtEl>
                                        <p:attrNameLst>
                                          <p:attrName>style.visibility</p:attrName>
                                        </p:attrNameLst>
                                      </p:cBhvr>
                                      <p:to>
                                        <p:strVal val="visible"/>
                                      </p:to>
                                    </p:set>
                                    <p:anim from="0" to="1" calcmode="lin" valueType="num">
                                      <p:cBhvr>
                                        <p:cTn id="19" dur="500" fill="hold">
                                          <p:stCondLst>
                                            <p:cond delay="0"/>
                                          </p:stCondLst>
                                        </p:cTn>
                                        <p:tgtEl>
                                          <p:spTgt spid="40"/>
                                        </p:tgtEl>
                                        <p:attrNameLst>
                                          <p:attrName>style.opacity</p:attrName>
                                        </p:attrNameLst>
                                      </p:cBhvr>
                                    </p:anim>
                                    <p:anim to="" calcmode="lin" valueType="num">
                                      <p:cBhvr>
                                        <p:cTn id="20" dur="500" fill="hold">
                                          <p:stCondLst>
                                            <p:cond delay="0"/>
                                          </p:stCondLst>
                                        </p:cTn>
                                        <p:tgtEl>
                                          <p:spTgt spid="40"/>
                                        </p:tgtEl>
                                        <p:attrNameLst>
                                          <p:attrName>ppt_x</p:attrName>
                                        </p:attrNameLst>
                                      </p:cBhvr>
                                      <p:tavLst>
                                        <p:tav tm="0" fmla="$">
                                          <p:val>
                                            <p:strVal val="#ppt_x+.05"/>
                                          </p:val>
                                        </p:tav>
                                        <p:tav tm="100000" fmla="$">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8" grpId="0" animBg="1"/>
      <p:bldP spid="3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觅知网-不倒翁ID:189359941"/>
          <p:cNvSpPr txBox="1"/>
          <p:nvPr/>
        </p:nvSpPr>
        <p:spPr>
          <a:xfrm>
            <a:off x="557987" y="554591"/>
            <a:ext cx="4600135" cy="584775"/>
          </a:xfrm>
          <a:prstGeom prst="rect">
            <a:avLst/>
          </a:prstGeom>
          <a:noFill/>
        </p:spPr>
        <p:txBody>
          <a:bodyPr wrap="square" rtlCol="0">
            <a:spAutoFit/>
          </a:bodyPr>
          <a:lstStyle/>
          <a:p>
            <a:r>
              <a:rPr lang="zh-CN" altLang="en-US" sz="3200" dirty="0">
                <a:solidFill>
                  <a:schemeClr val="accent1"/>
                </a:solidFill>
                <a:latin typeface="+mj-ea"/>
                <a:ea typeface="+mj-ea"/>
                <a:cs typeface="思源黑体 CN Regular" panose="020B0500000000000000" charset="-122"/>
              </a:rPr>
              <a:t>损失函数</a:t>
            </a:r>
          </a:p>
        </p:txBody>
      </p:sp>
      <p:sp>
        <p:nvSpPr>
          <p:cNvPr id="19" name="觅知网-不倒翁ID:189359941"/>
          <p:cNvSpPr/>
          <p:nvPr/>
        </p:nvSpPr>
        <p:spPr>
          <a:xfrm>
            <a:off x="672917" y="1144775"/>
            <a:ext cx="1754511" cy="119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itchFamily="34" charset="-122"/>
              <a:ea typeface="微软雅黑" pitchFamily="34" charset="-122"/>
              <a:cs typeface="思源黑体 CN Regular" panose="020B0500000000000000" charset="-122"/>
            </a:endParaRPr>
          </a:p>
        </p:txBody>
      </p:sp>
      <p:cxnSp>
        <p:nvCxnSpPr>
          <p:cNvPr id="20" name="觅知网-不倒翁ID:189359941"/>
          <p:cNvCxnSpPr/>
          <p:nvPr/>
        </p:nvCxnSpPr>
        <p:spPr>
          <a:xfrm>
            <a:off x="2427425" y="1201832"/>
            <a:ext cx="9058800"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觅知网-不倒翁ID:189359941"/>
          <p:cNvSpPr>
            <a:spLocks noChangeAspect="1"/>
          </p:cNvSpPr>
          <p:nvPr/>
        </p:nvSpPr>
        <p:spPr bwMode="auto">
          <a:xfrm>
            <a:off x="9920304" y="692655"/>
            <a:ext cx="404625" cy="255675"/>
          </a:xfrm>
          <a:custGeom>
            <a:avLst/>
            <a:gdLst>
              <a:gd name="connsiteX0" fmla="*/ 104550 w 604718"/>
              <a:gd name="connsiteY0" fmla="*/ 208330 h 382112"/>
              <a:gd name="connsiteX1" fmla="*/ 156180 w 604718"/>
              <a:gd name="connsiteY1" fmla="*/ 208330 h 382112"/>
              <a:gd name="connsiteX2" fmla="*/ 261642 w 604718"/>
              <a:gd name="connsiteY2" fmla="*/ 248878 h 382112"/>
              <a:gd name="connsiteX3" fmla="*/ 298947 w 604718"/>
              <a:gd name="connsiteY3" fmla="*/ 255007 h 382112"/>
              <a:gd name="connsiteX4" fmla="*/ 340187 w 604718"/>
              <a:gd name="connsiteY4" fmla="*/ 247621 h 382112"/>
              <a:gd name="connsiteX5" fmla="*/ 433687 w 604718"/>
              <a:gd name="connsiteY5" fmla="*/ 208330 h 382112"/>
              <a:gd name="connsiteX6" fmla="*/ 490825 w 604718"/>
              <a:gd name="connsiteY6" fmla="*/ 208330 h 382112"/>
              <a:gd name="connsiteX7" fmla="*/ 490825 w 604718"/>
              <a:gd name="connsiteY7" fmla="*/ 271509 h 382112"/>
              <a:gd name="connsiteX8" fmla="*/ 458400 w 604718"/>
              <a:gd name="connsiteY8" fmla="*/ 320701 h 382112"/>
              <a:gd name="connsiteX9" fmla="*/ 329326 w 604718"/>
              <a:gd name="connsiteY9" fmla="*/ 376337 h 382112"/>
              <a:gd name="connsiteX10" fmla="*/ 264632 w 604718"/>
              <a:gd name="connsiteY10" fmla="*/ 376337 h 382112"/>
              <a:gd name="connsiteX11" fmla="*/ 136819 w 604718"/>
              <a:gd name="connsiteY11" fmla="*/ 320701 h 382112"/>
              <a:gd name="connsiteX12" fmla="*/ 104550 w 604718"/>
              <a:gd name="connsiteY12" fmla="*/ 271509 h 382112"/>
              <a:gd name="connsiteX13" fmla="*/ 300973 w 604718"/>
              <a:gd name="connsiteY13" fmla="*/ 5 h 382112"/>
              <a:gd name="connsiteX14" fmla="*/ 334162 w 604718"/>
              <a:gd name="connsiteY14" fmla="*/ 4701 h 382112"/>
              <a:gd name="connsiteX15" fmla="*/ 581267 w 604718"/>
              <a:gd name="connsiteY15" fmla="*/ 92552 h 382112"/>
              <a:gd name="connsiteX16" fmla="*/ 588822 w 604718"/>
              <a:gd name="connsiteY16" fmla="*/ 114398 h 382112"/>
              <a:gd name="connsiteX17" fmla="*/ 589136 w 604718"/>
              <a:gd name="connsiteY17" fmla="*/ 114398 h 382112"/>
              <a:gd name="connsiteX18" fmla="*/ 589136 w 604718"/>
              <a:gd name="connsiteY18" fmla="*/ 270771 h 382112"/>
              <a:gd name="connsiteX19" fmla="*/ 604718 w 604718"/>
              <a:gd name="connsiteY19" fmla="*/ 321376 h 382112"/>
              <a:gd name="connsiteX20" fmla="*/ 561278 w 604718"/>
              <a:gd name="connsiteY20" fmla="*/ 321376 h 382112"/>
              <a:gd name="connsiteX21" fmla="*/ 576388 w 604718"/>
              <a:gd name="connsiteY21" fmla="*/ 271242 h 382112"/>
              <a:gd name="connsiteX22" fmla="*/ 576388 w 604718"/>
              <a:gd name="connsiteY22" fmla="*/ 120370 h 382112"/>
              <a:gd name="connsiteX23" fmla="*/ 333376 w 604718"/>
              <a:gd name="connsiteY23" fmla="*/ 222680 h 382112"/>
              <a:gd name="connsiteX24" fmla="*/ 268058 w 604718"/>
              <a:gd name="connsiteY24" fmla="*/ 223780 h 382112"/>
              <a:gd name="connsiteX25" fmla="*/ 13556 w 604718"/>
              <a:gd name="connsiteY25" fmla="*/ 125870 h 382112"/>
              <a:gd name="connsiteX26" fmla="*/ 13714 w 604718"/>
              <a:gd name="connsiteY26" fmla="*/ 100882 h 382112"/>
              <a:gd name="connsiteX27" fmla="*/ 267901 w 604718"/>
              <a:gd name="connsiteY27" fmla="*/ 5329 h 382112"/>
              <a:gd name="connsiteX28" fmla="*/ 300973 w 604718"/>
              <a:gd name="connsiteY28" fmla="*/ 5 h 38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4718" h="382112">
                <a:moveTo>
                  <a:pt x="104550" y="208330"/>
                </a:moveTo>
                <a:lnTo>
                  <a:pt x="156180" y="208330"/>
                </a:lnTo>
                <a:lnTo>
                  <a:pt x="261642" y="248878"/>
                </a:lnTo>
                <a:cubicBezTo>
                  <a:pt x="274864" y="253907"/>
                  <a:pt x="289188" y="255007"/>
                  <a:pt x="298947" y="255007"/>
                </a:cubicBezTo>
                <a:cubicBezTo>
                  <a:pt x="314373" y="255007"/>
                  <a:pt x="329012" y="252493"/>
                  <a:pt x="340187" y="247621"/>
                </a:cubicBezTo>
                <a:lnTo>
                  <a:pt x="433687" y="208330"/>
                </a:lnTo>
                <a:lnTo>
                  <a:pt x="490825" y="208330"/>
                </a:lnTo>
                <a:lnTo>
                  <a:pt x="490825" y="271509"/>
                </a:lnTo>
                <a:cubicBezTo>
                  <a:pt x="490825" y="290998"/>
                  <a:pt x="476344" y="313000"/>
                  <a:pt x="458400" y="320701"/>
                </a:cubicBezTo>
                <a:lnTo>
                  <a:pt x="329326" y="376337"/>
                </a:lnTo>
                <a:cubicBezTo>
                  <a:pt x="311382" y="384038"/>
                  <a:pt x="282419" y="384038"/>
                  <a:pt x="264632" y="376337"/>
                </a:cubicBezTo>
                <a:lnTo>
                  <a:pt x="136819" y="320701"/>
                </a:lnTo>
                <a:cubicBezTo>
                  <a:pt x="119032" y="313000"/>
                  <a:pt x="104550" y="290998"/>
                  <a:pt x="104550" y="271509"/>
                </a:cubicBezTo>
                <a:close/>
                <a:moveTo>
                  <a:pt x="300973" y="5"/>
                </a:moveTo>
                <a:cubicBezTo>
                  <a:pt x="312954" y="-93"/>
                  <a:pt x="324955" y="1479"/>
                  <a:pt x="334162" y="4701"/>
                </a:cubicBezTo>
                <a:lnTo>
                  <a:pt x="581267" y="92552"/>
                </a:lnTo>
                <a:cubicBezTo>
                  <a:pt x="596849" y="98053"/>
                  <a:pt x="599210" y="107168"/>
                  <a:pt x="588822" y="114398"/>
                </a:cubicBezTo>
                <a:lnTo>
                  <a:pt x="589136" y="114398"/>
                </a:lnTo>
                <a:lnTo>
                  <a:pt x="589136" y="270771"/>
                </a:lnTo>
                <a:lnTo>
                  <a:pt x="604718" y="321376"/>
                </a:lnTo>
                <a:lnTo>
                  <a:pt x="561278" y="321376"/>
                </a:lnTo>
                <a:lnTo>
                  <a:pt x="576388" y="271242"/>
                </a:lnTo>
                <a:lnTo>
                  <a:pt x="576388" y="120370"/>
                </a:lnTo>
                <a:lnTo>
                  <a:pt x="333376" y="222680"/>
                </a:lnTo>
                <a:cubicBezTo>
                  <a:pt x="315433" y="230224"/>
                  <a:pt x="286158" y="230695"/>
                  <a:pt x="268058" y="223780"/>
                </a:cubicBezTo>
                <a:lnTo>
                  <a:pt x="13556" y="125870"/>
                </a:lnTo>
                <a:cubicBezTo>
                  <a:pt x="-4544" y="118798"/>
                  <a:pt x="-4544" y="107640"/>
                  <a:pt x="13714" y="100882"/>
                </a:cubicBezTo>
                <a:lnTo>
                  <a:pt x="267901" y="5329"/>
                </a:lnTo>
                <a:cubicBezTo>
                  <a:pt x="277030" y="1872"/>
                  <a:pt x="288991" y="104"/>
                  <a:pt x="300973" y="5"/>
                </a:cubicBezTo>
                <a:close/>
              </a:path>
            </a:pathLst>
          </a:custGeom>
          <a:solidFill>
            <a:schemeClr val="bg1"/>
          </a:solidFill>
          <a:ln>
            <a:noFill/>
          </a:ln>
        </p:spPr>
        <p:txBody>
          <a:bodyPr/>
          <a:lstStyle/>
          <a:p>
            <a:endParaRPr lang="zh-CN" altLang="en-US" dirty="0">
              <a:latin typeface="微软雅黑" pitchFamily="34" charset="-122"/>
              <a:ea typeface="微软雅黑" pitchFamily="34" charset="-122"/>
              <a:cs typeface="思源黑体 CN Regular" panose="020B0500000000000000" charset="-122"/>
            </a:endParaRPr>
          </a:p>
        </p:txBody>
      </p:sp>
      <p:sp>
        <p:nvSpPr>
          <p:cNvPr id="34" name="觅知网-不倒翁ID:189359941"/>
          <p:cNvSpPr/>
          <p:nvPr>
            <p:custDataLst>
              <p:tags r:id="rId1"/>
            </p:custDataLst>
          </p:nvPr>
        </p:nvSpPr>
        <p:spPr>
          <a:xfrm>
            <a:off x="4121923" y="1915684"/>
            <a:ext cx="1569660" cy="369332"/>
          </a:xfrm>
          <a:prstGeom prst="rect">
            <a:avLst/>
          </a:prstGeom>
        </p:spPr>
        <p:txBody>
          <a:bodyPr wrap="none">
            <a:spAutoFit/>
          </a:bodyPr>
          <a:lstStyle/>
          <a:p>
            <a:pPr algn="ctr" defTabSz="1219200">
              <a:defRPr/>
            </a:pPr>
            <a:r>
              <a:rPr lang="zh-CN" altLang="en-US" kern="0" dirty="0">
                <a:solidFill>
                  <a:schemeClr val="bg1"/>
                </a:solidFill>
                <a:latin typeface="+mj-ea"/>
                <a:ea typeface="+mj-ea"/>
                <a:cs typeface="思源黑体 CN Regular" panose="020B0500000000000000" charset="-122"/>
              </a:rPr>
              <a:t>请添加小标题</a:t>
            </a:r>
            <a:endParaRPr lang="en-US" altLang="zh-CN" kern="0" dirty="0">
              <a:solidFill>
                <a:schemeClr val="bg1"/>
              </a:solidFill>
              <a:latin typeface="+mj-ea"/>
              <a:ea typeface="+mj-ea"/>
              <a:cs typeface="思源黑体 CN Regular" panose="020B0500000000000000" charset="-122"/>
            </a:endParaRPr>
          </a:p>
        </p:txBody>
      </p:sp>
      <p:sp>
        <p:nvSpPr>
          <p:cNvPr id="36" name="觅知网-不倒翁ID:189359941"/>
          <p:cNvSpPr/>
          <p:nvPr>
            <p:custDataLst>
              <p:tags r:id="rId2"/>
            </p:custDataLst>
          </p:nvPr>
        </p:nvSpPr>
        <p:spPr>
          <a:xfrm>
            <a:off x="6831910" y="1915684"/>
            <a:ext cx="1338828" cy="369332"/>
          </a:xfrm>
          <a:prstGeom prst="rect">
            <a:avLst/>
          </a:prstGeom>
        </p:spPr>
        <p:txBody>
          <a:bodyPr wrap="none">
            <a:spAutoFit/>
          </a:bodyPr>
          <a:lstStyle/>
          <a:p>
            <a:pPr algn="ctr" defTabSz="1219200">
              <a:defRPr/>
            </a:pPr>
            <a:r>
              <a:rPr lang="zh-CN" altLang="en-US" kern="0" dirty="0">
                <a:solidFill>
                  <a:schemeClr val="bg1"/>
                </a:solidFill>
                <a:latin typeface="+mj-ea"/>
                <a:ea typeface="+mj-ea"/>
                <a:cs typeface="思源黑体 CN Regular" panose="020B0500000000000000" charset="-122"/>
              </a:rPr>
              <a:t>添加小标题</a:t>
            </a:r>
            <a:endParaRPr lang="en-US" altLang="zh-CN" kern="0" dirty="0">
              <a:solidFill>
                <a:schemeClr val="bg1"/>
              </a:solidFill>
              <a:latin typeface="+mj-ea"/>
              <a:ea typeface="+mj-ea"/>
              <a:cs typeface="思源黑体 CN Regular" panose="020B0500000000000000" charset="-122"/>
            </a:endParaRPr>
          </a:p>
        </p:txBody>
      </p:sp>
      <p:sp>
        <p:nvSpPr>
          <p:cNvPr id="38" name="觅知网-不倒翁ID:189359941"/>
          <p:cNvSpPr/>
          <p:nvPr>
            <p:custDataLst>
              <p:tags r:id="rId3"/>
            </p:custDataLst>
          </p:nvPr>
        </p:nvSpPr>
        <p:spPr>
          <a:xfrm>
            <a:off x="9311063" y="1915684"/>
            <a:ext cx="1569660" cy="369332"/>
          </a:xfrm>
          <a:prstGeom prst="rect">
            <a:avLst/>
          </a:prstGeom>
        </p:spPr>
        <p:txBody>
          <a:bodyPr wrap="none">
            <a:spAutoFit/>
          </a:bodyPr>
          <a:lstStyle/>
          <a:p>
            <a:pPr algn="ctr" defTabSz="1219200">
              <a:defRPr/>
            </a:pPr>
            <a:r>
              <a:rPr lang="zh-CN" altLang="en-US" kern="0" dirty="0">
                <a:solidFill>
                  <a:schemeClr val="bg1"/>
                </a:solidFill>
                <a:latin typeface="+mj-ea"/>
                <a:ea typeface="+mj-ea"/>
                <a:cs typeface="思源黑体 CN Regular" panose="020B0500000000000000" charset="-122"/>
              </a:rPr>
              <a:t>请添加小标题</a:t>
            </a:r>
            <a:endParaRPr lang="en-US" altLang="zh-CN" kern="0" dirty="0">
              <a:solidFill>
                <a:schemeClr val="bg1"/>
              </a:solidFill>
              <a:latin typeface="+mj-ea"/>
              <a:ea typeface="+mj-ea"/>
              <a:cs typeface="思源黑体 CN Regular" panose="020B0500000000000000" charset="-122"/>
            </a:endParaRPr>
          </a:p>
        </p:txBody>
      </p:sp>
      <p:sp>
        <p:nvSpPr>
          <p:cNvPr id="41" name="觅知网-不倒翁ID:189359941"/>
          <p:cNvSpPr/>
          <p:nvPr>
            <p:custDataLst>
              <p:tags r:id="rId4"/>
            </p:custDataLst>
          </p:nvPr>
        </p:nvSpPr>
        <p:spPr>
          <a:xfrm>
            <a:off x="1378603" y="3994493"/>
            <a:ext cx="1569660" cy="369332"/>
          </a:xfrm>
          <a:prstGeom prst="rect">
            <a:avLst/>
          </a:prstGeom>
        </p:spPr>
        <p:txBody>
          <a:bodyPr wrap="none">
            <a:spAutoFit/>
          </a:bodyPr>
          <a:lstStyle/>
          <a:p>
            <a:pPr algn="ctr" defTabSz="1219200">
              <a:defRPr/>
            </a:pPr>
            <a:r>
              <a:rPr lang="zh-CN" altLang="en-US" kern="0" dirty="0">
                <a:solidFill>
                  <a:schemeClr val="bg1"/>
                </a:solidFill>
                <a:latin typeface="+mj-ea"/>
                <a:ea typeface="+mj-ea"/>
                <a:cs typeface="思源黑体 CN Regular" panose="020B0500000000000000" charset="-122"/>
              </a:rPr>
              <a:t>请添加小标题</a:t>
            </a:r>
            <a:endParaRPr lang="en-US" altLang="zh-CN" kern="0" dirty="0">
              <a:solidFill>
                <a:schemeClr val="bg1"/>
              </a:solidFill>
              <a:latin typeface="+mj-ea"/>
              <a:ea typeface="+mj-ea"/>
              <a:cs typeface="思源黑体 CN Regular" panose="020B0500000000000000" charset="-122"/>
            </a:endParaRPr>
          </a:p>
        </p:txBody>
      </p:sp>
      <p:sp>
        <p:nvSpPr>
          <p:cNvPr id="47" name="觅知网-不倒翁ID:189359941"/>
          <p:cNvSpPr/>
          <p:nvPr>
            <p:custDataLst>
              <p:tags r:id="rId5"/>
            </p:custDataLst>
          </p:nvPr>
        </p:nvSpPr>
        <p:spPr>
          <a:xfrm>
            <a:off x="3994140" y="3994493"/>
            <a:ext cx="1569660" cy="369332"/>
          </a:xfrm>
          <a:prstGeom prst="rect">
            <a:avLst/>
          </a:prstGeom>
        </p:spPr>
        <p:txBody>
          <a:bodyPr wrap="none">
            <a:spAutoFit/>
          </a:bodyPr>
          <a:lstStyle/>
          <a:p>
            <a:pPr algn="ctr" defTabSz="1219200">
              <a:defRPr/>
            </a:pPr>
            <a:r>
              <a:rPr lang="zh-CN" altLang="en-US" kern="0" dirty="0">
                <a:solidFill>
                  <a:schemeClr val="bg1"/>
                </a:solidFill>
                <a:latin typeface="+mj-ea"/>
                <a:ea typeface="+mj-ea"/>
                <a:cs typeface="思源黑体 CN Regular" panose="020B0500000000000000" charset="-122"/>
              </a:rPr>
              <a:t>请添加小标题</a:t>
            </a:r>
            <a:endParaRPr lang="en-US" altLang="zh-CN" kern="0" dirty="0">
              <a:solidFill>
                <a:schemeClr val="bg1"/>
              </a:solidFill>
              <a:latin typeface="+mj-ea"/>
              <a:ea typeface="+mj-ea"/>
              <a:cs typeface="思源黑体 CN Regular" panose="020B0500000000000000" charset="-122"/>
            </a:endParaRPr>
          </a:p>
        </p:txBody>
      </p:sp>
      <p:sp>
        <p:nvSpPr>
          <p:cNvPr id="53" name="觅知网-不倒翁ID:189359941"/>
          <p:cNvSpPr/>
          <p:nvPr>
            <p:custDataLst>
              <p:tags r:id="rId6"/>
            </p:custDataLst>
          </p:nvPr>
        </p:nvSpPr>
        <p:spPr>
          <a:xfrm>
            <a:off x="6639819" y="3994493"/>
            <a:ext cx="1569660" cy="369332"/>
          </a:xfrm>
          <a:prstGeom prst="rect">
            <a:avLst/>
          </a:prstGeom>
        </p:spPr>
        <p:txBody>
          <a:bodyPr wrap="none">
            <a:spAutoFit/>
          </a:bodyPr>
          <a:lstStyle/>
          <a:p>
            <a:pPr algn="ctr" defTabSz="1219200">
              <a:defRPr/>
            </a:pPr>
            <a:r>
              <a:rPr lang="zh-CN" altLang="en-US" kern="0" dirty="0">
                <a:solidFill>
                  <a:schemeClr val="bg1"/>
                </a:solidFill>
                <a:latin typeface="+mj-ea"/>
                <a:ea typeface="+mj-ea"/>
                <a:cs typeface="思源黑体 CN Regular" panose="020B0500000000000000" charset="-122"/>
              </a:rPr>
              <a:t>请添加小标题</a:t>
            </a:r>
            <a:endParaRPr lang="en-US" altLang="zh-CN" kern="0" dirty="0">
              <a:solidFill>
                <a:schemeClr val="bg1"/>
              </a:solidFill>
              <a:latin typeface="+mj-ea"/>
              <a:ea typeface="+mj-ea"/>
              <a:cs typeface="思源黑体 CN Regular" panose="020B0500000000000000" charset="-122"/>
            </a:endParaRPr>
          </a:p>
        </p:txBody>
      </p:sp>
      <p:sp>
        <p:nvSpPr>
          <p:cNvPr id="59" name="觅知网-不倒翁ID:189359941"/>
          <p:cNvSpPr/>
          <p:nvPr>
            <p:custDataLst>
              <p:tags r:id="rId7"/>
            </p:custDataLst>
          </p:nvPr>
        </p:nvSpPr>
        <p:spPr>
          <a:xfrm>
            <a:off x="9268683" y="3994493"/>
            <a:ext cx="1569660" cy="369332"/>
          </a:xfrm>
          <a:prstGeom prst="rect">
            <a:avLst/>
          </a:prstGeom>
        </p:spPr>
        <p:txBody>
          <a:bodyPr wrap="none">
            <a:spAutoFit/>
          </a:bodyPr>
          <a:lstStyle/>
          <a:p>
            <a:pPr algn="ctr" defTabSz="1219200">
              <a:defRPr/>
            </a:pPr>
            <a:r>
              <a:rPr lang="zh-CN" altLang="en-US" kern="0" dirty="0">
                <a:solidFill>
                  <a:schemeClr val="bg1"/>
                </a:solidFill>
                <a:latin typeface="+mj-ea"/>
                <a:ea typeface="+mj-ea"/>
                <a:cs typeface="思源黑体 CN Regular" panose="020B0500000000000000" charset="-122"/>
              </a:rPr>
              <a:t>请添加小标题</a:t>
            </a:r>
            <a:endParaRPr lang="en-US" altLang="zh-CN" kern="0" dirty="0">
              <a:solidFill>
                <a:schemeClr val="bg1"/>
              </a:solidFill>
              <a:latin typeface="+mj-ea"/>
              <a:ea typeface="+mj-ea"/>
              <a:cs typeface="思源黑体 CN Regular" panose="020B0500000000000000" charset="-122"/>
            </a:endParaRPr>
          </a:p>
        </p:txBody>
      </p:sp>
      <p:sp>
        <p:nvSpPr>
          <p:cNvPr id="2" name="文本框 1">
            <a:extLst>
              <a:ext uri="{FF2B5EF4-FFF2-40B4-BE49-F238E27FC236}">
                <a16:creationId xmlns:a16="http://schemas.microsoft.com/office/drawing/2014/main" id="{6FB20B37-20F7-118C-722E-B4B1F5EB4484}"/>
              </a:ext>
            </a:extLst>
          </p:cNvPr>
          <p:cNvSpPr txBox="1"/>
          <p:nvPr/>
        </p:nvSpPr>
        <p:spPr>
          <a:xfrm>
            <a:off x="672917" y="1412776"/>
            <a:ext cx="10813308" cy="369332"/>
          </a:xfrm>
          <a:prstGeom prst="rect">
            <a:avLst/>
          </a:prstGeom>
          <a:noFill/>
        </p:spPr>
        <p:txBody>
          <a:bodyPr wrap="square" rtlCol="0">
            <a:spAutoFit/>
          </a:bodyPr>
          <a:lstStyle/>
          <a:p>
            <a:r>
              <a:rPr lang="en-US" altLang="zh-CN" dirty="0"/>
              <a:t>3. </a:t>
            </a:r>
            <a:r>
              <a:rPr lang="zh-CN" altLang="en-US" dirty="0"/>
              <a:t>分类损失，交叉熵函数</a:t>
            </a:r>
          </a:p>
        </p:txBody>
      </p:sp>
      <p:pic>
        <p:nvPicPr>
          <p:cNvPr id="4" name="图片 3">
            <a:extLst>
              <a:ext uri="{FF2B5EF4-FFF2-40B4-BE49-F238E27FC236}">
                <a16:creationId xmlns:a16="http://schemas.microsoft.com/office/drawing/2014/main" id="{A791550B-7C05-365C-5458-B3061ACF05EE}"/>
              </a:ext>
            </a:extLst>
          </p:cNvPr>
          <p:cNvPicPr>
            <a:picLocks noChangeAspect="1"/>
          </p:cNvPicPr>
          <p:nvPr/>
        </p:nvPicPr>
        <p:blipFill>
          <a:blip r:embed="rId10"/>
          <a:stretch>
            <a:fillRect/>
          </a:stretch>
        </p:blipFill>
        <p:spPr>
          <a:xfrm>
            <a:off x="3999072" y="2080788"/>
            <a:ext cx="3562847" cy="866896"/>
          </a:xfrm>
          <a:prstGeom prst="rect">
            <a:avLst/>
          </a:prstGeom>
        </p:spPr>
      </p:pic>
      <p:sp>
        <p:nvSpPr>
          <p:cNvPr id="5" name="文本框 4">
            <a:extLst>
              <a:ext uri="{FF2B5EF4-FFF2-40B4-BE49-F238E27FC236}">
                <a16:creationId xmlns:a16="http://schemas.microsoft.com/office/drawing/2014/main" id="{CFF2B9BE-8978-A3B8-7289-B6C5FF3C33C9}"/>
              </a:ext>
            </a:extLst>
          </p:cNvPr>
          <p:cNvSpPr txBox="1"/>
          <p:nvPr/>
        </p:nvSpPr>
        <p:spPr>
          <a:xfrm>
            <a:off x="767408" y="3645024"/>
            <a:ext cx="8784976" cy="369332"/>
          </a:xfrm>
          <a:prstGeom prst="rect">
            <a:avLst/>
          </a:prstGeom>
          <a:noFill/>
        </p:spPr>
        <p:txBody>
          <a:bodyPr wrap="square" rtlCol="0">
            <a:spAutoFit/>
          </a:bodyPr>
          <a:lstStyle/>
          <a:p>
            <a:r>
              <a:rPr lang="zh-CN" altLang="en-US" dirty="0"/>
              <a:t>最终损失为回归损失与分类损失之和</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750"/>
                                  </p:stCondLst>
                                  <p:childTnLst>
                                    <p:set>
                                      <p:cBhvr>
                                        <p:cTn id="6" dur="1" fill="hold">
                                          <p:stCondLst>
                                            <p:cond delay="0"/>
                                          </p:stCondLst>
                                        </p:cTn>
                                        <p:tgtEl>
                                          <p:spTgt spid="34"/>
                                        </p:tgtEl>
                                        <p:attrNameLst>
                                          <p:attrName>style.visibility</p:attrName>
                                        </p:attrNameLst>
                                      </p:cBhvr>
                                      <p:to>
                                        <p:strVal val="visible"/>
                                      </p:to>
                                    </p:set>
                                    <p:anim from="0" to="1" calcmode="lin" valueType="num">
                                      <p:cBhvr>
                                        <p:cTn id="7" dur="500" fill="hold">
                                          <p:stCondLst>
                                            <p:cond delay="0"/>
                                          </p:stCondLst>
                                        </p:cTn>
                                        <p:tgtEl>
                                          <p:spTgt spid="34"/>
                                        </p:tgtEl>
                                        <p:attrNameLst>
                                          <p:attrName>style.opacity</p:attrName>
                                        </p:attrNameLst>
                                      </p:cBhvr>
                                    </p:anim>
                                    <p:anim to="" calcmode="lin" valueType="num">
                                      <p:cBhvr>
                                        <p:cTn id="8" dur="500" fill="hold">
                                          <p:stCondLst>
                                            <p:cond delay="0"/>
                                          </p:stCondLst>
                                        </p:cTn>
                                        <p:tgtEl>
                                          <p:spTgt spid="34"/>
                                        </p:tgtEl>
                                        <p:attrNameLst>
                                          <p:attrName>ppt_x</p:attrName>
                                        </p:attrNameLst>
                                      </p:cBhvr>
                                      <p:tavLst>
                                        <p:tav tm="0" fmla="$">
                                          <p:val>
                                            <p:strVal val="#ppt_x+.05"/>
                                          </p:val>
                                        </p:tav>
                                        <p:tav tm="100000" fmla="$">
                                          <p:val>
                                            <p:strVal val="#ppt_x"/>
                                          </p:val>
                                        </p:tav>
                                      </p:tavLst>
                                    </p:anim>
                                  </p:childTnLst>
                                </p:cTn>
                              </p:par>
                              <p:par>
                                <p:cTn id="9" presetID="10" presetClass="entr" presetSubtype="0" decel="100000" fill="hold" grpId="0" nodeType="withEffect">
                                  <p:stCondLst>
                                    <p:cond delay="1000"/>
                                  </p:stCondLst>
                                  <p:childTnLst>
                                    <p:set>
                                      <p:cBhvr>
                                        <p:cTn id="10" dur="1" fill="hold">
                                          <p:stCondLst>
                                            <p:cond delay="0"/>
                                          </p:stCondLst>
                                        </p:cTn>
                                        <p:tgtEl>
                                          <p:spTgt spid="36"/>
                                        </p:tgtEl>
                                        <p:attrNameLst>
                                          <p:attrName>style.visibility</p:attrName>
                                        </p:attrNameLst>
                                      </p:cBhvr>
                                      <p:to>
                                        <p:strVal val="visible"/>
                                      </p:to>
                                    </p:set>
                                    <p:anim from="0" to="1" calcmode="lin" valueType="num">
                                      <p:cBhvr>
                                        <p:cTn id="11" dur="500" fill="hold">
                                          <p:stCondLst>
                                            <p:cond delay="0"/>
                                          </p:stCondLst>
                                        </p:cTn>
                                        <p:tgtEl>
                                          <p:spTgt spid="36"/>
                                        </p:tgtEl>
                                        <p:attrNameLst>
                                          <p:attrName>style.opacity</p:attrName>
                                        </p:attrNameLst>
                                      </p:cBhvr>
                                    </p:anim>
                                    <p:anim to="" calcmode="lin" valueType="num">
                                      <p:cBhvr>
                                        <p:cTn id="12" dur="500" fill="hold">
                                          <p:stCondLst>
                                            <p:cond delay="0"/>
                                          </p:stCondLst>
                                        </p:cTn>
                                        <p:tgtEl>
                                          <p:spTgt spid="36"/>
                                        </p:tgtEl>
                                        <p:attrNameLst>
                                          <p:attrName>ppt_x</p:attrName>
                                        </p:attrNameLst>
                                      </p:cBhvr>
                                      <p:tavLst>
                                        <p:tav tm="0" fmla="$">
                                          <p:val>
                                            <p:strVal val="#ppt_x+.05"/>
                                          </p:val>
                                        </p:tav>
                                        <p:tav tm="100000" fmla="$">
                                          <p:val>
                                            <p:strVal val="#ppt_x"/>
                                          </p:val>
                                        </p:tav>
                                      </p:tavLst>
                                    </p:anim>
                                  </p:childTnLst>
                                </p:cTn>
                              </p:par>
                              <p:par>
                                <p:cTn id="13" presetID="10" presetClass="entr" presetSubtype="0" decel="100000" fill="hold" grpId="0" nodeType="withEffect">
                                  <p:stCondLst>
                                    <p:cond delay="1250"/>
                                  </p:stCondLst>
                                  <p:childTnLst>
                                    <p:set>
                                      <p:cBhvr>
                                        <p:cTn id="14" dur="1" fill="hold">
                                          <p:stCondLst>
                                            <p:cond delay="0"/>
                                          </p:stCondLst>
                                        </p:cTn>
                                        <p:tgtEl>
                                          <p:spTgt spid="38"/>
                                        </p:tgtEl>
                                        <p:attrNameLst>
                                          <p:attrName>style.visibility</p:attrName>
                                        </p:attrNameLst>
                                      </p:cBhvr>
                                      <p:to>
                                        <p:strVal val="visible"/>
                                      </p:to>
                                    </p:set>
                                    <p:anim from="0" to="1" calcmode="lin" valueType="num">
                                      <p:cBhvr>
                                        <p:cTn id="15" dur="500" fill="hold">
                                          <p:stCondLst>
                                            <p:cond delay="0"/>
                                          </p:stCondLst>
                                        </p:cTn>
                                        <p:tgtEl>
                                          <p:spTgt spid="38"/>
                                        </p:tgtEl>
                                        <p:attrNameLst>
                                          <p:attrName>style.opacity</p:attrName>
                                        </p:attrNameLst>
                                      </p:cBhvr>
                                    </p:anim>
                                    <p:anim to="" calcmode="lin" valueType="num">
                                      <p:cBhvr>
                                        <p:cTn id="16" dur="500" fill="hold">
                                          <p:stCondLst>
                                            <p:cond delay="0"/>
                                          </p:stCondLst>
                                        </p:cTn>
                                        <p:tgtEl>
                                          <p:spTgt spid="38"/>
                                        </p:tgtEl>
                                        <p:attrNameLst>
                                          <p:attrName>ppt_x</p:attrName>
                                        </p:attrNameLst>
                                      </p:cBhvr>
                                      <p:tavLst>
                                        <p:tav tm="0" fmla="$">
                                          <p:val>
                                            <p:strVal val="#ppt_x+.05"/>
                                          </p:val>
                                        </p:tav>
                                        <p:tav tm="100000" fmla="$">
                                          <p:val>
                                            <p:strVal val="#ppt_x"/>
                                          </p:val>
                                        </p:tav>
                                      </p:tavLst>
                                    </p:anim>
                                  </p:childTnLst>
                                </p:cTn>
                              </p:par>
                              <p:par>
                                <p:cTn id="17" presetID="10" presetClass="entr" presetSubtype="0" decel="100000" fill="hold" grpId="0" nodeType="withEffect">
                                  <p:stCondLst>
                                    <p:cond delay="500"/>
                                  </p:stCondLst>
                                  <p:childTnLst>
                                    <p:set>
                                      <p:cBhvr>
                                        <p:cTn id="18" dur="1" fill="hold">
                                          <p:stCondLst>
                                            <p:cond delay="0"/>
                                          </p:stCondLst>
                                        </p:cTn>
                                        <p:tgtEl>
                                          <p:spTgt spid="41"/>
                                        </p:tgtEl>
                                        <p:attrNameLst>
                                          <p:attrName>style.visibility</p:attrName>
                                        </p:attrNameLst>
                                      </p:cBhvr>
                                      <p:to>
                                        <p:strVal val="visible"/>
                                      </p:to>
                                    </p:set>
                                    <p:anim from="0" to="1" calcmode="lin" valueType="num">
                                      <p:cBhvr>
                                        <p:cTn id="19" dur="500" fill="hold">
                                          <p:stCondLst>
                                            <p:cond delay="0"/>
                                          </p:stCondLst>
                                        </p:cTn>
                                        <p:tgtEl>
                                          <p:spTgt spid="41"/>
                                        </p:tgtEl>
                                        <p:attrNameLst>
                                          <p:attrName>style.opacity</p:attrName>
                                        </p:attrNameLst>
                                      </p:cBhvr>
                                    </p:anim>
                                    <p:anim to="" calcmode="lin" valueType="num">
                                      <p:cBhvr>
                                        <p:cTn id="20" dur="500" fill="hold">
                                          <p:stCondLst>
                                            <p:cond delay="0"/>
                                          </p:stCondLst>
                                        </p:cTn>
                                        <p:tgtEl>
                                          <p:spTgt spid="41"/>
                                        </p:tgtEl>
                                        <p:attrNameLst>
                                          <p:attrName>ppt_x</p:attrName>
                                        </p:attrNameLst>
                                      </p:cBhvr>
                                      <p:tavLst>
                                        <p:tav tm="0" fmla="$">
                                          <p:val>
                                            <p:strVal val="#ppt_x+.05"/>
                                          </p:val>
                                        </p:tav>
                                        <p:tav tm="100000" fmla="$">
                                          <p:val>
                                            <p:strVal val="#ppt_x"/>
                                          </p:val>
                                        </p:tav>
                                      </p:tavLst>
                                    </p:anim>
                                  </p:childTnLst>
                                </p:cTn>
                              </p:par>
                              <p:par>
                                <p:cTn id="21" presetID="10" presetClass="entr" presetSubtype="0" decel="100000" fill="hold" grpId="0" nodeType="withEffect">
                                  <p:stCondLst>
                                    <p:cond delay="750"/>
                                  </p:stCondLst>
                                  <p:childTnLst>
                                    <p:set>
                                      <p:cBhvr>
                                        <p:cTn id="22" dur="1" fill="hold">
                                          <p:stCondLst>
                                            <p:cond delay="0"/>
                                          </p:stCondLst>
                                        </p:cTn>
                                        <p:tgtEl>
                                          <p:spTgt spid="47"/>
                                        </p:tgtEl>
                                        <p:attrNameLst>
                                          <p:attrName>style.visibility</p:attrName>
                                        </p:attrNameLst>
                                      </p:cBhvr>
                                      <p:to>
                                        <p:strVal val="visible"/>
                                      </p:to>
                                    </p:set>
                                    <p:anim from="0" to="1" calcmode="lin" valueType="num">
                                      <p:cBhvr>
                                        <p:cTn id="23" dur="500" fill="hold">
                                          <p:stCondLst>
                                            <p:cond delay="0"/>
                                          </p:stCondLst>
                                        </p:cTn>
                                        <p:tgtEl>
                                          <p:spTgt spid="47"/>
                                        </p:tgtEl>
                                        <p:attrNameLst>
                                          <p:attrName>style.opacity</p:attrName>
                                        </p:attrNameLst>
                                      </p:cBhvr>
                                    </p:anim>
                                    <p:anim to="" calcmode="lin" valueType="num">
                                      <p:cBhvr>
                                        <p:cTn id="24" dur="500" fill="hold">
                                          <p:stCondLst>
                                            <p:cond delay="0"/>
                                          </p:stCondLst>
                                        </p:cTn>
                                        <p:tgtEl>
                                          <p:spTgt spid="47"/>
                                        </p:tgtEl>
                                        <p:attrNameLst>
                                          <p:attrName>ppt_x</p:attrName>
                                        </p:attrNameLst>
                                      </p:cBhvr>
                                      <p:tavLst>
                                        <p:tav tm="0" fmla="$">
                                          <p:val>
                                            <p:strVal val="#ppt_x+.05"/>
                                          </p:val>
                                        </p:tav>
                                        <p:tav tm="100000" fmla="$">
                                          <p:val>
                                            <p:strVal val="#ppt_x"/>
                                          </p:val>
                                        </p:tav>
                                      </p:tavLst>
                                    </p:anim>
                                  </p:childTnLst>
                                </p:cTn>
                              </p:par>
                              <p:par>
                                <p:cTn id="25" presetID="10" presetClass="entr" presetSubtype="0" decel="100000" fill="hold" grpId="0" nodeType="withEffect">
                                  <p:stCondLst>
                                    <p:cond delay="1000"/>
                                  </p:stCondLst>
                                  <p:childTnLst>
                                    <p:set>
                                      <p:cBhvr>
                                        <p:cTn id="26" dur="1" fill="hold">
                                          <p:stCondLst>
                                            <p:cond delay="0"/>
                                          </p:stCondLst>
                                        </p:cTn>
                                        <p:tgtEl>
                                          <p:spTgt spid="53"/>
                                        </p:tgtEl>
                                        <p:attrNameLst>
                                          <p:attrName>style.visibility</p:attrName>
                                        </p:attrNameLst>
                                      </p:cBhvr>
                                      <p:to>
                                        <p:strVal val="visible"/>
                                      </p:to>
                                    </p:set>
                                    <p:anim from="0" to="1" calcmode="lin" valueType="num">
                                      <p:cBhvr>
                                        <p:cTn id="27" dur="500" fill="hold">
                                          <p:stCondLst>
                                            <p:cond delay="0"/>
                                          </p:stCondLst>
                                        </p:cTn>
                                        <p:tgtEl>
                                          <p:spTgt spid="53"/>
                                        </p:tgtEl>
                                        <p:attrNameLst>
                                          <p:attrName>style.opacity</p:attrName>
                                        </p:attrNameLst>
                                      </p:cBhvr>
                                    </p:anim>
                                    <p:anim to="" calcmode="lin" valueType="num">
                                      <p:cBhvr>
                                        <p:cTn id="28" dur="500" fill="hold">
                                          <p:stCondLst>
                                            <p:cond delay="0"/>
                                          </p:stCondLst>
                                        </p:cTn>
                                        <p:tgtEl>
                                          <p:spTgt spid="53"/>
                                        </p:tgtEl>
                                        <p:attrNameLst>
                                          <p:attrName>ppt_x</p:attrName>
                                        </p:attrNameLst>
                                      </p:cBhvr>
                                      <p:tavLst>
                                        <p:tav tm="0" fmla="$">
                                          <p:val>
                                            <p:strVal val="#ppt_x+.05"/>
                                          </p:val>
                                        </p:tav>
                                        <p:tav tm="100000" fmla="$">
                                          <p:val>
                                            <p:strVal val="#ppt_x"/>
                                          </p:val>
                                        </p:tav>
                                      </p:tavLst>
                                    </p:anim>
                                  </p:childTnLst>
                                </p:cTn>
                              </p:par>
                              <p:par>
                                <p:cTn id="29" presetID="10" presetClass="entr" presetSubtype="0" decel="100000" fill="hold" grpId="0" nodeType="withEffect">
                                  <p:stCondLst>
                                    <p:cond delay="1250"/>
                                  </p:stCondLst>
                                  <p:childTnLst>
                                    <p:set>
                                      <p:cBhvr>
                                        <p:cTn id="30" dur="1" fill="hold">
                                          <p:stCondLst>
                                            <p:cond delay="0"/>
                                          </p:stCondLst>
                                        </p:cTn>
                                        <p:tgtEl>
                                          <p:spTgt spid="59"/>
                                        </p:tgtEl>
                                        <p:attrNameLst>
                                          <p:attrName>style.visibility</p:attrName>
                                        </p:attrNameLst>
                                      </p:cBhvr>
                                      <p:to>
                                        <p:strVal val="visible"/>
                                      </p:to>
                                    </p:set>
                                    <p:anim from="0" to="1" calcmode="lin" valueType="num">
                                      <p:cBhvr>
                                        <p:cTn id="31" dur="500" fill="hold">
                                          <p:stCondLst>
                                            <p:cond delay="0"/>
                                          </p:stCondLst>
                                        </p:cTn>
                                        <p:tgtEl>
                                          <p:spTgt spid="59"/>
                                        </p:tgtEl>
                                        <p:attrNameLst>
                                          <p:attrName>style.opacity</p:attrName>
                                        </p:attrNameLst>
                                      </p:cBhvr>
                                    </p:anim>
                                    <p:anim to="" calcmode="lin" valueType="num">
                                      <p:cBhvr>
                                        <p:cTn id="32" dur="500" fill="hold">
                                          <p:stCondLst>
                                            <p:cond delay="0"/>
                                          </p:stCondLst>
                                        </p:cTn>
                                        <p:tgtEl>
                                          <p:spTgt spid="59"/>
                                        </p:tgtEl>
                                        <p:attrNameLst>
                                          <p:attrName>ppt_x</p:attrName>
                                        </p:attrNameLst>
                                      </p:cBhvr>
                                      <p:tavLst>
                                        <p:tav tm="0" fmla="$">
                                          <p:val>
                                            <p:strVal val="#ppt_x+.05"/>
                                          </p:val>
                                        </p:tav>
                                        <p:tav tm="100000" fmla="$">
                                          <p:val>
                                            <p:strVal val="#ppt_x"/>
                                          </p:val>
                                        </p:tav>
                                      </p:tavLst>
                                    </p:anim>
                                  </p:childTnLst>
                                </p:cTn>
                              </p:par>
                              <p:par>
                                <p:cTn id="33" presetID="10" presetClass="entr" presetSubtype="0" decel="100000" fill="hold" grpId="0" nodeType="withEffect">
                                  <p:stCondLst>
                                    <p:cond delay="0"/>
                                  </p:stCondLst>
                                  <p:iterate type="lt">
                                    <p:tmPct val="10000"/>
                                  </p:iterate>
                                  <p:childTnLst>
                                    <p:set>
                                      <p:cBhvr>
                                        <p:cTn id="34" dur="1" fill="hold">
                                          <p:stCondLst>
                                            <p:cond delay="0"/>
                                          </p:stCondLst>
                                        </p:cTn>
                                        <p:tgtEl>
                                          <p:spTgt spid="18"/>
                                        </p:tgtEl>
                                        <p:attrNameLst>
                                          <p:attrName>style.visibility</p:attrName>
                                        </p:attrNameLst>
                                      </p:cBhvr>
                                      <p:to>
                                        <p:strVal val="visible"/>
                                      </p:to>
                                    </p:set>
                                    <p:anim from="0" to="1" calcmode="lin" valueType="num">
                                      <p:cBhvr>
                                        <p:cTn id="35" dur="500" fill="hold">
                                          <p:stCondLst>
                                            <p:cond delay="0"/>
                                          </p:stCondLst>
                                        </p:cTn>
                                        <p:tgtEl>
                                          <p:spTgt spid="18"/>
                                        </p:tgtEl>
                                        <p:attrNameLst>
                                          <p:attrName>style.opacity</p:attrName>
                                        </p:attrNameLst>
                                      </p:cBhvr>
                                    </p:anim>
                                    <p:anim to="" calcmode="lin" valueType="num">
                                      <p:cBhvr>
                                        <p:cTn id="36" dur="500" fill="hold">
                                          <p:stCondLst>
                                            <p:cond delay="0"/>
                                          </p:stCondLst>
                                        </p:cTn>
                                        <p:tgtEl>
                                          <p:spTgt spid="18"/>
                                        </p:tgtEl>
                                        <p:attrNameLst>
                                          <p:attrName>ppt_y</p:attrName>
                                        </p:attrNameLst>
                                      </p:cBhvr>
                                      <p:tavLst>
                                        <p:tav tm="0" fmla="$">
                                          <p:val>
                                            <p:strVal val="#ppt_y+.05"/>
                                          </p:val>
                                        </p:tav>
                                        <p:tav tm="100000" fmla="$">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4" grpId="0"/>
      <p:bldP spid="36" grpId="0"/>
      <p:bldP spid="38" grpId="0"/>
      <p:bldP spid="41" grpId="0"/>
      <p:bldP spid="47" grpId="0"/>
      <p:bldP spid="53" grpId="0"/>
      <p:bldP spid="5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E2903-9DF0-1448-7A90-0C91AD430FC0}"/>
            </a:ext>
          </a:extLst>
        </p:cNvPr>
        <p:cNvGrpSpPr/>
        <p:nvPr/>
      </p:nvGrpSpPr>
      <p:grpSpPr>
        <a:xfrm>
          <a:off x="0" y="0"/>
          <a:ext cx="0" cy="0"/>
          <a:chOff x="0" y="0"/>
          <a:chExt cx="0" cy="0"/>
        </a:xfrm>
      </p:grpSpPr>
      <p:sp>
        <p:nvSpPr>
          <p:cNvPr id="18" name="觅知网-不倒翁ID:189359941">
            <a:extLst>
              <a:ext uri="{FF2B5EF4-FFF2-40B4-BE49-F238E27FC236}">
                <a16:creationId xmlns:a16="http://schemas.microsoft.com/office/drawing/2014/main" id="{D818F8AA-844C-7EE5-0594-167036F30D00}"/>
              </a:ext>
            </a:extLst>
          </p:cNvPr>
          <p:cNvSpPr txBox="1"/>
          <p:nvPr/>
        </p:nvSpPr>
        <p:spPr>
          <a:xfrm>
            <a:off x="557987" y="554591"/>
            <a:ext cx="4600135" cy="584775"/>
          </a:xfrm>
          <a:prstGeom prst="rect">
            <a:avLst/>
          </a:prstGeom>
          <a:noFill/>
        </p:spPr>
        <p:txBody>
          <a:bodyPr wrap="square" rtlCol="0">
            <a:spAutoFit/>
          </a:bodyPr>
          <a:lstStyle/>
          <a:p>
            <a:r>
              <a:rPr lang="zh-CN" altLang="en-US" sz="3200" dirty="0">
                <a:solidFill>
                  <a:schemeClr val="accent1"/>
                </a:solidFill>
                <a:latin typeface="+mj-ea"/>
                <a:ea typeface="+mj-ea"/>
                <a:cs typeface="思源黑体 CN Regular" panose="020B0500000000000000" charset="-122"/>
              </a:rPr>
              <a:t>数据增强</a:t>
            </a:r>
            <a:r>
              <a:rPr lang="en-US" altLang="zh-CN" sz="3200" dirty="0">
                <a:solidFill>
                  <a:schemeClr val="accent1"/>
                </a:solidFill>
                <a:latin typeface="+mj-ea"/>
                <a:ea typeface="+mj-ea"/>
                <a:cs typeface="思源黑体 CN Regular" panose="020B0500000000000000" charset="-122"/>
              </a:rPr>
              <a:t>——</a:t>
            </a:r>
            <a:r>
              <a:rPr lang="zh-CN" altLang="en-US" sz="3200" dirty="0">
                <a:solidFill>
                  <a:schemeClr val="accent1"/>
                </a:solidFill>
                <a:latin typeface="+mj-ea"/>
                <a:ea typeface="+mj-ea"/>
                <a:cs typeface="思源黑体 CN Regular" panose="020B0500000000000000" charset="-122"/>
              </a:rPr>
              <a:t>噪声函数</a:t>
            </a:r>
          </a:p>
        </p:txBody>
      </p:sp>
      <p:sp>
        <p:nvSpPr>
          <p:cNvPr id="19" name="觅知网-不倒翁ID:189359941">
            <a:extLst>
              <a:ext uri="{FF2B5EF4-FFF2-40B4-BE49-F238E27FC236}">
                <a16:creationId xmlns:a16="http://schemas.microsoft.com/office/drawing/2014/main" id="{C839A447-AD5B-6022-9619-4DC5F26729F1}"/>
              </a:ext>
            </a:extLst>
          </p:cNvPr>
          <p:cNvSpPr/>
          <p:nvPr/>
        </p:nvSpPr>
        <p:spPr>
          <a:xfrm>
            <a:off x="672917" y="1144775"/>
            <a:ext cx="1754511" cy="119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itchFamily="34" charset="-122"/>
              <a:ea typeface="微软雅黑" pitchFamily="34" charset="-122"/>
              <a:cs typeface="思源黑体 CN Regular" panose="020B0500000000000000" charset="-122"/>
            </a:endParaRPr>
          </a:p>
        </p:txBody>
      </p:sp>
      <p:cxnSp>
        <p:nvCxnSpPr>
          <p:cNvPr id="20" name="觅知网-不倒翁ID:189359941">
            <a:extLst>
              <a:ext uri="{FF2B5EF4-FFF2-40B4-BE49-F238E27FC236}">
                <a16:creationId xmlns:a16="http://schemas.microsoft.com/office/drawing/2014/main" id="{ABD838FB-2928-BE22-A3A2-8C64868C9978}"/>
              </a:ext>
            </a:extLst>
          </p:cNvPr>
          <p:cNvCxnSpPr/>
          <p:nvPr/>
        </p:nvCxnSpPr>
        <p:spPr>
          <a:xfrm>
            <a:off x="2427425" y="1201832"/>
            <a:ext cx="9058800"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觅知网-不倒翁ID:189359941">
            <a:extLst>
              <a:ext uri="{FF2B5EF4-FFF2-40B4-BE49-F238E27FC236}">
                <a16:creationId xmlns:a16="http://schemas.microsoft.com/office/drawing/2014/main" id="{BFCAB746-CA5B-512C-12E2-D216E605CECA}"/>
              </a:ext>
            </a:extLst>
          </p:cNvPr>
          <p:cNvSpPr>
            <a:spLocks noChangeAspect="1"/>
          </p:cNvSpPr>
          <p:nvPr/>
        </p:nvSpPr>
        <p:spPr bwMode="auto">
          <a:xfrm>
            <a:off x="9920304" y="692655"/>
            <a:ext cx="404625" cy="255675"/>
          </a:xfrm>
          <a:custGeom>
            <a:avLst/>
            <a:gdLst>
              <a:gd name="connsiteX0" fmla="*/ 104550 w 604718"/>
              <a:gd name="connsiteY0" fmla="*/ 208330 h 382112"/>
              <a:gd name="connsiteX1" fmla="*/ 156180 w 604718"/>
              <a:gd name="connsiteY1" fmla="*/ 208330 h 382112"/>
              <a:gd name="connsiteX2" fmla="*/ 261642 w 604718"/>
              <a:gd name="connsiteY2" fmla="*/ 248878 h 382112"/>
              <a:gd name="connsiteX3" fmla="*/ 298947 w 604718"/>
              <a:gd name="connsiteY3" fmla="*/ 255007 h 382112"/>
              <a:gd name="connsiteX4" fmla="*/ 340187 w 604718"/>
              <a:gd name="connsiteY4" fmla="*/ 247621 h 382112"/>
              <a:gd name="connsiteX5" fmla="*/ 433687 w 604718"/>
              <a:gd name="connsiteY5" fmla="*/ 208330 h 382112"/>
              <a:gd name="connsiteX6" fmla="*/ 490825 w 604718"/>
              <a:gd name="connsiteY6" fmla="*/ 208330 h 382112"/>
              <a:gd name="connsiteX7" fmla="*/ 490825 w 604718"/>
              <a:gd name="connsiteY7" fmla="*/ 271509 h 382112"/>
              <a:gd name="connsiteX8" fmla="*/ 458400 w 604718"/>
              <a:gd name="connsiteY8" fmla="*/ 320701 h 382112"/>
              <a:gd name="connsiteX9" fmla="*/ 329326 w 604718"/>
              <a:gd name="connsiteY9" fmla="*/ 376337 h 382112"/>
              <a:gd name="connsiteX10" fmla="*/ 264632 w 604718"/>
              <a:gd name="connsiteY10" fmla="*/ 376337 h 382112"/>
              <a:gd name="connsiteX11" fmla="*/ 136819 w 604718"/>
              <a:gd name="connsiteY11" fmla="*/ 320701 h 382112"/>
              <a:gd name="connsiteX12" fmla="*/ 104550 w 604718"/>
              <a:gd name="connsiteY12" fmla="*/ 271509 h 382112"/>
              <a:gd name="connsiteX13" fmla="*/ 300973 w 604718"/>
              <a:gd name="connsiteY13" fmla="*/ 5 h 382112"/>
              <a:gd name="connsiteX14" fmla="*/ 334162 w 604718"/>
              <a:gd name="connsiteY14" fmla="*/ 4701 h 382112"/>
              <a:gd name="connsiteX15" fmla="*/ 581267 w 604718"/>
              <a:gd name="connsiteY15" fmla="*/ 92552 h 382112"/>
              <a:gd name="connsiteX16" fmla="*/ 588822 w 604718"/>
              <a:gd name="connsiteY16" fmla="*/ 114398 h 382112"/>
              <a:gd name="connsiteX17" fmla="*/ 589136 w 604718"/>
              <a:gd name="connsiteY17" fmla="*/ 114398 h 382112"/>
              <a:gd name="connsiteX18" fmla="*/ 589136 w 604718"/>
              <a:gd name="connsiteY18" fmla="*/ 270771 h 382112"/>
              <a:gd name="connsiteX19" fmla="*/ 604718 w 604718"/>
              <a:gd name="connsiteY19" fmla="*/ 321376 h 382112"/>
              <a:gd name="connsiteX20" fmla="*/ 561278 w 604718"/>
              <a:gd name="connsiteY20" fmla="*/ 321376 h 382112"/>
              <a:gd name="connsiteX21" fmla="*/ 576388 w 604718"/>
              <a:gd name="connsiteY21" fmla="*/ 271242 h 382112"/>
              <a:gd name="connsiteX22" fmla="*/ 576388 w 604718"/>
              <a:gd name="connsiteY22" fmla="*/ 120370 h 382112"/>
              <a:gd name="connsiteX23" fmla="*/ 333376 w 604718"/>
              <a:gd name="connsiteY23" fmla="*/ 222680 h 382112"/>
              <a:gd name="connsiteX24" fmla="*/ 268058 w 604718"/>
              <a:gd name="connsiteY24" fmla="*/ 223780 h 382112"/>
              <a:gd name="connsiteX25" fmla="*/ 13556 w 604718"/>
              <a:gd name="connsiteY25" fmla="*/ 125870 h 382112"/>
              <a:gd name="connsiteX26" fmla="*/ 13714 w 604718"/>
              <a:gd name="connsiteY26" fmla="*/ 100882 h 382112"/>
              <a:gd name="connsiteX27" fmla="*/ 267901 w 604718"/>
              <a:gd name="connsiteY27" fmla="*/ 5329 h 382112"/>
              <a:gd name="connsiteX28" fmla="*/ 300973 w 604718"/>
              <a:gd name="connsiteY28" fmla="*/ 5 h 38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4718" h="382112">
                <a:moveTo>
                  <a:pt x="104550" y="208330"/>
                </a:moveTo>
                <a:lnTo>
                  <a:pt x="156180" y="208330"/>
                </a:lnTo>
                <a:lnTo>
                  <a:pt x="261642" y="248878"/>
                </a:lnTo>
                <a:cubicBezTo>
                  <a:pt x="274864" y="253907"/>
                  <a:pt x="289188" y="255007"/>
                  <a:pt x="298947" y="255007"/>
                </a:cubicBezTo>
                <a:cubicBezTo>
                  <a:pt x="314373" y="255007"/>
                  <a:pt x="329012" y="252493"/>
                  <a:pt x="340187" y="247621"/>
                </a:cubicBezTo>
                <a:lnTo>
                  <a:pt x="433687" y="208330"/>
                </a:lnTo>
                <a:lnTo>
                  <a:pt x="490825" y="208330"/>
                </a:lnTo>
                <a:lnTo>
                  <a:pt x="490825" y="271509"/>
                </a:lnTo>
                <a:cubicBezTo>
                  <a:pt x="490825" y="290998"/>
                  <a:pt x="476344" y="313000"/>
                  <a:pt x="458400" y="320701"/>
                </a:cubicBezTo>
                <a:lnTo>
                  <a:pt x="329326" y="376337"/>
                </a:lnTo>
                <a:cubicBezTo>
                  <a:pt x="311382" y="384038"/>
                  <a:pt x="282419" y="384038"/>
                  <a:pt x="264632" y="376337"/>
                </a:cubicBezTo>
                <a:lnTo>
                  <a:pt x="136819" y="320701"/>
                </a:lnTo>
                <a:cubicBezTo>
                  <a:pt x="119032" y="313000"/>
                  <a:pt x="104550" y="290998"/>
                  <a:pt x="104550" y="271509"/>
                </a:cubicBezTo>
                <a:close/>
                <a:moveTo>
                  <a:pt x="300973" y="5"/>
                </a:moveTo>
                <a:cubicBezTo>
                  <a:pt x="312954" y="-93"/>
                  <a:pt x="324955" y="1479"/>
                  <a:pt x="334162" y="4701"/>
                </a:cubicBezTo>
                <a:lnTo>
                  <a:pt x="581267" y="92552"/>
                </a:lnTo>
                <a:cubicBezTo>
                  <a:pt x="596849" y="98053"/>
                  <a:pt x="599210" y="107168"/>
                  <a:pt x="588822" y="114398"/>
                </a:cubicBezTo>
                <a:lnTo>
                  <a:pt x="589136" y="114398"/>
                </a:lnTo>
                <a:lnTo>
                  <a:pt x="589136" y="270771"/>
                </a:lnTo>
                <a:lnTo>
                  <a:pt x="604718" y="321376"/>
                </a:lnTo>
                <a:lnTo>
                  <a:pt x="561278" y="321376"/>
                </a:lnTo>
                <a:lnTo>
                  <a:pt x="576388" y="271242"/>
                </a:lnTo>
                <a:lnTo>
                  <a:pt x="576388" y="120370"/>
                </a:lnTo>
                <a:lnTo>
                  <a:pt x="333376" y="222680"/>
                </a:lnTo>
                <a:cubicBezTo>
                  <a:pt x="315433" y="230224"/>
                  <a:pt x="286158" y="230695"/>
                  <a:pt x="268058" y="223780"/>
                </a:cubicBezTo>
                <a:lnTo>
                  <a:pt x="13556" y="125870"/>
                </a:lnTo>
                <a:cubicBezTo>
                  <a:pt x="-4544" y="118798"/>
                  <a:pt x="-4544" y="107640"/>
                  <a:pt x="13714" y="100882"/>
                </a:cubicBezTo>
                <a:lnTo>
                  <a:pt x="267901" y="5329"/>
                </a:lnTo>
                <a:cubicBezTo>
                  <a:pt x="277030" y="1872"/>
                  <a:pt x="288991" y="104"/>
                  <a:pt x="300973" y="5"/>
                </a:cubicBezTo>
                <a:close/>
              </a:path>
            </a:pathLst>
          </a:custGeom>
          <a:solidFill>
            <a:schemeClr val="bg1"/>
          </a:solidFill>
          <a:ln>
            <a:noFill/>
          </a:ln>
        </p:spPr>
        <p:txBody>
          <a:bodyPr/>
          <a:lstStyle/>
          <a:p>
            <a:endParaRPr lang="zh-CN" altLang="en-US" dirty="0">
              <a:latin typeface="微软雅黑" pitchFamily="34" charset="-122"/>
              <a:ea typeface="微软雅黑" pitchFamily="34" charset="-122"/>
              <a:cs typeface="思源黑体 CN Regular" panose="020B0500000000000000" charset="-122"/>
            </a:endParaRPr>
          </a:p>
        </p:txBody>
      </p:sp>
      <p:sp>
        <p:nvSpPr>
          <p:cNvPr id="32" name="觅知网-不倒翁ID:189359941">
            <a:extLst>
              <a:ext uri="{FF2B5EF4-FFF2-40B4-BE49-F238E27FC236}">
                <a16:creationId xmlns:a16="http://schemas.microsoft.com/office/drawing/2014/main" id="{D03EACB1-5C21-4944-F14C-2298F5996B18}"/>
              </a:ext>
            </a:extLst>
          </p:cNvPr>
          <p:cNvSpPr/>
          <p:nvPr>
            <p:custDataLst>
              <p:tags r:id="rId1"/>
            </p:custDataLst>
          </p:nvPr>
        </p:nvSpPr>
        <p:spPr>
          <a:xfrm>
            <a:off x="1527352" y="1915684"/>
            <a:ext cx="1569660" cy="369332"/>
          </a:xfrm>
          <a:prstGeom prst="rect">
            <a:avLst/>
          </a:prstGeom>
        </p:spPr>
        <p:txBody>
          <a:bodyPr wrap="none">
            <a:spAutoFit/>
          </a:bodyPr>
          <a:lstStyle/>
          <a:p>
            <a:pPr algn="ctr" defTabSz="1219200">
              <a:defRPr/>
            </a:pPr>
            <a:r>
              <a:rPr lang="zh-CN" altLang="en-US" kern="0" dirty="0">
                <a:solidFill>
                  <a:schemeClr val="bg1"/>
                </a:solidFill>
                <a:latin typeface="+mj-ea"/>
                <a:ea typeface="+mj-ea"/>
                <a:cs typeface="思源黑体 CN Regular" panose="020B0500000000000000" charset="-122"/>
              </a:rPr>
              <a:t>请添加小标题</a:t>
            </a:r>
            <a:endParaRPr lang="en-US" altLang="zh-CN" kern="0" dirty="0">
              <a:solidFill>
                <a:schemeClr val="bg1"/>
              </a:solidFill>
              <a:latin typeface="+mj-ea"/>
              <a:ea typeface="+mj-ea"/>
              <a:cs typeface="思源黑体 CN Regular" panose="020B0500000000000000" charset="-122"/>
            </a:endParaRPr>
          </a:p>
        </p:txBody>
      </p:sp>
      <p:sp>
        <p:nvSpPr>
          <p:cNvPr id="34" name="觅知网-不倒翁ID:189359941">
            <a:extLst>
              <a:ext uri="{FF2B5EF4-FFF2-40B4-BE49-F238E27FC236}">
                <a16:creationId xmlns:a16="http://schemas.microsoft.com/office/drawing/2014/main" id="{A45FE3ED-CECF-627B-9B5D-9F83574CCCDB}"/>
              </a:ext>
            </a:extLst>
          </p:cNvPr>
          <p:cNvSpPr/>
          <p:nvPr>
            <p:custDataLst>
              <p:tags r:id="rId2"/>
            </p:custDataLst>
          </p:nvPr>
        </p:nvSpPr>
        <p:spPr>
          <a:xfrm>
            <a:off x="4121923" y="1915684"/>
            <a:ext cx="1569660" cy="369332"/>
          </a:xfrm>
          <a:prstGeom prst="rect">
            <a:avLst/>
          </a:prstGeom>
        </p:spPr>
        <p:txBody>
          <a:bodyPr wrap="none">
            <a:spAutoFit/>
          </a:bodyPr>
          <a:lstStyle/>
          <a:p>
            <a:pPr algn="ctr" defTabSz="1219200">
              <a:defRPr/>
            </a:pPr>
            <a:r>
              <a:rPr lang="zh-CN" altLang="en-US" kern="0" dirty="0">
                <a:solidFill>
                  <a:schemeClr val="bg1"/>
                </a:solidFill>
                <a:latin typeface="+mj-ea"/>
                <a:ea typeface="+mj-ea"/>
                <a:cs typeface="思源黑体 CN Regular" panose="020B0500000000000000" charset="-122"/>
              </a:rPr>
              <a:t>请添加小标题</a:t>
            </a:r>
            <a:endParaRPr lang="en-US" altLang="zh-CN" kern="0" dirty="0">
              <a:solidFill>
                <a:schemeClr val="bg1"/>
              </a:solidFill>
              <a:latin typeface="+mj-ea"/>
              <a:ea typeface="+mj-ea"/>
              <a:cs typeface="思源黑体 CN Regular" panose="020B0500000000000000" charset="-122"/>
            </a:endParaRPr>
          </a:p>
        </p:txBody>
      </p:sp>
      <p:sp>
        <p:nvSpPr>
          <p:cNvPr id="36" name="觅知网-不倒翁ID:189359941">
            <a:extLst>
              <a:ext uri="{FF2B5EF4-FFF2-40B4-BE49-F238E27FC236}">
                <a16:creationId xmlns:a16="http://schemas.microsoft.com/office/drawing/2014/main" id="{7EB9F1ED-D43C-0E63-69EA-DFEE8E0D625A}"/>
              </a:ext>
            </a:extLst>
          </p:cNvPr>
          <p:cNvSpPr/>
          <p:nvPr>
            <p:custDataLst>
              <p:tags r:id="rId3"/>
            </p:custDataLst>
          </p:nvPr>
        </p:nvSpPr>
        <p:spPr>
          <a:xfrm>
            <a:off x="6831910" y="1915684"/>
            <a:ext cx="1338828" cy="369332"/>
          </a:xfrm>
          <a:prstGeom prst="rect">
            <a:avLst/>
          </a:prstGeom>
        </p:spPr>
        <p:txBody>
          <a:bodyPr wrap="none">
            <a:spAutoFit/>
          </a:bodyPr>
          <a:lstStyle/>
          <a:p>
            <a:pPr algn="ctr" defTabSz="1219200">
              <a:defRPr/>
            </a:pPr>
            <a:r>
              <a:rPr lang="zh-CN" altLang="en-US" kern="0" dirty="0">
                <a:solidFill>
                  <a:schemeClr val="bg1"/>
                </a:solidFill>
                <a:latin typeface="+mj-ea"/>
                <a:ea typeface="+mj-ea"/>
                <a:cs typeface="思源黑体 CN Regular" panose="020B0500000000000000" charset="-122"/>
              </a:rPr>
              <a:t>添加小标题</a:t>
            </a:r>
            <a:endParaRPr lang="en-US" altLang="zh-CN" kern="0" dirty="0">
              <a:solidFill>
                <a:schemeClr val="bg1"/>
              </a:solidFill>
              <a:latin typeface="+mj-ea"/>
              <a:ea typeface="+mj-ea"/>
              <a:cs typeface="思源黑体 CN Regular" panose="020B0500000000000000" charset="-122"/>
            </a:endParaRPr>
          </a:p>
        </p:txBody>
      </p:sp>
      <p:sp>
        <p:nvSpPr>
          <p:cNvPr id="38" name="觅知网-不倒翁ID:189359941">
            <a:extLst>
              <a:ext uri="{FF2B5EF4-FFF2-40B4-BE49-F238E27FC236}">
                <a16:creationId xmlns:a16="http://schemas.microsoft.com/office/drawing/2014/main" id="{B07E12DF-CCBC-1C59-43D3-2FD51E51CEC7}"/>
              </a:ext>
            </a:extLst>
          </p:cNvPr>
          <p:cNvSpPr/>
          <p:nvPr>
            <p:custDataLst>
              <p:tags r:id="rId4"/>
            </p:custDataLst>
          </p:nvPr>
        </p:nvSpPr>
        <p:spPr>
          <a:xfrm>
            <a:off x="9311063" y="1915684"/>
            <a:ext cx="1569660" cy="369332"/>
          </a:xfrm>
          <a:prstGeom prst="rect">
            <a:avLst/>
          </a:prstGeom>
        </p:spPr>
        <p:txBody>
          <a:bodyPr wrap="none">
            <a:spAutoFit/>
          </a:bodyPr>
          <a:lstStyle/>
          <a:p>
            <a:pPr algn="ctr" defTabSz="1219200">
              <a:defRPr/>
            </a:pPr>
            <a:r>
              <a:rPr lang="zh-CN" altLang="en-US" kern="0" dirty="0">
                <a:solidFill>
                  <a:schemeClr val="bg1"/>
                </a:solidFill>
                <a:latin typeface="+mj-ea"/>
                <a:ea typeface="+mj-ea"/>
                <a:cs typeface="思源黑体 CN Regular" panose="020B0500000000000000" charset="-122"/>
              </a:rPr>
              <a:t>请添加小标题</a:t>
            </a:r>
            <a:endParaRPr lang="en-US" altLang="zh-CN" kern="0" dirty="0">
              <a:solidFill>
                <a:schemeClr val="bg1"/>
              </a:solidFill>
              <a:latin typeface="+mj-ea"/>
              <a:ea typeface="+mj-ea"/>
              <a:cs typeface="思源黑体 CN Regular" panose="020B0500000000000000" charset="-122"/>
            </a:endParaRPr>
          </a:p>
        </p:txBody>
      </p:sp>
      <p:sp>
        <p:nvSpPr>
          <p:cNvPr id="40" name="觅知网-不倒翁ID:189359941">
            <a:extLst>
              <a:ext uri="{FF2B5EF4-FFF2-40B4-BE49-F238E27FC236}">
                <a16:creationId xmlns:a16="http://schemas.microsoft.com/office/drawing/2014/main" id="{6201DA2F-192A-22F4-8EE2-8778B39DEA1B}"/>
              </a:ext>
            </a:extLst>
          </p:cNvPr>
          <p:cNvSpPr txBox="1"/>
          <p:nvPr>
            <p:custDataLst>
              <p:tags r:id="rId5"/>
            </p:custDataLst>
          </p:nvPr>
        </p:nvSpPr>
        <p:spPr>
          <a:xfrm>
            <a:off x="1026785" y="4406915"/>
            <a:ext cx="2273299" cy="120032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1200" dirty="0">
                <a:solidFill>
                  <a:schemeClr val="bg1"/>
                </a:solidFill>
                <a:latin typeface="微软雅黑" pitchFamily="34" charset="-122"/>
                <a:ea typeface="微软雅黑" pitchFamily="34" charset="-122"/>
                <a:cs typeface="思源黑体 CN Regular" panose="020B0500000000000000" charset="-122"/>
              </a:rPr>
              <a:t>单击此处输入你的正文，文字是您思想的提炼，为了最终演示发布的良好效果，请尽量言简意赅的阐述观点；</a:t>
            </a:r>
          </a:p>
        </p:txBody>
      </p:sp>
      <p:sp>
        <p:nvSpPr>
          <p:cNvPr id="41" name="觅知网-不倒翁ID:189359941">
            <a:extLst>
              <a:ext uri="{FF2B5EF4-FFF2-40B4-BE49-F238E27FC236}">
                <a16:creationId xmlns:a16="http://schemas.microsoft.com/office/drawing/2014/main" id="{A28B9DC0-1498-E23A-088D-6626B0DE1891}"/>
              </a:ext>
            </a:extLst>
          </p:cNvPr>
          <p:cNvSpPr/>
          <p:nvPr>
            <p:custDataLst>
              <p:tags r:id="rId6"/>
            </p:custDataLst>
          </p:nvPr>
        </p:nvSpPr>
        <p:spPr>
          <a:xfrm>
            <a:off x="1378603" y="3994493"/>
            <a:ext cx="1569660" cy="369332"/>
          </a:xfrm>
          <a:prstGeom prst="rect">
            <a:avLst/>
          </a:prstGeom>
        </p:spPr>
        <p:txBody>
          <a:bodyPr wrap="none">
            <a:spAutoFit/>
          </a:bodyPr>
          <a:lstStyle/>
          <a:p>
            <a:pPr algn="ctr" defTabSz="1219200">
              <a:defRPr/>
            </a:pPr>
            <a:r>
              <a:rPr lang="zh-CN" altLang="en-US" kern="0" dirty="0">
                <a:solidFill>
                  <a:schemeClr val="bg1"/>
                </a:solidFill>
                <a:latin typeface="+mj-ea"/>
                <a:ea typeface="+mj-ea"/>
                <a:cs typeface="思源黑体 CN Regular" panose="020B0500000000000000" charset="-122"/>
              </a:rPr>
              <a:t>请添加小标题</a:t>
            </a:r>
            <a:endParaRPr lang="en-US" altLang="zh-CN" kern="0" dirty="0">
              <a:solidFill>
                <a:schemeClr val="bg1"/>
              </a:solidFill>
              <a:latin typeface="+mj-ea"/>
              <a:ea typeface="+mj-ea"/>
              <a:cs typeface="思源黑体 CN Regular" panose="020B0500000000000000" charset="-122"/>
            </a:endParaRPr>
          </a:p>
        </p:txBody>
      </p:sp>
      <p:sp>
        <p:nvSpPr>
          <p:cNvPr id="46" name="觅知网-不倒翁ID:189359941">
            <a:extLst>
              <a:ext uri="{FF2B5EF4-FFF2-40B4-BE49-F238E27FC236}">
                <a16:creationId xmlns:a16="http://schemas.microsoft.com/office/drawing/2014/main" id="{700B19B7-D3C7-D5CC-C744-F0FAF7A0A338}"/>
              </a:ext>
            </a:extLst>
          </p:cNvPr>
          <p:cNvSpPr txBox="1"/>
          <p:nvPr>
            <p:custDataLst>
              <p:tags r:id="rId7"/>
            </p:custDataLst>
          </p:nvPr>
        </p:nvSpPr>
        <p:spPr>
          <a:xfrm>
            <a:off x="3642321" y="4406915"/>
            <a:ext cx="2273299" cy="120032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1200" dirty="0">
                <a:solidFill>
                  <a:schemeClr val="bg1"/>
                </a:solidFill>
                <a:latin typeface="微软雅黑" pitchFamily="34" charset="-122"/>
                <a:ea typeface="微软雅黑" pitchFamily="34" charset="-122"/>
                <a:cs typeface="思源黑体 CN Regular" panose="020B0500000000000000" charset="-122"/>
              </a:rPr>
              <a:t>单击此处输入你的正文，文字是您思想的提炼，为了最终演示发布的良好效果，请尽量言简意赅的阐述观点；</a:t>
            </a:r>
          </a:p>
        </p:txBody>
      </p:sp>
      <p:sp>
        <p:nvSpPr>
          <p:cNvPr id="47" name="觅知网-不倒翁ID:189359941">
            <a:extLst>
              <a:ext uri="{FF2B5EF4-FFF2-40B4-BE49-F238E27FC236}">
                <a16:creationId xmlns:a16="http://schemas.microsoft.com/office/drawing/2014/main" id="{A0CD2AE3-77BA-740F-8143-467BA744571D}"/>
              </a:ext>
            </a:extLst>
          </p:cNvPr>
          <p:cNvSpPr/>
          <p:nvPr>
            <p:custDataLst>
              <p:tags r:id="rId8"/>
            </p:custDataLst>
          </p:nvPr>
        </p:nvSpPr>
        <p:spPr>
          <a:xfrm>
            <a:off x="3994140" y="3994493"/>
            <a:ext cx="1569660" cy="369332"/>
          </a:xfrm>
          <a:prstGeom prst="rect">
            <a:avLst/>
          </a:prstGeom>
        </p:spPr>
        <p:txBody>
          <a:bodyPr wrap="none">
            <a:spAutoFit/>
          </a:bodyPr>
          <a:lstStyle/>
          <a:p>
            <a:pPr algn="ctr" defTabSz="1219200">
              <a:defRPr/>
            </a:pPr>
            <a:r>
              <a:rPr lang="zh-CN" altLang="en-US" kern="0" dirty="0">
                <a:solidFill>
                  <a:schemeClr val="bg1"/>
                </a:solidFill>
                <a:latin typeface="+mj-ea"/>
                <a:ea typeface="+mj-ea"/>
                <a:cs typeface="思源黑体 CN Regular" panose="020B0500000000000000" charset="-122"/>
              </a:rPr>
              <a:t>请添加小标题</a:t>
            </a:r>
            <a:endParaRPr lang="en-US" altLang="zh-CN" kern="0" dirty="0">
              <a:solidFill>
                <a:schemeClr val="bg1"/>
              </a:solidFill>
              <a:latin typeface="+mj-ea"/>
              <a:ea typeface="+mj-ea"/>
              <a:cs typeface="思源黑体 CN Regular" panose="020B0500000000000000" charset="-122"/>
            </a:endParaRPr>
          </a:p>
        </p:txBody>
      </p:sp>
      <p:sp>
        <p:nvSpPr>
          <p:cNvPr id="52" name="觅知网-不倒翁ID:189359941">
            <a:extLst>
              <a:ext uri="{FF2B5EF4-FFF2-40B4-BE49-F238E27FC236}">
                <a16:creationId xmlns:a16="http://schemas.microsoft.com/office/drawing/2014/main" id="{F1F0D54E-4843-E7E3-10B7-A4C537711D1A}"/>
              </a:ext>
            </a:extLst>
          </p:cNvPr>
          <p:cNvSpPr txBox="1"/>
          <p:nvPr>
            <p:custDataLst>
              <p:tags r:id="rId9"/>
            </p:custDataLst>
          </p:nvPr>
        </p:nvSpPr>
        <p:spPr>
          <a:xfrm>
            <a:off x="6287999" y="4406915"/>
            <a:ext cx="2273299" cy="120032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1200" dirty="0">
                <a:solidFill>
                  <a:schemeClr val="bg1"/>
                </a:solidFill>
                <a:latin typeface="微软雅黑" pitchFamily="34" charset="-122"/>
                <a:ea typeface="微软雅黑" pitchFamily="34" charset="-122"/>
                <a:cs typeface="思源黑体 CN Regular" panose="020B0500000000000000" charset="-122"/>
              </a:rPr>
              <a:t>单击此处输入你的正文，文字是您思想的提炼，为了最终演示发布的良好效果，请尽量言简意赅的阐述观点；</a:t>
            </a:r>
          </a:p>
        </p:txBody>
      </p:sp>
      <p:sp>
        <p:nvSpPr>
          <p:cNvPr id="53" name="觅知网-不倒翁ID:189359941">
            <a:extLst>
              <a:ext uri="{FF2B5EF4-FFF2-40B4-BE49-F238E27FC236}">
                <a16:creationId xmlns:a16="http://schemas.microsoft.com/office/drawing/2014/main" id="{53DF26BE-FD7D-3E57-56E7-5AC7FA859425}"/>
              </a:ext>
            </a:extLst>
          </p:cNvPr>
          <p:cNvSpPr/>
          <p:nvPr>
            <p:custDataLst>
              <p:tags r:id="rId10"/>
            </p:custDataLst>
          </p:nvPr>
        </p:nvSpPr>
        <p:spPr>
          <a:xfrm>
            <a:off x="6639819" y="3994493"/>
            <a:ext cx="1569660" cy="369332"/>
          </a:xfrm>
          <a:prstGeom prst="rect">
            <a:avLst/>
          </a:prstGeom>
        </p:spPr>
        <p:txBody>
          <a:bodyPr wrap="none">
            <a:spAutoFit/>
          </a:bodyPr>
          <a:lstStyle/>
          <a:p>
            <a:pPr algn="ctr" defTabSz="1219200">
              <a:defRPr/>
            </a:pPr>
            <a:r>
              <a:rPr lang="zh-CN" altLang="en-US" kern="0" dirty="0">
                <a:solidFill>
                  <a:schemeClr val="bg1"/>
                </a:solidFill>
                <a:latin typeface="+mj-ea"/>
                <a:ea typeface="+mj-ea"/>
                <a:cs typeface="思源黑体 CN Regular" panose="020B0500000000000000" charset="-122"/>
              </a:rPr>
              <a:t>请添加小标题</a:t>
            </a:r>
            <a:endParaRPr lang="en-US" altLang="zh-CN" kern="0" dirty="0">
              <a:solidFill>
                <a:schemeClr val="bg1"/>
              </a:solidFill>
              <a:latin typeface="+mj-ea"/>
              <a:ea typeface="+mj-ea"/>
              <a:cs typeface="思源黑体 CN Regular" panose="020B0500000000000000" charset="-122"/>
            </a:endParaRPr>
          </a:p>
        </p:txBody>
      </p:sp>
      <p:sp>
        <p:nvSpPr>
          <p:cNvPr id="58" name="觅知网-不倒翁ID:189359941">
            <a:extLst>
              <a:ext uri="{FF2B5EF4-FFF2-40B4-BE49-F238E27FC236}">
                <a16:creationId xmlns:a16="http://schemas.microsoft.com/office/drawing/2014/main" id="{55FC9578-8921-2F7E-05E6-8FB5742713E3}"/>
              </a:ext>
            </a:extLst>
          </p:cNvPr>
          <p:cNvSpPr txBox="1"/>
          <p:nvPr>
            <p:custDataLst>
              <p:tags r:id="rId11"/>
            </p:custDataLst>
          </p:nvPr>
        </p:nvSpPr>
        <p:spPr>
          <a:xfrm>
            <a:off x="8916864" y="4406915"/>
            <a:ext cx="2273299" cy="120032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1200" dirty="0">
                <a:solidFill>
                  <a:schemeClr val="bg1"/>
                </a:solidFill>
                <a:latin typeface="微软雅黑" pitchFamily="34" charset="-122"/>
                <a:ea typeface="微软雅黑" pitchFamily="34" charset="-122"/>
                <a:cs typeface="思源黑体 CN Regular" panose="020B0500000000000000" charset="-122"/>
              </a:rPr>
              <a:t>单击此处输入你的正文，文字是您思想的提炼，为了最终演示发布的良好效果，请尽量言简意赅的阐述观点；</a:t>
            </a:r>
          </a:p>
        </p:txBody>
      </p:sp>
      <p:sp>
        <p:nvSpPr>
          <p:cNvPr id="59" name="觅知网-不倒翁ID:189359941">
            <a:extLst>
              <a:ext uri="{FF2B5EF4-FFF2-40B4-BE49-F238E27FC236}">
                <a16:creationId xmlns:a16="http://schemas.microsoft.com/office/drawing/2014/main" id="{BF5DCE79-9352-A9B6-0A31-F74D77D89C03}"/>
              </a:ext>
            </a:extLst>
          </p:cNvPr>
          <p:cNvSpPr/>
          <p:nvPr>
            <p:custDataLst>
              <p:tags r:id="rId12"/>
            </p:custDataLst>
          </p:nvPr>
        </p:nvSpPr>
        <p:spPr>
          <a:xfrm>
            <a:off x="9268683" y="3994493"/>
            <a:ext cx="1569660" cy="369332"/>
          </a:xfrm>
          <a:prstGeom prst="rect">
            <a:avLst/>
          </a:prstGeom>
        </p:spPr>
        <p:txBody>
          <a:bodyPr wrap="none">
            <a:spAutoFit/>
          </a:bodyPr>
          <a:lstStyle/>
          <a:p>
            <a:pPr algn="ctr" defTabSz="1219200">
              <a:defRPr/>
            </a:pPr>
            <a:r>
              <a:rPr lang="zh-CN" altLang="en-US" kern="0" dirty="0">
                <a:solidFill>
                  <a:schemeClr val="bg1"/>
                </a:solidFill>
                <a:latin typeface="+mj-ea"/>
                <a:ea typeface="+mj-ea"/>
                <a:cs typeface="思源黑体 CN Regular" panose="020B0500000000000000" charset="-122"/>
              </a:rPr>
              <a:t>请添加小标题</a:t>
            </a:r>
            <a:endParaRPr lang="en-US" altLang="zh-CN" kern="0" dirty="0">
              <a:solidFill>
                <a:schemeClr val="bg1"/>
              </a:solidFill>
              <a:latin typeface="+mj-ea"/>
              <a:ea typeface="+mj-ea"/>
              <a:cs typeface="思源黑体 CN Regular" panose="020B0500000000000000" charset="-122"/>
            </a:endParaRPr>
          </a:p>
        </p:txBody>
      </p:sp>
      <p:sp>
        <p:nvSpPr>
          <p:cNvPr id="2" name="文本框 1">
            <a:extLst>
              <a:ext uri="{FF2B5EF4-FFF2-40B4-BE49-F238E27FC236}">
                <a16:creationId xmlns:a16="http://schemas.microsoft.com/office/drawing/2014/main" id="{83051F3F-3A8C-FAA9-0732-6DB3421B9AF4}"/>
              </a:ext>
            </a:extLst>
          </p:cNvPr>
          <p:cNvSpPr txBox="1"/>
          <p:nvPr/>
        </p:nvSpPr>
        <p:spPr>
          <a:xfrm>
            <a:off x="672917" y="1484784"/>
            <a:ext cx="4890883" cy="369332"/>
          </a:xfrm>
          <a:prstGeom prst="rect">
            <a:avLst/>
          </a:prstGeom>
          <a:noFill/>
        </p:spPr>
        <p:txBody>
          <a:bodyPr wrap="square" rtlCol="0">
            <a:spAutoFit/>
          </a:bodyPr>
          <a:lstStyle/>
          <a:p>
            <a:r>
              <a:rPr lang="zh-CN" altLang="en-US" dirty="0"/>
              <a:t>高斯分布噪声</a:t>
            </a:r>
          </a:p>
        </p:txBody>
      </p:sp>
      <p:pic>
        <p:nvPicPr>
          <p:cNvPr id="4" name="图片 3">
            <a:extLst>
              <a:ext uri="{FF2B5EF4-FFF2-40B4-BE49-F238E27FC236}">
                <a16:creationId xmlns:a16="http://schemas.microsoft.com/office/drawing/2014/main" id="{5A54D8D3-6726-586A-D475-E9586D8A4379}"/>
              </a:ext>
            </a:extLst>
          </p:cNvPr>
          <p:cNvPicPr>
            <a:picLocks noChangeAspect="1"/>
          </p:cNvPicPr>
          <p:nvPr/>
        </p:nvPicPr>
        <p:blipFill>
          <a:blip r:embed="rId15"/>
          <a:stretch>
            <a:fillRect/>
          </a:stretch>
        </p:blipFill>
        <p:spPr>
          <a:xfrm>
            <a:off x="7144991" y="1412776"/>
            <a:ext cx="4332144" cy="5084740"/>
          </a:xfrm>
          <a:prstGeom prst="rect">
            <a:avLst/>
          </a:prstGeom>
        </p:spPr>
      </p:pic>
      <p:sp>
        <p:nvSpPr>
          <p:cNvPr id="5" name="文本框 4">
            <a:extLst>
              <a:ext uri="{FF2B5EF4-FFF2-40B4-BE49-F238E27FC236}">
                <a16:creationId xmlns:a16="http://schemas.microsoft.com/office/drawing/2014/main" id="{B7194FC1-A172-B3BD-B6CF-1DFF1A6E9168}"/>
              </a:ext>
            </a:extLst>
          </p:cNvPr>
          <p:cNvSpPr txBox="1"/>
          <p:nvPr/>
        </p:nvSpPr>
        <p:spPr>
          <a:xfrm>
            <a:off x="767408" y="2100350"/>
            <a:ext cx="6064502" cy="646331"/>
          </a:xfrm>
          <a:prstGeom prst="rect">
            <a:avLst/>
          </a:prstGeom>
          <a:noFill/>
        </p:spPr>
        <p:txBody>
          <a:bodyPr wrap="square" rtlCol="0">
            <a:spAutoFit/>
          </a:bodyPr>
          <a:lstStyle/>
          <a:p>
            <a:r>
              <a:rPr lang="zh-CN" altLang="en-US" dirty="0"/>
              <a:t>高斯分布噪声的取值更倾向于均值附近，而均匀噪声则是等概率取值。</a:t>
            </a:r>
          </a:p>
        </p:txBody>
      </p:sp>
      <p:pic>
        <p:nvPicPr>
          <p:cNvPr id="7" name="图片 6">
            <a:extLst>
              <a:ext uri="{FF2B5EF4-FFF2-40B4-BE49-F238E27FC236}">
                <a16:creationId xmlns:a16="http://schemas.microsoft.com/office/drawing/2014/main" id="{57F90D49-25F2-0F3D-8109-6D27EB31CD85}"/>
              </a:ext>
            </a:extLst>
          </p:cNvPr>
          <p:cNvPicPr>
            <a:picLocks noChangeAspect="1"/>
          </p:cNvPicPr>
          <p:nvPr/>
        </p:nvPicPr>
        <p:blipFill>
          <a:blip r:embed="rId16"/>
          <a:stretch>
            <a:fillRect/>
          </a:stretch>
        </p:blipFill>
        <p:spPr>
          <a:xfrm>
            <a:off x="1988244" y="3166382"/>
            <a:ext cx="3124636" cy="714475"/>
          </a:xfrm>
          <a:prstGeom prst="rect">
            <a:avLst/>
          </a:prstGeom>
        </p:spPr>
      </p:pic>
      <p:pic>
        <p:nvPicPr>
          <p:cNvPr id="9" name="图片 8">
            <a:extLst>
              <a:ext uri="{FF2B5EF4-FFF2-40B4-BE49-F238E27FC236}">
                <a16:creationId xmlns:a16="http://schemas.microsoft.com/office/drawing/2014/main" id="{A1E284D7-C1AC-559D-6B53-1AF226DB2DC7}"/>
              </a:ext>
            </a:extLst>
          </p:cNvPr>
          <p:cNvPicPr>
            <a:picLocks noChangeAspect="1"/>
          </p:cNvPicPr>
          <p:nvPr/>
        </p:nvPicPr>
        <p:blipFill>
          <a:blip r:embed="rId17"/>
          <a:stretch>
            <a:fillRect/>
          </a:stretch>
        </p:blipFill>
        <p:spPr>
          <a:xfrm>
            <a:off x="2029802" y="4190867"/>
            <a:ext cx="2876951" cy="704948"/>
          </a:xfrm>
          <a:prstGeom prst="rect">
            <a:avLst/>
          </a:prstGeom>
        </p:spPr>
      </p:pic>
    </p:spTree>
    <p:extLst>
      <p:ext uri="{BB962C8B-B14F-4D97-AF65-F5344CB8AC3E}">
        <p14:creationId xmlns:p14="http://schemas.microsoft.com/office/powerpoint/2010/main" val="86308120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500"/>
                                  </p:stCondLst>
                                  <p:childTnLst>
                                    <p:set>
                                      <p:cBhvr>
                                        <p:cTn id="6" dur="1" fill="hold">
                                          <p:stCondLst>
                                            <p:cond delay="0"/>
                                          </p:stCondLst>
                                        </p:cTn>
                                        <p:tgtEl>
                                          <p:spTgt spid="32"/>
                                        </p:tgtEl>
                                        <p:attrNameLst>
                                          <p:attrName>style.visibility</p:attrName>
                                        </p:attrNameLst>
                                      </p:cBhvr>
                                      <p:to>
                                        <p:strVal val="visible"/>
                                      </p:to>
                                    </p:set>
                                    <p:anim from="0" to="1" calcmode="lin" valueType="num">
                                      <p:cBhvr>
                                        <p:cTn id="7" dur="500" fill="hold">
                                          <p:stCondLst>
                                            <p:cond delay="0"/>
                                          </p:stCondLst>
                                        </p:cTn>
                                        <p:tgtEl>
                                          <p:spTgt spid="32"/>
                                        </p:tgtEl>
                                        <p:attrNameLst>
                                          <p:attrName>style.opacity</p:attrName>
                                        </p:attrNameLst>
                                      </p:cBhvr>
                                    </p:anim>
                                    <p:anim to="" calcmode="lin" valueType="num">
                                      <p:cBhvr>
                                        <p:cTn id="8" dur="500" fill="hold">
                                          <p:stCondLst>
                                            <p:cond delay="0"/>
                                          </p:stCondLst>
                                        </p:cTn>
                                        <p:tgtEl>
                                          <p:spTgt spid="32"/>
                                        </p:tgtEl>
                                        <p:attrNameLst>
                                          <p:attrName>ppt_x</p:attrName>
                                        </p:attrNameLst>
                                      </p:cBhvr>
                                      <p:tavLst>
                                        <p:tav tm="0" fmla="$">
                                          <p:val>
                                            <p:strVal val="#ppt_x+.05"/>
                                          </p:val>
                                        </p:tav>
                                        <p:tav tm="100000" fmla="$">
                                          <p:val>
                                            <p:strVal val="#ppt_x"/>
                                          </p:val>
                                        </p:tav>
                                      </p:tavLst>
                                    </p:anim>
                                  </p:childTnLst>
                                </p:cTn>
                              </p:par>
                              <p:par>
                                <p:cTn id="9" presetID="10" presetClass="entr" presetSubtype="0" decel="100000" fill="hold" grpId="0" nodeType="withEffect">
                                  <p:stCondLst>
                                    <p:cond delay="750"/>
                                  </p:stCondLst>
                                  <p:childTnLst>
                                    <p:set>
                                      <p:cBhvr>
                                        <p:cTn id="10" dur="1" fill="hold">
                                          <p:stCondLst>
                                            <p:cond delay="0"/>
                                          </p:stCondLst>
                                        </p:cTn>
                                        <p:tgtEl>
                                          <p:spTgt spid="34"/>
                                        </p:tgtEl>
                                        <p:attrNameLst>
                                          <p:attrName>style.visibility</p:attrName>
                                        </p:attrNameLst>
                                      </p:cBhvr>
                                      <p:to>
                                        <p:strVal val="visible"/>
                                      </p:to>
                                    </p:set>
                                    <p:anim from="0" to="1" calcmode="lin" valueType="num">
                                      <p:cBhvr>
                                        <p:cTn id="11" dur="500" fill="hold">
                                          <p:stCondLst>
                                            <p:cond delay="0"/>
                                          </p:stCondLst>
                                        </p:cTn>
                                        <p:tgtEl>
                                          <p:spTgt spid="34"/>
                                        </p:tgtEl>
                                        <p:attrNameLst>
                                          <p:attrName>style.opacity</p:attrName>
                                        </p:attrNameLst>
                                      </p:cBhvr>
                                    </p:anim>
                                    <p:anim to="" calcmode="lin" valueType="num">
                                      <p:cBhvr>
                                        <p:cTn id="12" dur="500" fill="hold">
                                          <p:stCondLst>
                                            <p:cond delay="0"/>
                                          </p:stCondLst>
                                        </p:cTn>
                                        <p:tgtEl>
                                          <p:spTgt spid="34"/>
                                        </p:tgtEl>
                                        <p:attrNameLst>
                                          <p:attrName>ppt_x</p:attrName>
                                        </p:attrNameLst>
                                      </p:cBhvr>
                                      <p:tavLst>
                                        <p:tav tm="0" fmla="$">
                                          <p:val>
                                            <p:strVal val="#ppt_x+.05"/>
                                          </p:val>
                                        </p:tav>
                                        <p:tav tm="100000" fmla="$">
                                          <p:val>
                                            <p:strVal val="#ppt_x"/>
                                          </p:val>
                                        </p:tav>
                                      </p:tavLst>
                                    </p:anim>
                                  </p:childTnLst>
                                </p:cTn>
                              </p:par>
                              <p:par>
                                <p:cTn id="13" presetID="10" presetClass="entr" presetSubtype="0" decel="100000" fill="hold" grpId="0" nodeType="withEffect">
                                  <p:stCondLst>
                                    <p:cond delay="1000"/>
                                  </p:stCondLst>
                                  <p:childTnLst>
                                    <p:set>
                                      <p:cBhvr>
                                        <p:cTn id="14" dur="1" fill="hold">
                                          <p:stCondLst>
                                            <p:cond delay="0"/>
                                          </p:stCondLst>
                                        </p:cTn>
                                        <p:tgtEl>
                                          <p:spTgt spid="36"/>
                                        </p:tgtEl>
                                        <p:attrNameLst>
                                          <p:attrName>style.visibility</p:attrName>
                                        </p:attrNameLst>
                                      </p:cBhvr>
                                      <p:to>
                                        <p:strVal val="visible"/>
                                      </p:to>
                                    </p:set>
                                    <p:anim from="0" to="1" calcmode="lin" valueType="num">
                                      <p:cBhvr>
                                        <p:cTn id="15" dur="500" fill="hold">
                                          <p:stCondLst>
                                            <p:cond delay="0"/>
                                          </p:stCondLst>
                                        </p:cTn>
                                        <p:tgtEl>
                                          <p:spTgt spid="36"/>
                                        </p:tgtEl>
                                        <p:attrNameLst>
                                          <p:attrName>style.opacity</p:attrName>
                                        </p:attrNameLst>
                                      </p:cBhvr>
                                    </p:anim>
                                    <p:anim to="" calcmode="lin" valueType="num">
                                      <p:cBhvr>
                                        <p:cTn id="16" dur="500" fill="hold">
                                          <p:stCondLst>
                                            <p:cond delay="0"/>
                                          </p:stCondLst>
                                        </p:cTn>
                                        <p:tgtEl>
                                          <p:spTgt spid="36"/>
                                        </p:tgtEl>
                                        <p:attrNameLst>
                                          <p:attrName>ppt_x</p:attrName>
                                        </p:attrNameLst>
                                      </p:cBhvr>
                                      <p:tavLst>
                                        <p:tav tm="0" fmla="$">
                                          <p:val>
                                            <p:strVal val="#ppt_x+.05"/>
                                          </p:val>
                                        </p:tav>
                                        <p:tav tm="100000" fmla="$">
                                          <p:val>
                                            <p:strVal val="#ppt_x"/>
                                          </p:val>
                                        </p:tav>
                                      </p:tavLst>
                                    </p:anim>
                                  </p:childTnLst>
                                </p:cTn>
                              </p:par>
                              <p:par>
                                <p:cTn id="17" presetID="10" presetClass="entr" presetSubtype="0" decel="100000" fill="hold" grpId="0" nodeType="withEffect">
                                  <p:stCondLst>
                                    <p:cond delay="1250"/>
                                  </p:stCondLst>
                                  <p:childTnLst>
                                    <p:set>
                                      <p:cBhvr>
                                        <p:cTn id="18" dur="1" fill="hold">
                                          <p:stCondLst>
                                            <p:cond delay="0"/>
                                          </p:stCondLst>
                                        </p:cTn>
                                        <p:tgtEl>
                                          <p:spTgt spid="38"/>
                                        </p:tgtEl>
                                        <p:attrNameLst>
                                          <p:attrName>style.visibility</p:attrName>
                                        </p:attrNameLst>
                                      </p:cBhvr>
                                      <p:to>
                                        <p:strVal val="visible"/>
                                      </p:to>
                                    </p:set>
                                    <p:anim from="0" to="1" calcmode="lin" valueType="num">
                                      <p:cBhvr>
                                        <p:cTn id="19" dur="500" fill="hold">
                                          <p:stCondLst>
                                            <p:cond delay="0"/>
                                          </p:stCondLst>
                                        </p:cTn>
                                        <p:tgtEl>
                                          <p:spTgt spid="38"/>
                                        </p:tgtEl>
                                        <p:attrNameLst>
                                          <p:attrName>style.opacity</p:attrName>
                                        </p:attrNameLst>
                                      </p:cBhvr>
                                    </p:anim>
                                    <p:anim to="" calcmode="lin" valueType="num">
                                      <p:cBhvr>
                                        <p:cTn id="20" dur="500" fill="hold">
                                          <p:stCondLst>
                                            <p:cond delay="0"/>
                                          </p:stCondLst>
                                        </p:cTn>
                                        <p:tgtEl>
                                          <p:spTgt spid="38"/>
                                        </p:tgtEl>
                                        <p:attrNameLst>
                                          <p:attrName>ppt_x</p:attrName>
                                        </p:attrNameLst>
                                      </p:cBhvr>
                                      <p:tavLst>
                                        <p:tav tm="0" fmla="$">
                                          <p:val>
                                            <p:strVal val="#ppt_x+.05"/>
                                          </p:val>
                                        </p:tav>
                                        <p:tav tm="100000" fmla="$">
                                          <p:val>
                                            <p:strVal val="#ppt_x"/>
                                          </p:val>
                                        </p:tav>
                                      </p:tavLst>
                                    </p:anim>
                                  </p:childTnLst>
                                </p:cTn>
                              </p:par>
                              <p:par>
                                <p:cTn id="21" presetID="10" presetClass="entr" presetSubtype="0" decel="100000" fill="hold" grpId="0" nodeType="withEffect">
                                  <p:stCondLst>
                                    <p:cond delay="500"/>
                                  </p:stCondLst>
                                  <p:childTnLst>
                                    <p:set>
                                      <p:cBhvr>
                                        <p:cTn id="22" dur="1" fill="hold">
                                          <p:stCondLst>
                                            <p:cond delay="0"/>
                                          </p:stCondLst>
                                        </p:cTn>
                                        <p:tgtEl>
                                          <p:spTgt spid="40"/>
                                        </p:tgtEl>
                                        <p:attrNameLst>
                                          <p:attrName>style.visibility</p:attrName>
                                        </p:attrNameLst>
                                      </p:cBhvr>
                                      <p:to>
                                        <p:strVal val="visible"/>
                                      </p:to>
                                    </p:set>
                                    <p:anim from="0" to="1" calcmode="lin" valueType="num">
                                      <p:cBhvr>
                                        <p:cTn id="23" dur="500" fill="hold">
                                          <p:stCondLst>
                                            <p:cond delay="0"/>
                                          </p:stCondLst>
                                        </p:cTn>
                                        <p:tgtEl>
                                          <p:spTgt spid="40"/>
                                        </p:tgtEl>
                                        <p:attrNameLst>
                                          <p:attrName>style.opacity</p:attrName>
                                        </p:attrNameLst>
                                      </p:cBhvr>
                                    </p:anim>
                                    <p:anim to="" calcmode="lin" valueType="num">
                                      <p:cBhvr>
                                        <p:cTn id="24" dur="500" fill="hold">
                                          <p:stCondLst>
                                            <p:cond delay="0"/>
                                          </p:stCondLst>
                                        </p:cTn>
                                        <p:tgtEl>
                                          <p:spTgt spid="40"/>
                                        </p:tgtEl>
                                        <p:attrNameLst>
                                          <p:attrName>ppt_x</p:attrName>
                                        </p:attrNameLst>
                                      </p:cBhvr>
                                      <p:tavLst>
                                        <p:tav tm="0" fmla="$">
                                          <p:val>
                                            <p:strVal val="#ppt_x+.05"/>
                                          </p:val>
                                        </p:tav>
                                        <p:tav tm="100000" fmla="$">
                                          <p:val>
                                            <p:strVal val="#ppt_x"/>
                                          </p:val>
                                        </p:tav>
                                      </p:tavLst>
                                    </p:anim>
                                  </p:childTnLst>
                                </p:cTn>
                              </p:par>
                              <p:par>
                                <p:cTn id="25" presetID="10" presetClass="entr" presetSubtype="0" decel="100000" fill="hold" grpId="0" nodeType="withEffect">
                                  <p:stCondLst>
                                    <p:cond delay="500"/>
                                  </p:stCondLst>
                                  <p:childTnLst>
                                    <p:set>
                                      <p:cBhvr>
                                        <p:cTn id="26" dur="1" fill="hold">
                                          <p:stCondLst>
                                            <p:cond delay="0"/>
                                          </p:stCondLst>
                                        </p:cTn>
                                        <p:tgtEl>
                                          <p:spTgt spid="41"/>
                                        </p:tgtEl>
                                        <p:attrNameLst>
                                          <p:attrName>style.visibility</p:attrName>
                                        </p:attrNameLst>
                                      </p:cBhvr>
                                      <p:to>
                                        <p:strVal val="visible"/>
                                      </p:to>
                                    </p:set>
                                    <p:anim from="0" to="1" calcmode="lin" valueType="num">
                                      <p:cBhvr>
                                        <p:cTn id="27" dur="500" fill="hold">
                                          <p:stCondLst>
                                            <p:cond delay="0"/>
                                          </p:stCondLst>
                                        </p:cTn>
                                        <p:tgtEl>
                                          <p:spTgt spid="41"/>
                                        </p:tgtEl>
                                        <p:attrNameLst>
                                          <p:attrName>style.opacity</p:attrName>
                                        </p:attrNameLst>
                                      </p:cBhvr>
                                    </p:anim>
                                    <p:anim to="" calcmode="lin" valueType="num">
                                      <p:cBhvr>
                                        <p:cTn id="28" dur="500" fill="hold">
                                          <p:stCondLst>
                                            <p:cond delay="0"/>
                                          </p:stCondLst>
                                        </p:cTn>
                                        <p:tgtEl>
                                          <p:spTgt spid="41"/>
                                        </p:tgtEl>
                                        <p:attrNameLst>
                                          <p:attrName>ppt_x</p:attrName>
                                        </p:attrNameLst>
                                      </p:cBhvr>
                                      <p:tavLst>
                                        <p:tav tm="0" fmla="$">
                                          <p:val>
                                            <p:strVal val="#ppt_x+.05"/>
                                          </p:val>
                                        </p:tav>
                                        <p:tav tm="100000" fmla="$">
                                          <p:val>
                                            <p:strVal val="#ppt_x"/>
                                          </p:val>
                                        </p:tav>
                                      </p:tavLst>
                                    </p:anim>
                                  </p:childTnLst>
                                </p:cTn>
                              </p:par>
                              <p:par>
                                <p:cTn id="29" presetID="10" presetClass="entr" presetSubtype="0" decel="100000" fill="hold" grpId="0" nodeType="withEffect">
                                  <p:stCondLst>
                                    <p:cond delay="750"/>
                                  </p:stCondLst>
                                  <p:childTnLst>
                                    <p:set>
                                      <p:cBhvr>
                                        <p:cTn id="30" dur="1" fill="hold">
                                          <p:stCondLst>
                                            <p:cond delay="0"/>
                                          </p:stCondLst>
                                        </p:cTn>
                                        <p:tgtEl>
                                          <p:spTgt spid="46"/>
                                        </p:tgtEl>
                                        <p:attrNameLst>
                                          <p:attrName>style.visibility</p:attrName>
                                        </p:attrNameLst>
                                      </p:cBhvr>
                                      <p:to>
                                        <p:strVal val="visible"/>
                                      </p:to>
                                    </p:set>
                                    <p:anim from="0" to="1" calcmode="lin" valueType="num">
                                      <p:cBhvr>
                                        <p:cTn id="31" dur="500" fill="hold">
                                          <p:stCondLst>
                                            <p:cond delay="0"/>
                                          </p:stCondLst>
                                        </p:cTn>
                                        <p:tgtEl>
                                          <p:spTgt spid="46"/>
                                        </p:tgtEl>
                                        <p:attrNameLst>
                                          <p:attrName>style.opacity</p:attrName>
                                        </p:attrNameLst>
                                      </p:cBhvr>
                                    </p:anim>
                                    <p:anim to="" calcmode="lin" valueType="num">
                                      <p:cBhvr>
                                        <p:cTn id="32" dur="500" fill="hold">
                                          <p:stCondLst>
                                            <p:cond delay="0"/>
                                          </p:stCondLst>
                                        </p:cTn>
                                        <p:tgtEl>
                                          <p:spTgt spid="46"/>
                                        </p:tgtEl>
                                        <p:attrNameLst>
                                          <p:attrName>ppt_x</p:attrName>
                                        </p:attrNameLst>
                                      </p:cBhvr>
                                      <p:tavLst>
                                        <p:tav tm="0" fmla="$">
                                          <p:val>
                                            <p:strVal val="#ppt_x+.05"/>
                                          </p:val>
                                        </p:tav>
                                        <p:tav tm="100000" fmla="$">
                                          <p:val>
                                            <p:strVal val="#ppt_x"/>
                                          </p:val>
                                        </p:tav>
                                      </p:tavLst>
                                    </p:anim>
                                  </p:childTnLst>
                                </p:cTn>
                              </p:par>
                              <p:par>
                                <p:cTn id="33" presetID="10" presetClass="entr" presetSubtype="0" decel="100000" fill="hold" grpId="0" nodeType="withEffect">
                                  <p:stCondLst>
                                    <p:cond delay="750"/>
                                  </p:stCondLst>
                                  <p:childTnLst>
                                    <p:set>
                                      <p:cBhvr>
                                        <p:cTn id="34" dur="1" fill="hold">
                                          <p:stCondLst>
                                            <p:cond delay="0"/>
                                          </p:stCondLst>
                                        </p:cTn>
                                        <p:tgtEl>
                                          <p:spTgt spid="47"/>
                                        </p:tgtEl>
                                        <p:attrNameLst>
                                          <p:attrName>style.visibility</p:attrName>
                                        </p:attrNameLst>
                                      </p:cBhvr>
                                      <p:to>
                                        <p:strVal val="visible"/>
                                      </p:to>
                                    </p:set>
                                    <p:anim from="0" to="1" calcmode="lin" valueType="num">
                                      <p:cBhvr>
                                        <p:cTn id="35" dur="500" fill="hold">
                                          <p:stCondLst>
                                            <p:cond delay="0"/>
                                          </p:stCondLst>
                                        </p:cTn>
                                        <p:tgtEl>
                                          <p:spTgt spid="47"/>
                                        </p:tgtEl>
                                        <p:attrNameLst>
                                          <p:attrName>style.opacity</p:attrName>
                                        </p:attrNameLst>
                                      </p:cBhvr>
                                    </p:anim>
                                    <p:anim to="" calcmode="lin" valueType="num">
                                      <p:cBhvr>
                                        <p:cTn id="36" dur="500" fill="hold">
                                          <p:stCondLst>
                                            <p:cond delay="0"/>
                                          </p:stCondLst>
                                        </p:cTn>
                                        <p:tgtEl>
                                          <p:spTgt spid="47"/>
                                        </p:tgtEl>
                                        <p:attrNameLst>
                                          <p:attrName>ppt_x</p:attrName>
                                        </p:attrNameLst>
                                      </p:cBhvr>
                                      <p:tavLst>
                                        <p:tav tm="0" fmla="$">
                                          <p:val>
                                            <p:strVal val="#ppt_x+.05"/>
                                          </p:val>
                                        </p:tav>
                                        <p:tav tm="100000" fmla="$">
                                          <p:val>
                                            <p:strVal val="#ppt_x"/>
                                          </p:val>
                                        </p:tav>
                                      </p:tavLst>
                                    </p:anim>
                                  </p:childTnLst>
                                </p:cTn>
                              </p:par>
                              <p:par>
                                <p:cTn id="37" presetID="10" presetClass="entr" presetSubtype="0" decel="100000" fill="hold" grpId="0" nodeType="withEffect">
                                  <p:stCondLst>
                                    <p:cond delay="1000"/>
                                  </p:stCondLst>
                                  <p:childTnLst>
                                    <p:set>
                                      <p:cBhvr>
                                        <p:cTn id="38" dur="1" fill="hold">
                                          <p:stCondLst>
                                            <p:cond delay="0"/>
                                          </p:stCondLst>
                                        </p:cTn>
                                        <p:tgtEl>
                                          <p:spTgt spid="52"/>
                                        </p:tgtEl>
                                        <p:attrNameLst>
                                          <p:attrName>style.visibility</p:attrName>
                                        </p:attrNameLst>
                                      </p:cBhvr>
                                      <p:to>
                                        <p:strVal val="visible"/>
                                      </p:to>
                                    </p:set>
                                    <p:anim from="0" to="1" calcmode="lin" valueType="num">
                                      <p:cBhvr>
                                        <p:cTn id="39" dur="500" fill="hold">
                                          <p:stCondLst>
                                            <p:cond delay="0"/>
                                          </p:stCondLst>
                                        </p:cTn>
                                        <p:tgtEl>
                                          <p:spTgt spid="52"/>
                                        </p:tgtEl>
                                        <p:attrNameLst>
                                          <p:attrName>style.opacity</p:attrName>
                                        </p:attrNameLst>
                                      </p:cBhvr>
                                    </p:anim>
                                    <p:anim to="" calcmode="lin" valueType="num">
                                      <p:cBhvr>
                                        <p:cTn id="40" dur="500" fill="hold">
                                          <p:stCondLst>
                                            <p:cond delay="0"/>
                                          </p:stCondLst>
                                        </p:cTn>
                                        <p:tgtEl>
                                          <p:spTgt spid="52"/>
                                        </p:tgtEl>
                                        <p:attrNameLst>
                                          <p:attrName>ppt_x</p:attrName>
                                        </p:attrNameLst>
                                      </p:cBhvr>
                                      <p:tavLst>
                                        <p:tav tm="0" fmla="$">
                                          <p:val>
                                            <p:strVal val="#ppt_x+.05"/>
                                          </p:val>
                                        </p:tav>
                                        <p:tav tm="100000" fmla="$">
                                          <p:val>
                                            <p:strVal val="#ppt_x"/>
                                          </p:val>
                                        </p:tav>
                                      </p:tavLst>
                                    </p:anim>
                                  </p:childTnLst>
                                </p:cTn>
                              </p:par>
                              <p:par>
                                <p:cTn id="41" presetID="10" presetClass="entr" presetSubtype="0" decel="100000" fill="hold" grpId="0" nodeType="withEffect">
                                  <p:stCondLst>
                                    <p:cond delay="1000"/>
                                  </p:stCondLst>
                                  <p:childTnLst>
                                    <p:set>
                                      <p:cBhvr>
                                        <p:cTn id="42" dur="1" fill="hold">
                                          <p:stCondLst>
                                            <p:cond delay="0"/>
                                          </p:stCondLst>
                                        </p:cTn>
                                        <p:tgtEl>
                                          <p:spTgt spid="53"/>
                                        </p:tgtEl>
                                        <p:attrNameLst>
                                          <p:attrName>style.visibility</p:attrName>
                                        </p:attrNameLst>
                                      </p:cBhvr>
                                      <p:to>
                                        <p:strVal val="visible"/>
                                      </p:to>
                                    </p:set>
                                    <p:anim from="0" to="1" calcmode="lin" valueType="num">
                                      <p:cBhvr>
                                        <p:cTn id="43" dur="500" fill="hold">
                                          <p:stCondLst>
                                            <p:cond delay="0"/>
                                          </p:stCondLst>
                                        </p:cTn>
                                        <p:tgtEl>
                                          <p:spTgt spid="53"/>
                                        </p:tgtEl>
                                        <p:attrNameLst>
                                          <p:attrName>style.opacity</p:attrName>
                                        </p:attrNameLst>
                                      </p:cBhvr>
                                    </p:anim>
                                    <p:anim to="" calcmode="lin" valueType="num">
                                      <p:cBhvr>
                                        <p:cTn id="44" dur="500" fill="hold">
                                          <p:stCondLst>
                                            <p:cond delay="0"/>
                                          </p:stCondLst>
                                        </p:cTn>
                                        <p:tgtEl>
                                          <p:spTgt spid="53"/>
                                        </p:tgtEl>
                                        <p:attrNameLst>
                                          <p:attrName>ppt_x</p:attrName>
                                        </p:attrNameLst>
                                      </p:cBhvr>
                                      <p:tavLst>
                                        <p:tav tm="0" fmla="$">
                                          <p:val>
                                            <p:strVal val="#ppt_x+.05"/>
                                          </p:val>
                                        </p:tav>
                                        <p:tav tm="100000" fmla="$">
                                          <p:val>
                                            <p:strVal val="#ppt_x"/>
                                          </p:val>
                                        </p:tav>
                                      </p:tavLst>
                                    </p:anim>
                                  </p:childTnLst>
                                </p:cTn>
                              </p:par>
                              <p:par>
                                <p:cTn id="45" presetID="10" presetClass="entr" presetSubtype="0" decel="100000" fill="hold" grpId="0" nodeType="withEffect">
                                  <p:stCondLst>
                                    <p:cond delay="1250"/>
                                  </p:stCondLst>
                                  <p:childTnLst>
                                    <p:set>
                                      <p:cBhvr>
                                        <p:cTn id="46" dur="1" fill="hold">
                                          <p:stCondLst>
                                            <p:cond delay="0"/>
                                          </p:stCondLst>
                                        </p:cTn>
                                        <p:tgtEl>
                                          <p:spTgt spid="58"/>
                                        </p:tgtEl>
                                        <p:attrNameLst>
                                          <p:attrName>style.visibility</p:attrName>
                                        </p:attrNameLst>
                                      </p:cBhvr>
                                      <p:to>
                                        <p:strVal val="visible"/>
                                      </p:to>
                                    </p:set>
                                    <p:anim from="0" to="1" calcmode="lin" valueType="num">
                                      <p:cBhvr>
                                        <p:cTn id="47" dur="500" fill="hold">
                                          <p:stCondLst>
                                            <p:cond delay="0"/>
                                          </p:stCondLst>
                                        </p:cTn>
                                        <p:tgtEl>
                                          <p:spTgt spid="58"/>
                                        </p:tgtEl>
                                        <p:attrNameLst>
                                          <p:attrName>style.opacity</p:attrName>
                                        </p:attrNameLst>
                                      </p:cBhvr>
                                    </p:anim>
                                    <p:anim to="" calcmode="lin" valueType="num">
                                      <p:cBhvr>
                                        <p:cTn id="48" dur="500" fill="hold">
                                          <p:stCondLst>
                                            <p:cond delay="0"/>
                                          </p:stCondLst>
                                        </p:cTn>
                                        <p:tgtEl>
                                          <p:spTgt spid="58"/>
                                        </p:tgtEl>
                                        <p:attrNameLst>
                                          <p:attrName>ppt_x</p:attrName>
                                        </p:attrNameLst>
                                      </p:cBhvr>
                                      <p:tavLst>
                                        <p:tav tm="0" fmla="$">
                                          <p:val>
                                            <p:strVal val="#ppt_x+.05"/>
                                          </p:val>
                                        </p:tav>
                                        <p:tav tm="100000" fmla="$">
                                          <p:val>
                                            <p:strVal val="#ppt_x"/>
                                          </p:val>
                                        </p:tav>
                                      </p:tavLst>
                                    </p:anim>
                                  </p:childTnLst>
                                </p:cTn>
                              </p:par>
                              <p:par>
                                <p:cTn id="49" presetID="10" presetClass="entr" presetSubtype="0" decel="100000" fill="hold" grpId="0" nodeType="withEffect">
                                  <p:stCondLst>
                                    <p:cond delay="1250"/>
                                  </p:stCondLst>
                                  <p:childTnLst>
                                    <p:set>
                                      <p:cBhvr>
                                        <p:cTn id="50" dur="1" fill="hold">
                                          <p:stCondLst>
                                            <p:cond delay="0"/>
                                          </p:stCondLst>
                                        </p:cTn>
                                        <p:tgtEl>
                                          <p:spTgt spid="59"/>
                                        </p:tgtEl>
                                        <p:attrNameLst>
                                          <p:attrName>style.visibility</p:attrName>
                                        </p:attrNameLst>
                                      </p:cBhvr>
                                      <p:to>
                                        <p:strVal val="visible"/>
                                      </p:to>
                                    </p:set>
                                    <p:anim from="0" to="1" calcmode="lin" valueType="num">
                                      <p:cBhvr>
                                        <p:cTn id="51" dur="500" fill="hold">
                                          <p:stCondLst>
                                            <p:cond delay="0"/>
                                          </p:stCondLst>
                                        </p:cTn>
                                        <p:tgtEl>
                                          <p:spTgt spid="59"/>
                                        </p:tgtEl>
                                        <p:attrNameLst>
                                          <p:attrName>style.opacity</p:attrName>
                                        </p:attrNameLst>
                                      </p:cBhvr>
                                    </p:anim>
                                    <p:anim to="" calcmode="lin" valueType="num">
                                      <p:cBhvr>
                                        <p:cTn id="52" dur="500" fill="hold">
                                          <p:stCondLst>
                                            <p:cond delay="0"/>
                                          </p:stCondLst>
                                        </p:cTn>
                                        <p:tgtEl>
                                          <p:spTgt spid="59"/>
                                        </p:tgtEl>
                                        <p:attrNameLst>
                                          <p:attrName>ppt_x</p:attrName>
                                        </p:attrNameLst>
                                      </p:cBhvr>
                                      <p:tavLst>
                                        <p:tav tm="0" fmla="$">
                                          <p:val>
                                            <p:strVal val="#ppt_x+.05"/>
                                          </p:val>
                                        </p:tav>
                                        <p:tav tm="100000" fmla="$">
                                          <p:val>
                                            <p:strVal val="#ppt_x"/>
                                          </p:val>
                                        </p:tav>
                                      </p:tavLst>
                                    </p:anim>
                                  </p:childTnLst>
                                </p:cTn>
                              </p:par>
                              <p:par>
                                <p:cTn id="53" presetID="10" presetClass="entr" presetSubtype="0" decel="100000" fill="hold" grpId="0" nodeType="withEffect">
                                  <p:stCondLst>
                                    <p:cond delay="0"/>
                                  </p:stCondLst>
                                  <p:iterate type="lt">
                                    <p:tmPct val="10000"/>
                                  </p:iterate>
                                  <p:childTnLst>
                                    <p:set>
                                      <p:cBhvr>
                                        <p:cTn id="54" dur="1" fill="hold">
                                          <p:stCondLst>
                                            <p:cond delay="0"/>
                                          </p:stCondLst>
                                        </p:cTn>
                                        <p:tgtEl>
                                          <p:spTgt spid="18"/>
                                        </p:tgtEl>
                                        <p:attrNameLst>
                                          <p:attrName>style.visibility</p:attrName>
                                        </p:attrNameLst>
                                      </p:cBhvr>
                                      <p:to>
                                        <p:strVal val="visible"/>
                                      </p:to>
                                    </p:set>
                                    <p:anim from="0" to="1" calcmode="lin" valueType="num">
                                      <p:cBhvr>
                                        <p:cTn id="55" dur="500" fill="hold">
                                          <p:stCondLst>
                                            <p:cond delay="0"/>
                                          </p:stCondLst>
                                        </p:cTn>
                                        <p:tgtEl>
                                          <p:spTgt spid="18"/>
                                        </p:tgtEl>
                                        <p:attrNameLst>
                                          <p:attrName>style.opacity</p:attrName>
                                        </p:attrNameLst>
                                      </p:cBhvr>
                                    </p:anim>
                                    <p:anim to="" calcmode="lin" valueType="num">
                                      <p:cBhvr>
                                        <p:cTn id="56" dur="500" fill="hold">
                                          <p:stCondLst>
                                            <p:cond delay="0"/>
                                          </p:stCondLst>
                                        </p:cTn>
                                        <p:tgtEl>
                                          <p:spTgt spid="18"/>
                                        </p:tgtEl>
                                        <p:attrNameLst>
                                          <p:attrName>ppt_y</p:attrName>
                                        </p:attrNameLst>
                                      </p:cBhvr>
                                      <p:tavLst>
                                        <p:tav tm="0" fmla="$">
                                          <p:val>
                                            <p:strVal val="#ppt_y+.05"/>
                                          </p:val>
                                        </p:tav>
                                        <p:tav tm="100000" fmla="$">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2" grpId="0"/>
      <p:bldP spid="34" grpId="0"/>
      <p:bldP spid="36" grpId="0"/>
      <p:bldP spid="38" grpId="0"/>
      <p:bldP spid="40" grpId="0"/>
      <p:bldP spid="41" grpId="0"/>
      <p:bldP spid="46" grpId="0"/>
      <p:bldP spid="47" grpId="0"/>
      <p:bldP spid="52" grpId="0"/>
      <p:bldP spid="53" grpId="0"/>
      <p:bldP spid="58" grpId="0"/>
      <p:bldP spid="5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F74B3-1658-B0AC-2FEC-25AD33A14E47}"/>
            </a:ext>
          </a:extLst>
        </p:cNvPr>
        <p:cNvGrpSpPr/>
        <p:nvPr/>
      </p:nvGrpSpPr>
      <p:grpSpPr>
        <a:xfrm>
          <a:off x="0" y="0"/>
          <a:ext cx="0" cy="0"/>
          <a:chOff x="0" y="0"/>
          <a:chExt cx="0" cy="0"/>
        </a:xfrm>
      </p:grpSpPr>
      <p:sp>
        <p:nvSpPr>
          <p:cNvPr id="18" name="觅知网-不倒翁ID:189359941">
            <a:extLst>
              <a:ext uri="{FF2B5EF4-FFF2-40B4-BE49-F238E27FC236}">
                <a16:creationId xmlns:a16="http://schemas.microsoft.com/office/drawing/2014/main" id="{70D2FDA5-4454-4BB7-101A-6536C45D418C}"/>
              </a:ext>
            </a:extLst>
          </p:cNvPr>
          <p:cNvSpPr txBox="1"/>
          <p:nvPr/>
        </p:nvSpPr>
        <p:spPr>
          <a:xfrm>
            <a:off x="557987" y="554591"/>
            <a:ext cx="4600135" cy="584775"/>
          </a:xfrm>
          <a:prstGeom prst="rect">
            <a:avLst/>
          </a:prstGeom>
          <a:noFill/>
        </p:spPr>
        <p:txBody>
          <a:bodyPr wrap="square" rtlCol="0">
            <a:spAutoFit/>
          </a:bodyPr>
          <a:lstStyle/>
          <a:p>
            <a:r>
              <a:rPr lang="zh-CN" altLang="en-US" sz="3200" dirty="0">
                <a:solidFill>
                  <a:schemeClr val="accent1"/>
                </a:solidFill>
                <a:latin typeface="+mj-ea"/>
                <a:ea typeface="+mj-ea"/>
                <a:cs typeface="思源黑体 CN Regular" panose="020B0500000000000000" charset="-122"/>
              </a:rPr>
              <a:t>数据增强</a:t>
            </a:r>
            <a:r>
              <a:rPr lang="en-US" altLang="zh-CN" sz="3200" dirty="0">
                <a:solidFill>
                  <a:schemeClr val="accent1"/>
                </a:solidFill>
                <a:latin typeface="+mj-ea"/>
                <a:ea typeface="+mj-ea"/>
                <a:cs typeface="思源黑体 CN Regular" panose="020B0500000000000000" charset="-122"/>
              </a:rPr>
              <a:t>——</a:t>
            </a:r>
            <a:r>
              <a:rPr lang="zh-CN" altLang="en-US" sz="3200" dirty="0">
                <a:solidFill>
                  <a:schemeClr val="accent1"/>
                </a:solidFill>
                <a:latin typeface="+mj-ea"/>
                <a:ea typeface="+mj-ea"/>
                <a:cs typeface="思源黑体 CN Regular" panose="020B0500000000000000" charset="-122"/>
              </a:rPr>
              <a:t>对比学习</a:t>
            </a:r>
          </a:p>
        </p:txBody>
      </p:sp>
      <p:sp>
        <p:nvSpPr>
          <p:cNvPr id="19" name="觅知网-不倒翁ID:189359941">
            <a:extLst>
              <a:ext uri="{FF2B5EF4-FFF2-40B4-BE49-F238E27FC236}">
                <a16:creationId xmlns:a16="http://schemas.microsoft.com/office/drawing/2014/main" id="{23843A53-E526-EF2C-E1AC-333AD2E2762D}"/>
              </a:ext>
            </a:extLst>
          </p:cNvPr>
          <p:cNvSpPr/>
          <p:nvPr/>
        </p:nvSpPr>
        <p:spPr>
          <a:xfrm>
            <a:off x="672917" y="1144775"/>
            <a:ext cx="1754511" cy="119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itchFamily="34" charset="-122"/>
              <a:ea typeface="微软雅黑" pitchFamily="34" charset="-122"/>
              <a:cs typeface="思源黑体 CN Regular" panose="020B0500000000000000" charset="-122"/>
            </a:endParaRPr>
          </a:p>
        </p:txBody>
      </p:sp>
      <p:cxnSp>
        <p:nvCxnSpPr>
          <p:cNvPr id="20" name="觅知网-不倒翁ID:189359941">
            <a:extLst>
              <a:ext uri="{FF2B5EF4-FFF2-40B4-BE49-F238E27FC236}">
                <a16:creationId xmlns:a16="http://schemas.microsoft.com/office/drawing/2014/main" id="{55733843-12E0-F316-BEE9-3C49019E0C23}"/>
              </a:ext>
            </a:extLst>
          </p:cNvPr>
          <p:cNvCxnSpPr/>
          <p:nvPr/>
        </p:nvCxnSpPr>
        <p:spPr>
          <a:xfrm>
            <a:off x="2427425" y="1201832"/>
            <a:ext cx="9058800"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觅知网-不倒翁ID:189359941">
            <a:extLst>
              <a:ext uri="{FF2B5EF4-FFF2-40B4-BE49-F238E27FC236}">
                <a16:creationId xmlns:a16="http://schemas.microsoft.com/office/drawing/2014/main" id="{B92F12DE-7C7B-A00A-4C98-0EADC19FB418}"/>
              </a:ext>
            </a:extLst>
          </p:cNvPr>
          <p:cNvSpPr>
            <a:spLocks noChangeAspect="1"/>
          </p:cNvSpPr>
          <p:nvPr/>
        </p:nvSpPr>
        <p:spPr bwMode="auto">
          <a:xfrm>
            <a:off x="9920304" y="692655"/>
            <a:ext cx="404625" cy="255675"/>
          </a:xfrm>
          <a:custGeom>
            <a:avLst/>
            <a:gdLst>
              <a:gd name="connsiteX0" fmla="*/ 104550 w 604718"/>
              <a:gd name="connsiteY0" fmla="*/ 208330 h 382112"/>
              <a:gd name="connsiteX1" fmla="*/ 156180 w 604718"/>
              <a:gd name="connsiteY1" fmla="*/ 208330 h 382112"/>
              <a:gd name="connsiteX2" fmla="*/ 261642 w 604718"/>
              <a:gd name="connsiteY2" fmla="*/ 248878 h 382112"/>
              <a:gd name="connsiteX3" fmla="*/ 298947 w 604718"/>
              <a:gd name="connsiteY3" fmla="*/ 255007 h 382112"/>
              <a:gd name="connsiteX4" fmla="*/ 340187 w 604718"/>
              <a:gd name="connsiteY4" fmla="*/ 247621 h 382112"/>
              <a:gd name="connsiteX5" fmla="*/ 433687 w 604718"/>
              <a:gd name="connsiteY5" fmla="*/ 208330 h 382112"/>
              <a:gd name="connsiteX6" fmla="*/ 490825 w 604718"/>
              <a:gd name="connsiteY6" fmla="*/ 208330 h 382112"/>
              <a:gd name="connsiteX7" fmla="*/ 490825 w 604718"/>
              <a:gd name="connsiteY7" fmla="*/ 271509 h 382112"/>
              <a:gd name="connsiteX8" fmla="*/ 458400 w 604718"/>
              <a:gd name="connsiteY8" fmla="*/ 320701 h 382112"/>
              <a:gd name="connsiteX9" fmla="*/ 329326 w 604718"/>
              <a:gd name="connsiteY9" fmla="*/ 376337 h 382112"/>
              <a:gd name="connsiteX10" fmla="*/ 264632 w 604718"/>
              <a:gd name="connsiteY10" fmla="*/ 376337 h 382112"/>
              <a:gd name="connsiteX11" fmla="*/ 136819 w 604718"/>
              <a:gd name="connsiteY11" fmla="*/ 320701 h 382112"/>
              <a:gd name="connsiteX12" fmla="*/ 104550 w 604718"/>
              <a:gd name="connsiteY12" fmla="*/ 271509 h 382112"/>
              <a:gd name="connsiteX13" fmla="*/ 300973 w 604718"/>
              <a:gd name="connsiteY13" fmla="*/ 5 h 382112"/>
              <a:gd name="connsiteX14" fmla="*/ 334162 w 604718"/>
              <a:gd name="connsiteY14" fmla="*/ 4701 h 382112"/>
              <a:gd name="connsiteX15" fmla="*/ 581267 w 604718"/>
              <a:gd name="connsiteY15" fmla="*/ 92552 h 382112"/>
              <a:gd name="connsiteX16" fmla="*/ 588822 w 604718"/>
              <a:gd name="connsiteY16" fmla="*/ 114398 h 382112"/>
              <a:gd name="connsiteX17" fmla="*/ 589136 w 604718"/>
              <a:gd name="connsiteY17" fmla="*/ 114398 h 382112"/>
              <a:gd name="connsiteX18" fmla="*/ 589136 w 604718"/>
              <a:gd name="connsiteY18" fmla="*/ 270771 h 382112"/>
              <a:gd name="connsiteX19" fmla="*/ 604718 w 604718"/>
              <a:gd name="connsiteY19" fmla="*/ 321376 h 382112"/>
              <a:gd name="connsiteX20" fmla="*/ 561278 w 604718"/>
              <a:gd name="connsiteY20" fmla="*/ 321376 h 382112"/>
              <a:gd name="connsiteX21" fmla="*/ 576388 w 604718"/>
              <a:gd name="connsiteY21" fmla="*/ 271242 h 382112"/>
              <a:gd name="connsiteX22" fmla="*/ 576388 w 604718"/>
              <a:gd name="connsiteY22" fmla="*/ 120370 h 382112"/>
              <a:gd name="connsiteX23" fmla="*/ 333376 w 604718"/>
              <a:gd name="connsiteY23" fmla="*/ 222680 h 382112"/>
              <a:gd name="connsiteX24" fmla="*/ 268058 w 604718"/>
              <a:gd name="connsiteY24" fmla="*/ 223780 h 382112"/>
              <a:gd name="connsiteX25" fmla="*/ 13556 w 604718"/>
              <a:gd name="connsiteY25" fmla="*/ 125870 h 382112"/>
              <a:gd name="connsiteX26" fmla="*/ 13714 w 604718"/>
              <a:gd name="connsiteY26" fmla="*/ 100882 h 382112"/>
              <a:gd name="connsiteX27" fmla="*/ 267901 w 604718"/>
              <a:gd name="connsiteY27" fmla="*/ 5329 h 382112"/>
              <a:gd name="connsiteX28" fmla="*/ 300973 w 604718"/>
              <a:gd name="connsiteY28" fmla="*/ 5 h 38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4718" h="382112">
                <a:moveTo>
                  <a:pt x="104550" y="208330"/>
                </a:moveTo>
                <a:lnTo>
                  <a:pt x="156180" y="208330"/>
                </a:lnTo>
                <a:lnTo>
                  <a:pt x="261642" y="248878"/>
                </a:lnTo>
                <a:cubicBezTo>
                  <a:pt x="274864" y="253907"/>
                  <a:pt x="289188" y="255007"/>
                  <a:pt x="298947" y="255007"/>
                </a:cubicBezTo>
                <a:cubicBezTo>
                  <a:pt x="314373" y="255007"/>
                  <a:pt x="329012" y="252493"/>
                  <a:pt x="340187" y="247621"/>
                </a:cubicBezTo>
                <a:lnTo>
                  <a:pt x="433687" y="208330"/>
                </a:lnTo>
                <a:lnTo>
                  <a:pt x="490825" y="208330"/>
                </a:lnTo>
                <a:lnTo>
                  <a:pt x="490825" y="271509"/>
                </a:lnTo>
                <a:cubicBezTo>
                  <a:pt x="490825" y="290998"/>
                  <a:pt x="476344" y="313000"/>
                  <a:pt x="458400" y="320701"/>
                </a:cubicBezTo>
                <a:lnTo>
                  <a:pt x="329326" y="376337"/>
                </a:lnTo>
                <a:cubicBezTo>
                  <a:pt x="311382" y="384038"/>
                  <a:pt x="282419" y="384038"/>
                  <a:pt x="264632" y="376337"/>
                </a:cubicBezTo>
                <a:lnTo>
                  <a:pt x="136819" y="320701"/>
                </a:lnTo>
                <a:cubicBezTo>
                  <a:pt x="119032" y="313000"/>
                  <a:pt x="104550" y="290998"/>
                  <a:pt x="104550" y="271509"/>
                </a:cubicBezTo>
                <a:close/>
                <a:moveTo>
                  <a:pt x="300973" y="5"/>
                </a:moveTo>
                <a:cubicBezTo>
                  <a:pt x="312954" y="-93"/>
                  <a:pt x="324955" y="1479"/>
                  <a:pt x="334162" y="4701"/>
                </a:cubicBezTo>
                <a:lnTo>
                  <a:pt x="581267" y="92552"/>
                </a:lnTo>
                <a:cubicBezTo>
                  <a:pt x="596849" y="98053"/>
                  <a:pt x="599210" y="107168"/>
                  <a:pt x="588822" y="114398"/>
                </a:cubicBezTo>
                <a:lnTo>
                  <a:pt x="589136" y="114398"/>
                </a:lnTo>
                <a:lnTo>
                  <a:pt x="589136" y="270771"/>
                </a:lnTo>
                <a:lnTo>
                  <a:pt x="604718" y="321376"/>
                </a:lnTo>
                <a:lnTo>
                  <a:pt x="561278" y="321376"/>
                </a:lnTo>
                <a:lnTo>
                  <a:pt x="576388" y="271242"/>
                </a:lnTo>
                <a:lnTo>
                  <a:pt x="576388" y="120370"/>
                </a:lnTo>
                <a:lnTo>
                  <a:pt x="333376" y="222680"/>
                </a:lnTo>
                <a:cubicBezTo>
                  <a:pt x="315433" y="230224"/>
                  <a:pt x="286158" y="230695"/>
                  <a:pt x="268058" y="223780"/>
                </a:cubicBezTo>
                <a:lnTo>
                  <a:pt x="13556" y="125870"/>
                </a:lnTo>
                <a:cubicBezTo>
                  <a:pt x="-4544" y="118798"/>
                  <a:pt x="-4544" y="107640"/>
                  <a:pt x="13714" y="100882"/>
                </a:cubicBezTo>
                <a:lnTo>
                  <a:pt x="267901" y="5329"/>
                </a:lnTo>
                <a:cubicBezTo>
                  <a:pt x="277030" y="1872"/>
                  <a:pt x="288991" y="104"/>
                  <a:pt x="300973" y="5"/>
                </a:cubicBezTo>
                <a:close/>
              </a:path>
            </a:pathLst>
          </a:custGeom>
          <a:solidFill>
            <a:schemeClr val="bg1"/>
          </a:solidFill>
          <a:ln>
            <a:noFill/>
          </a:ln>
        </p:spPr>
        <p:txBody>
          <a:bodyPr/>
          <a:lstStyle/>
          <a:p>
            <a:endParaRPr lang="zh-CN" altLang="en-US" dirty="0">
              <a:latin typeface="微软雅黑" pitchFamily="34" charset="-122"/>
              <a:ea typeface="微软雅黑" pitchFamily="34" charset="-122"/>
              <a:cs typeface="思源黑体 CN Regular" panose="020B0500000000000000" charset="-122"/>
            </a:endParaRPr>
          </a:p>
        </p:txBody>
      </p:sp>
      <p:sp>
        <p:nvSpPr>
          <p:cNvPr id="32" name="觅知网-不倒翁ID:189359941">
            <a:extLst>
              <a:ext uri="{FF2B5EF4-FFF2-40B4-BE49-F238E27FC236}">
                <a16:creationId xmlns:a16="http://schemas.microsoft.com/office/drawing/2014/main" id="{CAFB8FB9-CFD8-F707-3C54-E7CB0B9539A5}"/>
              </a:ext>
            </a:extLst>
          </p:cNvPr>
          <p:cNvSpPr/>
          <p:nvPr>
            <p:custDataLst>
              <p:tags r:id="rId1"/>
            </p:custDataLst>
          </p:nvPr>
        </p:nvSpPr>
        <p:spPr>
          <a:xfrm>
            <a:off x="1527352" y="1915684"/>
            <a:ext cx="1569660" cy="369332"/>
          </a:xfrm>
          <a:prstGeom prst="rect">
            <a:avLst/>
          </a:prstGeom>
        </p:spPr>
        <p:txBody>
          <a:bodyPr wrap="none">
            <a:spAutoFit/>
          </a:bodyPr>
          <a:lstStyle/>
          <a:p>
            <a:pPr algn="ctr" defTabSz="1219200">
              <a:defRPr/>
            </a:pPr>
            <a:r>
              <a:rPr lang="zh-CN" altLang="en-US" kern="0" dirty="0">
                <a:solidFill>
                  <a:schemeClr val="bg1"/>
                </a:solidFill>
                <a:latin typeface="+mj-ea"/>
                <a:ea typeface="+mj-ea"/>
                <a:cs typeface="思源黑体 CN Regular" panose="020B0500000000000000" charset="-122"/>
              </a:rPr>
              <a:t>请添加小标题</a:t>
            </a:r>
            <a:endParaRPr lang="en-US" altLang="zh-CN" kern="0" dirty="0">
              <a:solidFill>
                <a:schemeClr val="bg1"/>
              </a:solidFill>
              <a:latin typeface="+mj-ea"/>
              <a:ea typeface="+mj-ea"/>
              <a:cs typeface="思源黑体 CN Regular" panose="020B0500000000000000" charset="-122"/>
            </a:endParaRPr>
          </a:p>
        </p:txBody>
      </p:sp>
      <p:sp>
        <p:nvSpPr>
          <p:cNvPr id="34" name="觅知网-不倒翁ID:189359941">
            <a:extLst>
              <a:ext uri="{FF2B5EF4-FFF2-40B4-BE49-F238E27FC236}">
                <a16:creationId xmlns:a16="http://schemas.microsoft.com/office/drawing/2014/main" id="{B83E6A9B-9B17-4086-AE15-9BBA062182F8}"/>
              </a:ext>
            </a:extLst>
          </p:cNvPr>
          <p:cNvSpPr/>
          <p:nvPr>
            <p:custDataLst>
              <p:tags r:id="rId2"/>
            </p:custDataLst>
          </p:nvPr>
        </p:nvSpPr>
        <p:spPr>
          <a:xfrm>
            <a:off x="4121923" y="1915684"/>
            <a:ext cx="1569660" cy="369332"/>
          </a:xfrm>
          <a:prstGeom prst="rect">
            <a:avLst/>
          </a:prstGeom>
        </p:spPr>
        <p:txBody>
          <a:bodyPr wrap="none">
            <a:spAutoFit/>
          </a:bodyPr>
          <a:lstStyle/>
          <a:p>
            <a:pPr algn="ctr" defTabSz="1219200">
              <a:defRPr/>
            </a:pPr>
            <a:r>
              <a:rPr lang="zh-CN" altLang="en-US" kern="0" dirty="0">
                <a:solidFill>
                  <a:schemeClr val="bg1"/>
                </a:solidFill>
                <a:latin typeface="+mj-ea"/>
                <a:ea typeface="+mj-ea"/>
                <a:cs typeface="思源黑体 CN Regular" panose="020B0500000000000000" charset="-122"/>
              </a:rPr>
              <a:t>请添加小标题</a:t>
            </a:r>
            <a:endParaRPr lang="en-US" altLang="zh-CN" kern="0" dirty="0">
              <a:solidFill>
                <a:schemeClr val="bg1"/>
              </a:solidFill>
              <a:latin typeface="+mj-ea"/>
              <a:ea typeface="+mj-ea"/>
              <a:cs typeface="思源黑体 CN Regular" panose="020B0500000000000000" charset="-122"/>
            </a:endParaRPr>
          </a:p>
        </p:txBody>
      </p:sp>
      <p:sp>
        <p:nvSpPr>
          <p:cNvPr id="36" name="觅知网-不倒翁ID:189359941">
            <a:extLst>
              <a:ext uri="{FF2B5EF4-FFF2-40B4-BE49-F238E27FC236}">
                <a16:creationId xmlns:a16="http://schemas.microsoft.com/office/drawing/2014/main" id="{09DA64EA-AC2B-C23E-4ED5-7ECA8044E234}"/>
              </a:ext>
            </a:extLst>
          </p:cNvPr>
          <p:cNvSpPr/>
          <p:nvPr>
            <p:custDataLst>
              <p:tags r:id="rId3"/>
            </p:custDataLst>
          </p:nvPr>
        </p:nvSpPr>
        <p:spPr>
          <a:xfrm>
            <a:off x="6831910" y="1915684"/>
            <a:ext cx="1338828" cy="369332"/>
          </a:xfrm>
          <a:prstGeom prst="rect">
            <a:avLst/>
          </a:prstGeom>
        </p:spPr>
        <p:txBody>
          <a:bodyPr wrap="none">
            <a:spAutoFit/>
          </a:bodyPr>
          <a:lstStyle/>
          <a:p>
            <a:pPr algn="ctr" defTabSz="1219200">
              <a:defRPr/>
            </a:pPr>
            <a:r>
              <a:rPr lang="zh-CN" altLang="en-US" kern="0" dirty="0">
                <a:solidFill>
                  <a:schemeClr val="bg1"/>
                </a:solidFill>
                <a:latin typeface="+mj-ea"/>
                <a:ea typeface="+mj-ea"/>
                <a:cs typeface="思源黑体 CN Regular" panose="020B0500000000000000" charset="-122"/>
              </a:rPr>
              <a:t>添加小标题</a:t>
            </a:r>
            <a:endParaRPr lang="en-US" altLang="zh-CN" kern="0" dirty="0">
              <a:solidFill>
                <a:schemeClr val="bg1"/>
              </a:solidFill>
              <a:latin typeface="+mj-ea"/>
              <a:ea typeface="+mj-ea"/>
              <a:cs typeface="思源黑体 CN Regular" panose="020B0500000000000000" charset="-122"/>
            </a:endParaRPr>
          </a:p>
        </p:txBody>
      </p:sp>
      <p:sp>
        <p:nvSpPr>
          <p:cNvPr id="38" name="觅知网-不倒翁ID:189359941">
            <a:extLst>
              <a:ext uri="{FF2B5EF4-FFF2-40B4-BE49-F238E27FC236}">
                <a16:creationId xmlns:a16="http://schemas.microsoft.com/office/drawing/2014/main" id="{37C75437-0387-D0BC-9E09-28FDE9ED6BDC}"/>
              </a:ext>
            </a:extLst>
          </p:cNvPr>
          <p:cNvSpPr/>
          <p:nvPr>
            <p:custDataLst>
              <p:tags r:id="rId4"/>
            </p:custDataLst>
          </p:nvPr>
        </p:nvSpPr>
        <p:spPr>
          <a:xfrm>
            <a:off x="9311063" y="1915684"/>
            <a:ext cx="1569660" cy="369332"/>
          </a:xfrm>
          <a:prstGeom prst="rect">
            <a:avLst/>
          </a:prstGeom>
        </p:spPr>
        <p:txBody>
          <a:bodyPr wrap="none">
            <a:spAutoFit/>
          </a:bodyPr>
          <a:lstStyle/>
          <a:p>
            <a:pPr algn="ctr" defTabSz="1219200">
              <a:defRPr/>
            </a:pPr>
            <a:r>
              <a:rPr lang="zh-CN" altLang="en-US" kern="0" dirty="0">
                <a:solidFill>
                  <a:schemeClr val="bg1"/>
                </a:solidFill>
                <a:latin typeface="+mj-ea"/>
                <a:ea typeface="+mj-ea"/>
                <a:cs typeface="思源黑体 CN Regular" panose="020B0500000000000000" charset="-122"/>
              </a:rPr>
              <a:t>请添加小标题</a:t>
            </a:r>
            <a:endParaRPr lang="en-US" altLang="zh-CN" kern="0" dirty="0">
              <a:solidFill>
                <a:schemeClr val="bg1"/>
              </a:solidFill>
              <a:latin typeface="+mj-ea"/>
              <a:ea typeface="+mj-ea"/>
              <a:cs typeface="思源黑体 CN Regular" panose="020B0500000000000000" charset="-122"/>
            </a:endParaRPr>
          </a:p>
        </p:txBody>
      </p:sp>
      <p:sp>
        <p:nvSpPr>
          <p:cNvPr id="40" name="觅知网-不倒翁ID:189359941">
            <a:extLst>
              <a:ext uri="{FF2B5EF4-FFF2-40B4-BE49-F238E27FC236}">
                <a16:creationId xmlns:a16="http://schemas.microsoft.com/office/drawing/2014/main" id="{6B273103-6237-6747-49A4-DC846E2B2C87}"/>
              </a:ext>
            </a:extLst>
          </p:cNvPr>
          <p:cNvSpPr txBox="1"/>
          <p:nvPr>
            <p:custDataLst>
              <p:tags r:id="rId5"/>
            </p:custDataLst>
          </p:nvPr>
        </p:nvSpPr>
        <p:spPr>
          <a:xfrm>
            <a:off x="1026785" y="4406915"/>
            <a:ext cx="2273299" cy="120032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1200" dirty="0">
                <a:solidFill>
                  <a:schemeClr val="bg1"/>
                </a:solidFill>
                <a:latin typeface="微软雅黑" pitchFamily="34" charset="-122"/>
                <a:ea typeface="微软雅黑" pitchFamily="34" charset="-122"/>
                <a:cs typeface="思源黑体 CN Regular" panose="020B0500000000000000" charset="-122"/>
              </a:rPr>
              <a:t>单击此处输入你的正文，文字是您思想的提炼，为了最终演示发布的良好效果，请尽量言简意赅的阐述观点；</a:t>
            </a:r>
          </a:p>
        </p:txBody>
      </p:sp>
      <p:sp>
        <p:nvSpPr>
          <p:cNvPr id="41" name="觅知网-不倒翁ID:189359941">
            <a:extLst>
              <a:ext uri="{FF2B5EF4-FFF2-40B4-BE49-F238E27FC236}">
                <a16:creationId xmlns:a16="http://schemas.microsoft.com/office/drawing/2014/main" id="{ABD956AA-C977-0EB8-E44C-FB7C6F278403}"/>
              </a:ext>
            </a:extLst>
          </p:cNvPr>
          <p:cNvSpPr/>
          <p:nvPr>
            <p:custDataLst>
              <p:tags r:id="rId6"/>
            </p:custDataLst>
          </p:nvPr>
        </p:nvSpPr>
        <p:spPr>
          <a:xfrm>
            <a:off x="1378603" y="3994493"/>
            <a:ext cx="1569660" cy="369332"/>
          </a:xfrm>
          <a:prstGeom prst="rect">
            <a:avLst/>
          </a:prstGeom>
        </p:spPr>
        <p:txBody>
          <a:bodyPr wrap="none">
            <a:spAutoFit/>
          </a:bodyPr>
          <a:lstStyle/>
          <a:p>
            <a:pPr algn="ctr" defTabSz="1219200">
              <a:defRPr/>
            </a:pPr>
            <a:r>
              <a:rPr lang="zh-CN" altLang="en-US" kern="0" dirty="0">
                <a:solidFill>
                  <a:schemeClr val="bg1"/>
                </a:solidFill>
                <a:latin typeface="+mj-ea"/>
                <a:ea typeface="+mj-ea"/>
                <a:cs typeface="思源黑体 CN Regular" panose="020B0500000000000000" charset="-122"/>
              </a:rPr>
              <a:t>请添加小标题</a:t>
            </a:r>
            <a:endParaRPr lang="en-US" altLang="zh-CN" kern="0" dirty="0">
              <a:solidFill>
                <a:schemeClr val="bg1"/>
              </a:solidFill>
              <a:latin typeface="+mj-ea"/>
              <a:ea typeface="+mj-ea"/>
              <a:cs typeface="思源黑体 CN Regular" panose="020B0500000000000000" charset="-122"/>
            </a:endParaRPr>
          </a:p>
        </p:txBody>
      </p:sp>
      <p:sp>
        <p:nvSpPr>
          <p:cNvPr id="46" name="觅知网-不倒翁ID:189359941">
            <a:extLst>
              <a:ext uri="{FF2B5EF4-FFF2-40B4-BE49-F238E27FC236}">
                <a16:creationId xmlns:a16="http://schemas.microsoft.com/office/drawing/2014/main" id="{4ECD56F6-F603-9311-AD88-691FAF4E91B8}"/>
              </a:ext>
            </a:extLst>
          </p:cNvPr>
          <p:cNvSpPr txBox="1"/>
          <p:nvPr>
            <p:custDataLst>
              <p:tags r:id="rId7"/>
            </p:custDataLst>
          </p:nvPr>
        </p:nvSpPr>
        <p:spPr>
          <a:xfrm>
            <a:off x="3642321" y="4406915"/>
            <a:ext cx="2273299" cy="120032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1200" dirty="0">
                <a:solidFill>
                  <a:schemeClr val="bg1"/>
                </a:solidFill>
                <a:latin typeface="微软雅黑" pitchFamily="34" charset="-122"/>
                <a:ea typeface="微软雅黑" pitchFamily="34" charset="-122"/>
                <a:cs typeface="思源黑体 CN Regular" panose="020B0500000000000000" charset="-122"/>
              </a:rPr>
              <a:t>单击此处输入你的正文，文字是您思想的提炼，为了最终演示发布的良好效果，请尽量言简意赅的阐述观点；</a:t>
            </a:r>
          </a:p>
        </p:txBody>
      </p:sp>
      <p:sp>
        <p:nvSpPr>
          <p:cNvPr id="47" name="觅知网-不倒翁ID:189359941">
            <a:extLst>
              <a:ext uri="{FF2B5EF4-FFF2-40B4-BE49-F238E27FC236}">
                <a16:creationId xmlns:a16="http://schemas.microsoft.com/office/drawing/2014/main" id="{01B0F0DB-955E-701B-F9B9-F54227F1C7CE}"/>
              </a:ext>
            </a:extLst>
          </p:cNvPr>
          <p:cNvSpPr/>
          <p:nvPr>
            <p:custDataLst>
              <p:tags r:id="rId8"/>
            </p:custDataLst>
          </p:nvPr>
        </p:nvSpPr>
        <p:spPr>
          <a:xfrm>
            <a:off x="3994140" y="3994493"/>
            <a:ext cx="1569660" cy="369332"/>
          </a:xfrm>
          <a:prstGeom prst="rect">
            <a:avLst/>
          </a:prstGeom>
        </p:spPr>
        <p:txBody>
          <a:bodyPr wrap="none">
            <a:spAutoFit/>
          </a:bodyPr>
          <a:lstStyle/>
          <a:p>
            <a:pPr algn="ctr" defTabSz="1219200">
              <a:defRPr/>
            </a:pPr>
            <a:r>
              <a:rPr lang="zh-CN" altLang="en-US" kern="0" dirty="0">
                <a:solidFill>
                  <a:schemeClr val="bg1"/>
                </a:solidFill>
                <a:latin typeface="+mj-ea"/>
                <a:ea typeface="+mj-ea"/>
                <a:cs typeface="思源黑体 CN Regular" panose="020B0500000000000000" charset="-122"/>
              </a:rPr>
              <a:t>请添加小标题</a:t>
            </a:r>
            <a:endParaRPr lang="en-US" altLang="zh-CN" kern="0" dirty="0">
              <a:solidFill>
                <a:schemeClr val="bg1"/>
              </a:solidFill>
              <a:latin typeface="+mj-ea"/>
              <a:ea typeface="+mj-ea"/>
              <a:cs typeface="思源黑体 CN Regular" panose="020B0500000000000000" charset="-122"/>
            </a:endParaRPr>
          </a:p>
        </p:txBody>
      </p:sp>
      <p:sp>
        <p:nvSpPr>
          <p:cNvPr id="52" name="觅知网-不倒翁ID:189359941">
            <a:extLst>
              <a:ext uri="{FF2B5EF4-FFF2-40B4-BE49-F238E27FC236}">
                <a16:creationId xmlns:a16="http://schemas.microsoft.com/office/drawing/2014/main" id="{5EEEA252-AA6C-EC25-7A74-DFC07D61FD75}"/>
              </a:ext>
            </a:extLst>
          </p:cNvPr>
          <p:cNvSpPr txBox="1"/>
          <p:nvPr>
            <p:custDataLst>
              <p:tags r:id="rId9"/>
            </p:custDataLst>
          </p:nvPr>
        </p:nvSpPr>
        <p:spPr>
          <a:xfrm>
            <a:off x="6287999" y="4406915"/>
            <a:ext cx="2273299" cy="120032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50000"/>
              </a:lnSpc>
            </a:pPr>
            <a:r>
              <a:rPr lang="zh-CN" altLang="en-US" sz="1200" dirty="0">
                <a:solidFill>
                  <a:schemeClr val="bg1"/>
                </a:solidFill>
                <a:latin typeface="微软雅黑" pitchFamily="34" charset="-122"/>
                <a:ea typeface="微软雅黑" pitchFamily="34" charset="-122"/>
                <a:cs typeface="思源黑体 CN Regular" panose="020B0500000000000000" charset="-122"/>
              </a:rPr>
              <a:t>单击此处输入你的正文，文字是您思想的提炼，为了最终演示发布的良好效果，请尽量言简意赅的阐述观点；</a:t>
            </a:r>
          </a:p>
        </p:txBody>
      </p:sp>
      <p:sp>
        <p:nvSpPr>
          <p:cNvPr id="53" name="觅知网-不倒翁ID:189359941">
            <a:extLst>
              <a:ext uri="{FF2B5EF4-FFF2-40B4-BE49-F238E27FC236}">
                <a16:creationId xmlns:a16="http://schemas.microsoft.com/office/drawing/2014/main" id="{FC46B735-50E4-2334-D9E6-850636DB471E}"/>
              </a:ext>
            </a:extLst>
          </p:cNvPr>
          <p:cNvSpPr/>
          <p:nvPr>
            <p:custDataLst>
              <p:tags r:id="rId10"/>
            </p:custDataLst>
          </p:nvPr>
        </p:nvSpPr>
        <p:spPr>
          <a:xfrm>
            <a:off x="6639819" y="3994493"/>
            <a:ext cx="1569660" cy="369332"/>
          </a:xfrm>
          <a:prstGeom prst="rect">
            <a:avLst/>
          </a:prstGeom>
        </p:spPr>
        <p:txBody>
          <a:bodyPr wrap="none">
            <a:spAutoFit/>
          </a:bodyPr>
          <a:lstStyle/>
          <a:p>
            <a:pPr algn="ctr" defTabSz="1219200">
              <a:defRPr/>
            </a:pPr>
            <a:r>
              <a:rPr lang="zh-CN" altLang="en-US" kern="0" dirty="0">
                <a:solidFill>
                  <a:schemeClr val="bg1"/>
                </a:solidFill>
                <a:latin typeface="+mj-ea"/>
                <a:ea typeface="+mj-ea"/>
                <a:cs typeface="思源黑体 CN Regular" panose="020B0500000000000000" charset="-122"/>
              </a:rPr>
              <a:t>请添加小标题</a:t>
            </a:r>
            <a:endParaRPr lang="en-US" altLang="zh-CN" kern="0" dirty="0">
              <a:solidFill>
                <a:schemeClr val="bg1"/>
              </a:solidFill>
              <a:latin typeface="+mj-ea"/>
              <a:ea typeface="+mj-ea"/>
              <a:cs typeface="思源黑体 CN Regular" panose="020B0500000000000000" charset="-122"/>
            </a:endParaRPr>
          </a:p>
        </p:txBody>
      </p:sp>
      <p:sp>
        <p:nvSpPr>
          <p:cNvPr id="59" name="觅知网-不倒翁ID:189359941">
            <a:extLst>
              <a:ext uri="{FF2B5EF4-FFF2-40B4-BE49-F238E27FC236}">
                <a16:creationId xmlns:a16="http://schemas.microsoft.com/office/drawing/2014/main" id="{37BAABB0-3975-82BA-7D9E-38EBF76A8BAD}"/>
              </a:ext>
            </a:extLst>
          </p:cNvPr>
          <p:cNvSpPr/>
          <p:nvPr>
            <p:custDataLst>
              <p:tags r:id="rId11"/>
            </p:custDataLst>
          </p:nvPr>
        </p:nvSpPr>
        <p:spPr>
          <a:xfrm>
            <a:off x="9268683" y="3994493"/>
            <a:ext cx="1569660" cy="369332"/>
          </a:xfrm>
          <a:prstGeom prst="rect">
            <a:avLst/>
          </a:prstGeom>
        </p:spPr>
        <p:txBody>
          <a:bodyPr wrap="none">
            <a:spAutoFit/>
          </a:bodyPr>
          <a:lstStyle/>
          <a:p>
            <a:pPr algn="ctr" defTabSz="1219200">
              <a:defRPr/>
            </a:pPr>
            <a:r>
              <a:rPr lang="zh-CN" altLang="en-US" kern="0" dirty="0">
                <a:solidFill>
                  <a:schemeClr val="bg1"/>
                </a:solidFill>
                <a:latin typeface="+mj-ea"/>
                <a:ea typeface="+mj-ea"/>
                <a:cs typeface="思源黑体 CN Regular" panose="020B0500000000000000" charset="-122"/>
              </a:rPr>
              <a:t>请添加小标题</a:t>
            </a:r>
            <a:endParaRPr lang="en-US" altLang="zh-CN" kern="0" dirty="0">
              <a:solidFill>
                <a:schemeClr val="bg1"/>
              </a:solidFill>
              <a:latin typeface="+mj-ea"/>
              <a:ea typeface="+mj-ea"/>
              <a:cs typeface="思源黑体 CN Regular" panose="020B0500000000000000" charset="-122"/>
            </a:endParaRPr>
          </a:p>
        </p:txBody>
      </p:sp>
      <p:sp>
        <p:nvSpPr>
          <p:cNvPr id="2" name="文本框 1">
            <a:extLst>
              <a:ext uri="{FF2B5EF4-FFF2-40B4-BE49-F238E27FC236}">
                <a16:creationId xmlns:a16="http://schemas.microsoft.com/office/drawing/2014/main" id="{1F837F78-BBF4-A866-E809-3A1006DE7DE1}"/>
              </a:ext>
            </a:extLst>
          </p:cNvPr>
          <p:cNvSpPr txBox="1"/>
          <p:nvPr/>
        </p:nvSpPr>
        <p:spPr>
          <a:xfrm>
            <a:off x="672917" y="1556792"/>
            <a:ext cx="7497821" cy="400110"/>
          </a:xfrm>
          <a:prstGeom prst="rect">
            <a:avLst/>
          </a:prstGeom>
          <a:noFill/>
        </p:spPr>
        <p:txBody>
          <a:bodyPr wrap="square" rtlCol="0">
            <a:spAutoFit/>
          </a:bodyPr>
          <a:lstStyle/>
          <a:p>
            <a:r>
              <a:rPr lang="zh-CN" altLang="en-US" sz="2000" dirty="0">
                <a:solidFill>
                  <a:srgbClr val="344778"/>
                </a:solidFill>
              </a:rPr>
              <a:t>正样本的生成</a:t>
            </a:r>
          </a:p>
        </p:txBody>
      </p:sp>
      <p:sp>
        <p:nvSpPr>
          <p:cNvPr id="3" name="文本框 2">
            <a:extLst>
              <a:ext uri="{FF2B5EF4-FFF2-40B4-BE49-F238E27FC236}">
                <a16:creationId xmlns:a16="http://schemas.microsoft.com/office/drawing/2014/main" id="{8E91022C-AB22-E8E2-55EC-DE45C15E54BF}"/>
              </a:ext>
            </a:extLst>
          </p:cNvPr>
          <p:cNvSpPr txBox="1"/>
          <p:nvPr/>
        </p:nvSpPr>
        <p:spPr>
          <a:xfrm>
            <a:off x="767408" y="2204864"/>
            <a:ext cx="4032448" cy="1477328"/>
          </a:xfrm>
          <a:prstGeom prst="rect">
            <a:avLst/>
          </a:prstGeom>
          <a:noFill/>
        </p:spPr>
        <p:txBody>
          <a:bodyPr wrap="square" rtlCol="0">
            <a:spAutoFit/>
          </a:bodyPr>
          <a:lstStyle/>
          <a:p>
            <a:r>
              <a:rPr lang="zh-CN" altLang="en-US" dirty="0"/>
              <a:t>预设一个噪声，反复尝试添加后能否通过安全检查，若不能则减半噪声后再尝试，最多可尝试五次</a:t>
            </a:r>
            <a:endParaRPr lang="en-US" altLang="zh-CN" dirty="0"/>
          </a:p>
          <a:p>
            <a:endParaRPr lang="en-US" altLang="zh-CN" dirty="0"/>
          </a:p>
          <a:p>
            <a:r>
              <a:rPr lang="zh-CN" altLang="en-US" dirty="0"/>
              <a:t>提升扰动实施的成功率</a:t>
            </a:r>
          </a:p>
        </p:txBody>
      </p:sp>
      <p:pic>
        <p:nvPicPr>
          <p:cNvPr id="5" name="图片 4">
            <a:extLst>
              <a:ext uri="{FF2B5EF4-FFF2-40B4-BE49-F238E27FC236}">
                <a16:creationId xmlns:a16="http://schemas.microsoft.com/office/drawing/2014/main" id="{8A401F4A-AA44-D707-9837-D4EE6508A772}"/>
              </a:ext>
            </a:extLst>
          </p:cNvPr>
          <p:cNvPicPr>
            <a:picLocks noChangeAspect="1"/>
          </p:cNvPicPr>
          <p:nvPr/>
        </p:nvPicPr>
        <p:blipFill>
          <a:blip r:embed="rId14"/>
          <a:stretch>
            <a:fillRect/>
          </a:stretch>
        </p:blipFill>
        <p:spPr>
          <a:xfrm>
            <a:off x="5303912" y="1258890"/>
            <a:ext cx="4824536" cy="5402665"/>
          </a:xfrm>
          <a:prstGeom prst="rect">
            <a:avLst/>
          </a:prstGeom>
        </p:spPr>
      </p:pic>
    </p:spTree>
    <p:extLst>
      <p:ext uri="{BB962C8B-B14F-4D97-AF65-F5344CB8AC3E}">
        <p14:creationId xmlns:p14="http://schemas.microsoft.com/office/powerpoint/2010/main" val="416172349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500"/>
                                  </p:stCondLst>
                                  <p:childTnLst>
                                    <p:set>
                                      <p:cBhvr>
                                        <p:cTn id="6" dur="1" fill="hold">
                                          <p:stCondLst>
                                            <p:cond delay="0"/>
                                          </p:stCondLst>
                                        </p:cTn>
                                        <p:tgtEl>
                                          <p:spTgt spid="32"/>
                                        </p:tgtEl>
                                        <p:attrNameLst>
                                          <p:attrName>style.visibility</p:attrName>
                                        </p:attrNameLst>
                                      </p:cBhvr>
                                      <p:to>
                                        <p:strVal val="visible"/>
                                      </p:to>
                                    </p:set>
                                    <p:anim from="0" to="1" calcmode="lin" valueType="num">
                                      <p:cBhvr>
                                        <p:cTn id="7" dur="500" fill="hold">
                                          <p:stCondLst>
                                            <p:cond delay="0"/>
                                          </p:stCondLst>
                                        </p:cTn>
                                        <p:tgtEl>
                                          <p:spTgt spid="32"/>
                                        </p:tgtEl>
                                        <p:attrNameLst>
                                          <p:attrName>style.opacity</p:attrName>
                                        </p:attrNameLst>
                                      </p:cBhvr>
                                    </p:anim>
                                    <p:anim to="" calcmode="lin" valueType="num">
                                      <p:cBhvr>
                                        <p:cTn id="8" dur="500" fill="hold">
                                          <p:stCondLst>
                                            <p:cond delay="0"/>
                                          </p:stCondLst>
                                        </p:cTn>
                                        <p:tgtEl>
                                          <p:spTgt spid="32"/>
                                        </p:tgtEl>
                                        <p:attrNameLst>
                                          <p:attrName>ppt_x</p:attrName>
                                        </p:attrNameLst>
                                      </p:cBhvr>
                                      <p:tavLst>
                                        <p:tav tm="0" fmla="$">
                                          <p:val>
                                            <p:strVal val="#ppt_x+.05"/>
                                          </p:val>
                                        </p:tav>
                                        <p:tav tm="100000" fmla="$">
                                          <p:val>
                                            <p:strVal val="#ppt_x"/>
                                          </p:val>
                                        </p:tav>
                                      </p:tavLst>
                                    </p:anim>
                                  </p:childTnLst>
                                </p:cTn>
                              </p:par>
                              <p:par>
                                <p:cTn id="9" presetID="10" presetClass="entr" presetSubtype="0" decel="100000" fill="hold" grpId="0" nodeType="withEffect">
                                  <p:stCondLst>
                                    <p:cond delay="750"/>
                                  </p:stCondLst>
                                  <p:childTnLst>
                                    <p:set>
                                      <p:cBhvr>
                                        <p:cTn id="10" dur="1" fill="hold">
                                          <p:stCondLst>
                                            <p:cond delay="0"/>
                                          </p:stCondLst>
                                        </p:cTn>
                                        <p:tgtEl>
                                          <p:spTgt spid="34"/>
                                        </p:tgtEl>
                                        <p:attrNameLst>
                                          <p:attrName>style.visibility</p:attrName>
                                        </p:attrNameLst>
                                      </p:cBhvr>
                                      <p:to>
                                        <p:strVal val="visible"/>
                                      </p:to>
                                    </p:set>
                                    <p:anim from="0" to="1" calcmode="lin" valueType="num">
                                      <p:cBhvr>
                                        <p:cTn id="11" dur="500" fill="hold">
                                          <p:stCondLst>
                                            <p:cond delay="0"/>
                                          </p:stCondLst>
                                        </p:cTn>
                                        <p:tgtEl>
                                          <p:spTgt spid="34"/>
                                        </p:tgtEl>
                                        <p:attrNameLst>
                                          <p:attrName>style.opacity</p:attrName>
                                        </p:attrNameLst>
                                      </p:cBhvr>
                                    </p:anim>
                                    <p:anim to="" calcmode="lin" valueType="num">
                                      <p:cBhvr>
                                        <p:cTn id="12" dur="500" fill="hold">
                                          <p:stCondLst>
                                            <p:cond delay="0"/>
                                          </p:stCondLst>
                                        </p:cTn>
                                        <p:tgtEl>
                                          <p:spTgt spid="34"/>
                                        </p:tgtEl>
                                        <p:attrNameLst>
                                          <p:attrName>ppt_x</p:attrName>
                                        </p:attrNameLst>
                                      </p:cBhvr>
                                      <p:tavLst>
                                        <p:tav tm="0" fmla="$">
                                          <p:val>
                                            <p:strVal val="#ppt_x+.05"/>
                                          </p:val>
                                        </p:tav>
                                        <p:tav tm="100000" fmla="$">
                                          <p:val>
                                            <p:strVal val="#ppt_x"/>
                                          </p:val>
                                        </p:tav>
                                      </p:tavLst>
                                    </p:anim>
                                  </p:childTnLst>
                                </p:cTn>
                              </p:par>
                              <p:par>
                                <p:cTn id="13" presetID="10" presetClass="entr" presetSubtype="0" decel="100000" fill="hold" grpId="0" nodeType="withEffect">
                                  <p:stCondLst>
                                    <p:cond delay="1000"/>
                                  </p:stCondLst>
                                  <p:childTnLst>
                                    <p:set>
                                      <p:cBhvr>
                                        <p:cTn id="14" dur="1" fill="hold">
                                          <p:stCondLst>
                                            <p:cond delay="0"/>
                                          </p:stCondLst>
                                        </p:cTn>
                                        <p:tgtEl>
                                          <p:spTgt spid="36"/>
                                        </p:tgtEl>
                                        <p:attrNameLst>
                                          <p:attrName>style.visibility</p:attrName>
                                        </p:attrNameLst>
                                      </p:cBhvr>
                                      <p:to>
                                        <p:strVal val="visible"/>
                                      </p:to>
                                    </p:set>
                                    <p:anim from="0" to="1" calcmode="lin" valueType="num">
                                      <p:cBhvr>
                                        <p:cTn id="15" dur="500" fill="hold">
                                          <p:stCondLst>
                                            <p:cond delay="0"/>
                                          </p:stCondLst>
                                        </p:cTn>
                                        <p:tgtEl>
                                          <p:spTgt spid="36"/>
                                        </p:tgtEl>
                                        <p:attrNameLst>
                                          <p:attrName>style.opacity</p:attrName>
                                        </p:attrNameLst>
                                      </p:cBhvr>
                                    </p:anim>
                                    <p:anim to="" calcmode="lin" valueType="num">
                                      <p:cBhvr>
                                        <p:cTn id="16" dur="500" fill="hold">
                                          <p:stCondLst>
                                            <p:cond delay="0"/>
                                          </p:stCondLst>
                                        </p:cTn>
                                        <p:tgtEl>
                                          <p:spTgt spid="36"/>
                                        </p:tgtEl>
                                        <p:attrNameLst>
                                          <p:attrName>ppt_x</p:attrName>
                                        </p:attrNameLst>
                                      </p:cBhvr>
                                      <p:tavLst>
                                        <p:tav tm="0" fmla="$">
                                          <p:val>
                                            <p:strVal val="#ppt_x+.05"/>
                                          </p:val>
                                        </p:tav>
                                        <p:tav tm="100000" fmla="$">
                                          <p:val>
                                            <p:strVal val="#ppt_x"/>
                                          </p:val>
                                        </p:tav>
                                      </p:tavLst>
                                    </p:anim>
                                  </p:childTnLst>
                                </p:cTn>
                              </p:par>
                              <p:par>
                                <p:cTn id="17" presetID="10" presetClass="entr" presetSubtype="0" decel="100000" fill="hold" grpId="0" nodeType="withEffect">
                                  <p:stCondLst>
                                    <p:cond delay="1250"/>
                                  </p:stCondLst>
                                  <p:childTnLst>
                                    <p:set>
                                      <p:cBhvr>
                                        <p:cTn id="18" dur="1" fill="hold">
                                          <p:stCondLst>
                                            <p:cond delay="0"/>
                                          </p:stCondLst>
                                        </p:cTn>
                                        <p:tgtEl>
                                          <p:spTgt spid="38"/>
                                        </p:tgtEl>
                                        <p:attrNameLst>
                                          <p:attrName>style.visibility</p:attrName>
                                        </p:attrNameLst>
                                      </p:cBhvr>
                                      <p:to>
                                        <p:strVal val="visible"/>
                                      </p:to>
                                    </p:set>
                                    <p:anim from="0" to="1" calcmode="lin" valueType="num">
                                      <p:cBhvr>
                                        <p:cTn id="19" dur="500" fill="hold">
                                          <p:stCondLst>
                                            <p:cond delay="0"/>
                                          </p:stCondLst>
                                        </p:cTn>
                                        <p:tgtEl>
                                          <p:spTgt spid="38"/>
                                        </p:tgtEl>
                                        <p:attrNameLst>
                                          <p:attrName>style.opacity</p:attrName>
                                        </p:attrNameLst>
                                      </p:cBhvr>
                                    </p:anim>
                                    <p:anim to="" calcmode="lin" valueType="num">
                                      <p:cBhvr>
                                        <p:cTn id="20" dur="500" fill="hold">
                                          <p:stCondLst>
                                            <p:cond delay="0"/>
                                          </p:stCondLst>
                                        </p:cTn>
                                        <p:tgtEl>
                                          <p:spTgt spid="38"/>
                                        </p:tgtEl>
                                        <p:attrNameLst>
                                          <p:attrName>ppt_x</p:attrName>
                                        </p:attrNameLst>
                                      </p:cBhvr>
                                      <p:tavLst>
                                        <p:tav tm="0" fmla="$">
                                          <p:val>
                                            <p:strVal val="#ppt_x+.05"/>
                                          </p:val>
                                        </p:tav>
                                        <p:tav tm="100000" fmla="$">
                                          <p:val>
                                            <p:strVal val="#ppt_x"/>
                                          </p:val>
                                        </p:tav>
                                      </p:tavLst>
                                    </p:anim>
                                  </p:childTnLst>
                                </p:cTn>
                              </p:par>
                              <p:par>
                                <p:cTn id="21" presetID="10" presetClass="entr" presetSubtype="0" decel="100000" fill="hold" grpId="0" nodeType="withEffect">
                                  <p:stCondLst>
                                    <p:cond delay="500"/>
                                  </p:stCondLst>
                                  <p:childTnLst>
                                    <p:set>
                                      <p:cBhvr>
                                        <p:cTn id="22" dur="1" fill="hold">
                                          <p:stCondLst>
                                            <p:cond delay="0"/>
                                          </p:stCondLst>
                                        </p:cTn>
                                        <p:tgtEl>
                                          <p:spTgt spid="40"/>
                                        </p:tgtEl>
                                        <p:attrNameLst>
                                          <p:attrName>style.visibility</p:attrName>
                                        </p:attrNameLst>
                                      </p:cBhvr>
                                      <p:to>
                                        <p:strVal val="visible"/>
                                      </p:to>
                                    </p:set>
                                    <p:anim from="0" to="1" calcmode="lin" valueType="num">
                                      <p:cBhvr>
                                        <p:cTn id="23" dur="500" fill="hold">
                                          <p:stCondLst>
                                            <p:cond delay="0"/>
                                          </p:stCondLst>
                                        </p:cTn>
                                        <p:tgtEl>
                                          <p:spTgt spid="40"/>
                                        </p:tgtEl>
                                        <p:attrNameLst>
                                          <p:attrName>style.opacity</p:attrName>
                                        </p:attrNameLst>
                                      </p:cBhvr>
                                    </p:anim>
                                    <p:anim to="" calcmode="lin" valueType="num">
                                      <p:cBhvr>
                                        <p:cTn id="24" dur="500" fill="hold">
                                          <p:stCondLst>
                                            <p:cond delay="0"/>
                                          </p:stCondLst>
                                        </p:cTn>
                                        <p:tgtEl>
                                          <p:spTgt spid="40"/>
                                        </p:tgtEl>
                                        <p:attrNameLst>
                                          <p:attrName>ppt_x</p:attrName>
                                        </p:attrNameLst>
                                      </p:cBhvr>
                                      <p:tavLst>
                                        <p:tav tm="0" fmla="$">
                                          <p:val>
                                            <p:strVal val="#ppt_x+.05"/>
                                          </p:val>
                                        </p:tav>
                                        <p:tav tm="100000" fmla="$">
                                          <p:val>
                                            <p:strVal val="#ppt_x"/>
                                          </p:val>
                                        </p:tav>
                                      </p:tavLst>
                                    </p:anim>
                                  </p:childTnLst>
                                </p:cTn>
                              </p:par>
                              <p:par>
                                <p:cTn id="25" presetID="10" presetClass="entr" presetSubtype="0" decel="100000" fill="hold" grpId="0" nodeType="withEffect">
                                  <p:stCondLst>
                                    <p:cond delay="500"/>
                                  </p:stCondLst>
                                  <p:childTnLst>
                                    <p:set>
                                      <p:cBhvr>
                                        <p:cTn id="26" dur="1" fill="hold">
                                          <p:stCondLst>
                                            <p:cond delay="0"/>
                                          </p:stCondLst>
                                        </p:cTn>
                                        <p:tgtEl>
                                          <p:spTgt spid="41"/>
                                        </p:tgtEl>
                                        <p:attrNameLst>
                                          <p:attrName>style.visibility</p:attrName>
                                        </p:attrNameLst>
                                      </p:cBhvr>
                                      <p:to>
                                        <p:strVal val="visible"/>
                                      </p:to>
                                    </p:set>
                                    <p:anim from="0" to="1" calcmode="lin" valueType="num">
                                      <p:cBhvr>
                                        <p:cTn id="27" dur="500" fill="hold">
                                          <p:stCondLst>
                                            <p:cond delay="0"/>
                                          </p:stCondLst>
                                        </p:cTn>
                                        <p:tgtEl>
                                          <p:spTgt spid="41"/>
                                        </p:tgtEl>
                                        <p:attrNameLst>
                                          <p:attrName>style.opacity</p:attrName>
                                        </p:attrNameLst>
                                      </p:cBhvr>
                                    </p:anim>
                                    <p:anim to="" calcmode="lin" valueType="num">
                                      <p:cBhvr>
                                        <p:cTn id="28" dur="500" fill="hold">
                                          <p:stCondLst>
                                            <p:cond delay="0"/>
                                          </p:stCondLst>
                                        </p:cTn>
                                        <p:tgtEl>
                                          <p:spTgt spid="41"/>
                                        </p:tgtEl>
                                        <p:attrNameLst>
                                          <p:attrName>ppt_x</p:attrName>
                                        </p:attrNameLst>
                                      </p:cBhvr>
                                      <p:tavLst>
                                        <p:tav tm="0" fmla="$">
                                          <p:val>
                                            <p:strVal val="#ppt_x+.05"/>
                                          </p:val>
                                        </p:tav>
                                        <p:tav tm="100000" fmla="$">
                                          <p:val>
                                            <p:strVal val="#ppt_x"/>
                                          </p:val>
                                        </p:tav>
                                      </p:tavLst>
                                    </p:anim>
                                  </p:childTnLst>
                                </p:cTn>
                              </p:par>
                              <p:par>
                                <p:cTn id="29" presetID="10" presetClass="entr" presetSubtype="0" decel="100000" fill="hold" grpId="0" nodeType="withEffect">
                                  <p:stCondLst>
                                    <p:cond delay="750"/>
                                  </p:stCondLst>
                                  <p:childTnLst>
                                    <p:set>
                                      <p:cBhvr>
                                        <p:cTn id="30" dur="1" fill="hold">
                                          <p:stCondLst>
                                            <p:cond delay="0"/>
                                          </p:stCondLst>
                                        </p:cTn>
                                        <p:tgtEl>
                                          <p:spTgt spid="46"/>
                                        </p:tgtEl>
                                        <p:attrNameLst>
                                          <p:attrName>style.visibility</p:attrName>
                                        </p:attrNameLst>
                                      </p:cBhvr>
                                      <p:to>
                                        <p:strVal val="visible"/>
                                      </p:to>
                                    </p:set>
                                    <p:anim from="0" to="1" calcmode="lin" valueType="num">
                                      <p:cBhvr>
                                        <p:cTn id="31" dur="500" fill="hold">
                                          <p:stCondLst>
                                            <p:cond delay="0"/>
                                          </p:stCondLst>
                                        </p:cTn>
                                        <p:tgtEl>
                                          <p:spTgt spid="46"/>
                                        </p:tgtEl>
                                        <p:attrNameLst>
                                          <p:attrName>style.opacity</p:attrName>
                                        </p:attrNameLst>
                                      </p:cBhvr>
                                    </p:anim>
                                    <p:anim to="" calcmode="lin" valueType="num">
                                      <p:cBhvr>
                                        <p:cTn id="32" dur="500" fill="hold">
                                          <p:stCondLst>
                                            <p:cond delay="0"/>
                                          </p:stCondLst>
                                        </p:cTn>
                                        <p:tgtEl>
                                          <p:spTgt spid="46"/>
                                        </p:tgtEl>
                                        <p:attrNameLst>
                                          <p:attrName>ppt_x</p:attrName>
                                        </p:attrNameLst>
                                      </p:cBhvr>
                                      <p:tavLst>
                                        <p:tav tm="0" fmla="$">
                                          <p:val>
                                            <p:strVal val="#ppt_x+.05"/>
                                          </p:val>
                                        </p:tav>
                                        <p:tav tm="100000" fmla="$">
                                          <p:val>
                                            <p:strVal val="#ppt_x"/>
                                          </p:val>
                                        </p:tav>
                                      </p:tavLst>
                                    </p:anim>
                                  </p:childTnLst>
                                </p:cTn>
                              </p:par>
                              <p:par>
                                <p:cTn id="33" presetID="10" presetClass="entr" presetSubtype="0" decel="100000" fill="hold" grpId="0" nodeType="withEffect">
                                  <p:stCondLst>
                                    <p:cond delay="750"/>
                                  </p:stCondLst>
                                  <p:childTnLst>
                                    <p:set>
                                      <p:cBhvr>
                                        <p:cTn id="34" dur="1" fill="hold">
                                          <p:stCondLst>
                                            <p:cond delay="0"/>
                                          </p:stCondLst>
                                        </p:cTn>
                                        <p:tgtEl>
                                          <p:spTgt spid="47"/>
                                        </p:tgtEl>
                                        <p:attrNameLst>
                                          <p:attrName>style.visibility</p:attrName>
                                        </p:attrNameLst>
                                      </p:cBhvr>
                                      <p:to>
                                        <p:strVal val="visible"/>
                                      </p:to>
                                    </p:set>
                                    <p:anim from="0" to="1" calcmode="lin" valueType="num">
                                      <p:cBhvr>
                                        <p:cTn id="35" dur="500" fill="hold">
                                          <p:stCondLst>
                                            <p:cond delay="0"/>
                                          </p:stCondLst>
                                        </p:cTn>
                                        <p:tgtEl>
                                          <p:spTgt spid="47"/>
                                        </p:tgtEl>
                                        <p:attrNameLst>
                                          <p:attrName>style.opacity</p:attrName>
                                        </p:attrNameLst>
                                      </p:cBhvr>
                                    </p:anim>
                                    <p:anim to="" calcmode="lin" valueType="num">
                                      <p:cBhvr>
                                        <p:cTn id="36" dur="500" fill="hold">
                                          <p:stCondLst>
                                            <p:cond delay="0"/>
                                          </p:stCondLst>
                                        </p:cTn>
                                        <p:tgtEl>
                                          <p:spTgt spid="47"/>
                                        </p:tgtEl>
                                        <p:attrNameLst>
                                          <p:attrName>ppt_x</p:attrName>
                                        </p:attrNameLst>
                                      </p:cBhvr>
                                      <p:tavLst>
                                        <p:tav tm="0" fmla="$">
                                          <p:val>
                                            <p:strVal val="#ppt_x+.05"/>
                                          </p:val>
                                        </p:tav>
                                        <p:tav tm="100000" fmla="$">
                                          <p:val>
                                            <p:strVal val="#ppt_x"/>
                                          </p:val>
                                        </p:tav>
                                      </p:tavLst>
                                    </p:anim>
                                  </p:childTnLst>
                                </p:cTn>
                              </p:par>
                              <p:par>
                                <p:cTn id="37" presetID="10" presetClass="entr" presetSubtype="0" decel="100000" fill="hold" grpId="0" nodeType="withEffect">
                                  <p:stCondLst>
                                    <p:cond delay="1000"/>
                                  </p:stCondLst>
                                  <p:childTnLst>
                                    <p:set>
                                      <p:cBhvr>
                                        <p:cTn id="38" dur="1" fill="hold">
                                          <p:stCondLst>
                                            <p:cond delay="0"/>
                                          </p:stCondLst>
                                        </p:cTn>
                                        <p:tgtEl>
                                          <p:spTgt spid="52"/>
                                        </p:tgtEl>
                                        <p:attrNameLst>
                                          <p:attrName>style.visibility</p:attrName>
                                        </p:attrNameLst>
                                      </p:cBhvr>
                                      <p:to>
                                        <p:strVal val="visible"/>
                                      </p:to>
                                    </p:set>
                                    <p:anim from="0" to="1" calcmode="lin" valueType="num">
                                      <p:cBhvr>
                                        <p:cTn id="39" dur="500" fill="hold">
                                          <p:stCondLst>
                                            <p:cond delay="0"/>
                                          </p:stCondLst>
                                        </p:cTn>
                                        <p:tgtEl>
                                          <p:spTgt spid="52"/>
                                        </p:tgtEl>
                                        <p:attrNameLst>
                                          <p:attrName>style.opacity</p:attrName>
                                        </p:attrNameLst>
                                      </p:cBhvr>
                                    </p:anim>
                                    <p:anim to="" calcmode="lin" valueType="num">
                                      <p:cBhvr>
                                        <p:cTn id="40" dur="500" fill="hold">
                                          <p:stCondLst>
                                            <p:cond delay="0"/>
                                          </p:stCondLst>
                                        </p:cTn>
                                        <p:tgtEl>
                                          <p:spTgt spid="52"/>
                                        </p:tgtEl>
                                        <p:attrNameLst>
                                          <p:attrName>ppt_x</p:attrName>
                                        </p:attrNameLst>
                                      </p:cBhvr>
                                      <p:tavLst>
                                        <p:tav tm="0" fmla="$">
                                          <p:val>
                                            <p:strVal val="#ppt_x+.05"/>
                                          </p:val>
                                        </p:tav>
                                        <p:tav tm="100000" fmla="$">
                                          <p:val>
                                            <p:strVal val="#ppt_x"/>
                                          </p:val>
                                        </p:tav>
                                      </p:tavLst>
                                    </p:anim>
                                  </p:childTnLst>
                                </p:cTn>
                              </p:par>
                              <p:par>
                                <p:cTn id="41" presetID="10" presetClass="entr" presetSubtype="0" decel="100000" fill="hold" grpId="0" nodeType="withEffect">
                                  <p:stCondLst>
                                    <p:cond delay="1000"/>
                                  </p:stCondLst>
                                  <p:childTnLst>
                                    <p:set>
                                      <p:cBhvr>
                                        <p:cTn id="42" dur="1" fill="hold">
                                          <p:stCondLst>
                                            <p:cond delay="0"/>
                                          </p:stCondLst>
                                        </p:cTn>
                                        <p:tgtEl>
                                          <p:spTgt spid="53"/>
                                        </p:tgtEl>
                                        <p:attrNameLst>
                                          <p:attrName>style.visibility</p:attrName>
                                        </p:attrNameLst>
                                      </p:cBhvr>
                                      <p:to>
                                        <p:strVal val="visible"/>
                                      </p:to>
                                    </p:set>
                                    <p:anim from="0" to="1" calcmode="lin" valueType="num">
                                      <p:cBhvr>
                                        <p:cTn id="43" dur="500" fill="hold">
                                          <p:stCondLst>
                                            <p:cond delay="0"/>
                                          </p:stCondLst>
                                        </p:cTn>
                                        <p:tgtEl>
                                          <p:spTgt spid="53"/>
                                        </p:tgtEl>
                                        <p:attrNameLst>
                                          <p:attrName>style.opacity</p:attrName>
                                        </p:attrNameLst>
                                      </p:cBhvr>
                                    </p:anim>
                                    <p:anim to="" calcmode="lin" valueType="num">
                                      <p:cBhvr>
                                        <p:cTn id="44" dur="500" fill="hold">
                                          <p:stCondLst>
                                            <p:cond delay="0"/>
                                          </p:stCondLst>
                                        </p:cTn>
                                        <p:tgtEl>
                                          <p:spTgt spid="53"/>
                                        </p:tgtEl>
                                        <p:attrNameLst>
                                          <p:attrName>ppt_x</p:attrName>
                                        </p:attrNameLst>
                                      </p:cBhvr>
                                      <p:tavLst>
                                        <p:tav tm="0" fmla="$">
                                          <p:val>
                                            <p:strVal val="#ppt_x+.05"/>
                                          </p:val>
                                        </p:tav>
                                        <p:tav tm="100000" fmla="$">
                                          <p:val>
                                            <p:strVal val="#ppt_x"/>
                                          </p:val>
                                        </p:tav>
                                      </p:tavLst>
                                    </p:anim>
                                  </p:childTnLst>
                                </p:cTn>
                              </p:par>
                              <p:par>
                                <p:cTn id="45" presetID="10" presetClass="entr" presetSubtype="0" decel="100000" fill="hold" grpId="0" nodeType="withEffect">
                                  <p:stCondLst>
                                    <p:cond delay="1250"/>
                                  </p:stCondLst>
                                  <p:childTnLst>
                                    <p:set>
                                      <p:cBhvr>
                                        <p:cTn id="46" dur="1" fill="hold">
                                          <p:stCondLst>
                                            <p:cond delay="0"/>
                                          </p:stCondLst>
                                        </p:cTn>
                                        <p:tgtEl>
                                          <p:spTgt spid="59"/>
                                        </p:tgtEl>
                                        <p:attrNameLst>
                                          <p:attrName>style.visibility</p:attrName>
                                        </p:attrNameLst>
                                      </p:cBhvr>
                                      <p:to>
                                        <p:strVal val="visible"/>
                                      </p:to>
                                    </p:set>
                                    <p:anim from="0" to="1" calcmode="lin" valueType="num">
                                      <p:cBhvr>
                                        <p:cTn id="47" dur="500" fill="hold">
                                          <p:stCondLst>
                                            <p:cond delay="0"/>
                                          </p:stCondLst>
                                        </p:cTn>
                                        <p:tgtEl>
                                          <p:spTgt spid="59"/>
                                        </p:tgtEl>
                                        <p:attrNameLst>
                                          <p:attrName>style.opacity</p:attrName>
                                        </p:attrNameLst>
                                      </p:cBhvr>
                                    </p:anim>
                                    <p:anim to="" calcmode="lin" valueType="num">
                                      <p:cBhvr>
                                        <p:cTn id="48" dur="500" fill="hold">
                                          <p:stCondLst>
                                            <p:cond delay="0"/>
                                          </p:stCondLst>
                                        </p:cTn>
                                        <p:tgtEl>
                                          <p:spTgt spid="59"/>
                                        </p:tgtEl>
                                        <p:attrNameLst>
                                          <p:attrName>ppt_x</p:attrName>
                                        </p:attrNameLst>
                                      </p:cBhvr>
                                      <p:tavLst>
                                        <p:tav tm="0" fmla="$">
                                          <p:val>
                                            <p:strVal val="#ppt_x+.05"/>
                                          </p:val>
                                        </p:tav>
                                        <p:tav tm="100000" fmla="$">
                                          <p:val>
                                            <p:strVal val="#ppt_x"/>
                                          </p:val>
                                        </p:tav>
                                      </p:tavLst>
                                    </p:anim>
                                  </p:childTnLst>
                                </p:cTn>
                              </p:par>
                              <p:par>
                                <p:cTn id="49" presetID="10" presetClass="entr" presetSubtype="0" decel="100000" fill="hold" grpId="0" nodeType="withEffect">
                                  <p:stCondLst>
                                    <p:cond delay="0"/>
                                  </p:stCondLst>
                                  <p:iterate type="lt">
                                    <p:tmPct val="10000"/>
                                  </p:iterate>
                                  <p:childTnLst>
                                    <p:set>
                                      <p:cBhvr>
                                        <p:cTn id="50" dur="1" fill="hold">
                                          <p:stCondLst>
                                            <p:cond delay="0"/>
                                          </p:stCondLst>
                                        </p:cTn>
                                        <p:tgtEl>
                                          <p:spTgt spid="18"/>
                                        </p:tgtEl>
                                        <p:attrNameLst>
                                          <p:attrName>style.visibility</p:attrName>
                                        </p:attrNameLst>
                                      </p:cBhvr>
                                      <p:to>
                                        <p:strVal val="visible"/>
                                      </p:to>
                                    </p:set>
                                    <p:anim from="0" to="1" calcmode="lin" valueType="num">
                                      <p:cBhvr>
                                        <p:cTn id="51" dur="500" fill="hold">
                                          <p:stCondLst>
                                            <p:cond delay="0"/>
                                          </p:stCondLst>
                                        </p:cTn>
                                        <p:tgtEl>
                                          <p:spTgt spid="18"/>
                                        </p:tgtEl>
                                        <p:attrNameLst>
                                          <p:attrName>style.opacity</p:attrName>
                                        </p:attrNameLst>
                                      </p:cBhvr>
                                    </p:anim>
                                    <p:anim to="" calcmode="lin" valueType="num">
                                      <p:cBhvr>
                                        <p:cTn id="52" dur="500" fill="hold">
                                          <p:stCondLst>
                                            <p:cond delay="0"/>
                                          </p:stCondLst>
                                        </p:cTn>
                                        <p:tgtEl>
                                          <p:spTgt spid="18"/>
                                        </p:tgtEl>
                                        <p:attrNameLst>
                                          <p:attrName>ppt_y</p:attrName>
                                        </p:attrNameLst>
                                      </p:cBhvr>
                                      <p:tavLst>
                                        <p:tav tm="0" fmla="$">
                                          <p:val>
                                            <p:strVal val="#ppt_y+.05"/>
                                          </p:val>
                                        </p:tav>
                                        <p:tav tm="100000" fmla="$">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2" grpId="0"/>
      <p:bldP spid="34" grpId="0"/>
      <p:bldP spid="36" grpId="0"/>
      <p:bldP spid="38" grpId="0"/>
      <p:bldP spid="40" grpId="0"/>
      <p:bldP spid="41" grpId="0"/>
      <p:bldP spid="46" grpId="0"/>
      <p:bldP spid="47" grpId="0"/>
      <p:bldP spid="52" grpId="0"/>
      <p:bldP spid="53" grpId="0"/>
      <p:bldP spid="5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FAADE-70A4-17A7-C21A-B997EFB010B9}"/>
            </a:ext>
          </a:extLst>
        </p:cNvPr>
        <p:cNvGrpSpPr/>
        <p:nvPr/>
      </p:nvGrpSpPr>
      <p:grpSpPr>
        <a:xfrm>
          <a:off x="0" y="0"/>
          <a:ext cx="0" cy="0"/>
          <a:chOff x="0" y="0"/>
          <a:chExt cx="0" cy="0"/>
        </a:xfrm>
      </p:grpSpPr>
      <p:sp>
        <p:nvSpPr>
          <p:cNvPr id="18" name="觅知网-不倒翁ID:189359941">
            <a:extLst>
              <a:ext uri="{FF2B5EF4-FFF2-40B4-BE49-F238E27FC236}">
                <a16:creationId xmlns:a16="http://schemas.microsoft.com/office/drawing/2014/main" id="{D4929715-D657-4D44-D174-D08663BB0FCF}"/>
              </a:ext>
            </a:extLst>
          </p:cNvPr>
          <p:cNvSpPr txBox="1"/>
          <p:nvPr/>
        </p:nvSpPr>
        <p:spPr>
          <a:xfrm>
            <a:off x="557987" y="554591"/>
            <a:ext cx="4600135" cy="584775"/>
          </a:xfrm>
          <a:prstGeom prst="rect">
            <a:avLst/>
          </a:prstGeom>
          <a:noFill/>
        </p:spPr>
        <p:txBody>
          <a:bodyPr wrap="square" rtlCol="0">
            <a:spAutoFit/>
          </a:bodyPr>
          <a:lstStyle/>
          <a:p>
            <a:r>
              <a:rPr lang="zh-CN" altLang="en-US" sz="3200" dirty="0">
                <a:solidFill>
                  <a:schemeClr val="accent1"/>
                </a:solidFill>
                <a:latin typeface="+mj-ea"/>
                <a:ea typeface="+mj-ea"/>
                <a:cs typeface="思源黑体 CN Regular" panose="020B0500000000000000" charset="-122"/>
              </a:rPr>
              <a:t>数据增强</a:t>
            </a:r>
            <a:r>
              <a:rPr lang="en-US" altLang="zh-CN" sz="3200" dirty="0">
                <a:solidFill>
                  <a:schemeClr val="accent1"/>
                </a:solidFill>
                <a:latin typeface="+mj-ea"/>
                <a:ea typeface="+mj-ea"/>
                <a:cs typeface="思源黑体 CN Regular" panose="020B0500000000000000" charset="-122"/>
              </a:rPr>
              <a:t>——</a:t>
            </a:r>
            <a:r>
              <a:rPr lang="zh-CN" altLang="en-US" sz="3200" dirty="0">
                <a:solidFill>
                  <a:schemeClr val="accent1"/>
                </a:solidFill>
                <a:latin typeface="+mj-ea"/>
                <a:ea typeface="+mj-ea"/>
                <a:cs typeface="思源黑体 CN Regular" panose="020B0500000000000000" charset="-122"/>
              </a:rPr>
              <a:t>对比学习</a:t>
            </a:r>
          </a:p>
        </p:txBody>
      </p:sp>
      <p:sp>
        <p:nvSpPr>
          <p:cNvPr id="19" name="觅知网-不倒翁ID:189359941">
            <a:extLst>
              <a:ext uri="{FF2B5EF4-FFF2-40B4-BE49-F238E27FC236}">
                <a16:creationId xmlns:a16="http://schemas.microsoft.com/office/drawing/2014/main" id="{11B7AD61-B833-84EC-09FE-187F75FFEB4A}"/>
              </a:ext>
            </a:extLst>
          </p:cNvPr>
          <p:cNvSpPr/>
          <p:nvPr/>
        </p:nvSpPr>
        <p:spPr>
          <a:xfrm>
            <a:off x="672917" y="1144775"/>
            <a:ext cx="1754511" cy="119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itchFamily="34" charset="-122"/>
              <a:ea typeface="微软雅黑" pitchFamily="34" charset="-122"/>
              <a:cs typeface="思源黑体 CN Regular" panose="020B0500000000000000" charset="-122"/>
            </a:endParaRPr>
          </a:p>
        </p:txBody>
      </p:sp>
      <p:cxnSp>
        <p:nvCxnSpPr>
          <p:cNvPr id="20" name="觅知网-不倒翁ID:189359941">
            <a:extLst>
              <a:ext uri="{FF2B5EF4-FFF2-40B4-BE49-F238E27FC236}">
                <a16:creationId xmlns:a16="http://schemas.microsoft.com/office/drawing/2014/main" id="{D812F697-A77F-F979-587C-E6D7F3B4EFBF}"/>
              </a:ext>
            </a:extLst>
          </p:cNvPr>
          <p:cNvCxnSpPr/>
          <p:nvPr/>
        </p:nvCxnSpPr>
        <p:spPr>
          <a:xfrm>
            <a:off x="2427425" y="1201832"/>
            <a:ext cx="9058800"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觅知网-不倒翁ID:189359941">
            <a:extLst>
              <a:ext uri="{FF2B5EF4-FFF2-40B4-BE49-F238E27FC236}">
                <a16:creationId xmlns:a16="http://schemas.microsoft.com/office/drawing/2014/main" id="{FA76D03A-4B82-6D47-814A-CC5C95820285}"/>
              </a:ext>
            </a:extLst>
          </p:cNvPr>
          <p:cNvSpPr>
            <a:spLocks noChangeAspect="1"/>
          </p:cNvSpPr>
          <p:nvPr/>
        </p:nvSpPr>
        <p:spPr bwMode="auto">
          <a:xfrm>
            <a:off x="9920304" y="692655"/>
            <a:ext cx="404625" cy="255675"/>
          </a:xfrm>
          <a:custGeom>
            <a:avLst/>
            <a:gdLst>
              <a:gd name="connsiteX0" fmla="*/ 104550 w 604718"/>
              <a:gd name="connsiteY0" fmla="*/ 208330 h 382112"/>
              <a:gd name="connsiteX1" fmla="*/ 156180 w 604718"/>
              <a:gd name="connsiteY1" fmla="*/ 208330 h 382112"/>
              <a:gd name="connsiteX2" fmla="*/ 261642 w 604718"/>
              <a:gd name="connsiteY2" fmla="*/ 248878 h 382112"/>
              <a:gd name="connsiteX3" fmla="*/ 298947 w 604718"/>
              <a:gd name="connsiteY3" fmla="*/ 255007 h 382112"/>
              <a:gd name="connsiteX4" fmla="*/ 340187 w 604718"/>
              <a:gd name="connsiteY4" fmla="*/ 247621 h 382112"/>
              <a:gd name="connsiteX5" fmla="*/ 433687 w 604718"/>
              <a:gd name="connsiteY5" fmla="*/ 208330 h 382112"/>
              <a:gd name="connsiteX6" fmla="*/ 490825 w 604718"/>
              <a:gd name="connsiteY6" fmla="*/ 208330 h 382112"/>
              <a:gd name="connsiteX7" fmla="*/ 490825 w 604718"/>
              <a:gd name="connsiteY7" fmla="*/ 271509 h 382112"/>
              <a:gd name="connsiteX8" fmla="*/ 458400 w 604718"/>
              <a:gd name="connsiteY8" fmla="*/ 320701 h 382112"/>
              <a:gd name="connsiteX9" fmla="*/ 329326 w 604718"/>
              <a:gd name="connsiteY9" fmla="*/ 376337 h 382112"/>
              <a:gd name="connsiteX10" fmla="*/ 264632 w 604718"/>
              <a:gd name="connsiteY10" fmla="*/ 376337 h 382112"/>
              <a:gd name="connsiteX11" fmla="*/ 136819 w 604718"/>
              <a:gd name="connsiteY11" fmla="*/ 320701 h 382112"/>
              <a:gd name="connsiteX12" fmla="*/ 104550 w 604718"/>
              <a:gd name="connsiteY12" fmla="*/ 271509 h 382112"/>
              <a:gd name="connsiteX13" fmla="*/ 300973 w 604718"/>
              <a:gd name="connsiteY13" fmla="*/ 5 h 382112"/>
              <a:gd name="connsiteX14" fmla="*/ 334162 w 604718"/>
              <a:gd name="connsiteY14" fmla="*/ 4701 h 382112"/>
              <a:gd name="connsiteX15" fmla="*/ 581267 w 604718"/>
              <a:gd name="connsiteY15" fmla="*/ 92552 h 382112"/>
              <a:gd name="connsiteX16" fmla="*/ 588822 w 604718"/>
              <a:gd name="connsiteY16" fmla="*/ 114398 h 382112"/>
              <a:gd name="connsiteX17" fmla="*/ 589136 w 604718"/>
              <a:gd name="connsiteY17" fmla="*/ 114398 h 382112"/>
              <a:gd name="connsiteX18" fmla="*/ 589136 w 604718"/>
              <a:gd name="connsiteY18" fmla="*/ 270771 h 382112"/>
              <a:gd name="connsiteX19" fmla="*/ 604718 w 604718"/>
              <a:gd name="connsiteY19" fmla="*/ 321376 h 382112"/>
              <a:gd name="connsiteX20" fmla="*/ 561278 w 604718"/>
              <a:gd name="connsiteY20" fmla="*/ 321376 h 382112"/>
              <a:gd name="connsiteX21" fmla="*/ 576388 w 604718"/>
              <a:gd name="connsiteY21" fmla="*/ 271242 h 382112"/>
              <a:gd name="connsiteX22" fmla="*/ 576388 w 604718"/>
              <a:gd name="connsiteY22" fmla="*/ 120370 h 382112"/>
              <a:gd name="connsiteX23" fmla="*/ 333376 w 604718"/>
              <a:gd name="connsiteY23" fmla="*/ 222680 h 382112"/>
              <a:gd name="connsiteX24" fmla="*/ 268058 w 604718"/>
              <a:gd name="connsiteY24" fmla="*/ 223780 h 382112"/>
              <a:gd name="connsiteX25" fmla="*/ 13556 w 604718"/>
              <a:gd name="connsiteY25" fmla="*/ 125870 h 382112"/>
              <a:gd name="connsiteX26" fmla="*/ 13714 w 604718"/>
              <a:gd name="connsiteY26" fmla="*/ 100882 h 382112"/>
              <a:gd name="connsiteX27" fmla="*/ 267901 w 604718"/>
              <a:gd name="connsiteY27" fmla="*/ 5329 h 382112"/>
              <a:gd name="connsiteX28" fmla="*/ 300973 w 604718"/>
              <a:gd name="connsiteY28" fmla="*/ 5 h 38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4718" h="382112">
                <a:moveTo>
                  <a:pt x="104550" y="208330"/>
                </a:moveTo>
                <a:lnTo>
                  <a:pt x="156180" y="208330"/>
                </a:lnTo>
                <a:lnTo>
                  <a:pt x="261642" y="248878"/>
                </a:lnTo>
                <a:cubicBezTo>
                  <a:pt x="274864" y="253907"/>
                  <a:pt x="289188" y="255007"/>
                  <a:pt x="298947" y="255007"/>
                </a:cubicBezTo>
                <a:cubicBezTo>
                  <a:pt x="314373" y="255007"/>
                  <a:pt x="329012" y="252493"/>
                  <a:pt x="340187" y="247621"/>
                </a:cubicBezTo>
                <a:lnTo>
                  <a:pt x="433687" y="208330"/>
                </a:lnTo>
                <a:lnTo>
                  <a:pt x="490825" y="208330"/>
                </a:lnTo>
                <a:lnTo>
                  <a:pt x="490825" y="271509"/>
                </a:lnTo>
                <a:cubicBezTo>
                  <a:pt x="490825" y="290998"/>
                  <a:pt x="476344" y="313000"/>
                  <a:pt x="458400" y="320701"/>
                </a:cubicBezTo>
                <a:lnTo>
                  <a:pt x="329326" y="376337"/>
                </a:lnTo>
                <a:cubicBezTo>
                  <a:pt x="311382" y="384038"/>
                  <a:pt x="282419" y="384038"/>
                  <a:pt x="264632" y="376337"/>
                </a:cubicBezTo>
                <a:lnTo>
                  <a:pt x="136819" y="320701"/>
                </a:lnTo>
                <a:cubicBezTo>
                  <a:pt x="119032" y="313000"/>
                  <a:pt x="104550" y="290998"/>
                  <a:pt x="104550" y="271509"/>
                </a:cubicBezTo>
                <a:close/>
                <a:moveTo>
                  <a:pt x="300973" y="5"/>
                </a:moveTo>
                <a:cubicBezTo>
                  <a:pt x="312954" y="-93"/>
                  <a:pt x="324955" y="1479"/>
                  <a:pt x="334162" y="4701"/>
                </a:cubicBezTo>
                <a:lnTo>
                  <a:pt x="581267" y="92552"/>
                </a:lnTo>
                <a:cubicBezTo>
                  <a:pt x="596849" y="98053"/>
                  <a:pt x="599210" y="107168"/>
                  <a:pt x="588822" y="114398"/>
                </a:cubicBezTo>
                <a:lnTo>
                  <a:pt x="589136" y="114398"/>
                </a:lnTo>
                <a:lnTo>
                  <a:pt x="589136" y="270771"/>
                </a:lnTo>
                <a:lnTo>
                  <a:pt x="604718" y="321376"/>
                </a:lnTo>
                <a:lnTo>
                  <a:pt x="561278" y="321376"/>
                </a:lnTo>
                <a:lnTo>
                  <a:pt x="576388" y="271242"/>
                </a:lnTo>
                <a:lnTo>
                  <a:pt x="576388" y="120370"/>
                </a:lnTo>
                <a:lnTo>
                  <a:pt x="333376" y="222680"/>
                </a:lnTo>
                <a:cubicBezTo>
                  <a:pt x="315433" y="230224"/>
                  <a:pt x="286158" y="230695"/>
                  <a:pt x="268058" y="223780"/>
                </a:cubicBezTo>
                <a:lnTo>
                  <a:pt x="13556" y="125870"/>
                </a:lnTo>
                <a:cubicBezTo>
                  <a:pt x="-4544" y="118798"/>
                  <a:pt x="-4544" y="107640"/>
                  <a:pt x="13714" y="100882"/>
                </a:cubicBezTo>
                <a:lnTo>
                  <a:pt x="267901" y="5329"/>
                </a:lnTo>
                <a:cubicBezTo>
                  <a:pt x="277030" y="1872"/>
                  <a:pt x="288991" y="104"/>
                  <a:pt x="300973" y="5"/>
                </a:cubicBezTo>
                <a:close/>
              </a:path>
            </a:pathLst>
          </a:custGeom>
          <a:solidFill>
            <a:schemeClr val="bg1"/>
          </a:solidFill>
          <a:ln>
            <a:noFill/>
          </a:ln>
        </p:spPr>
        <p:txBody>
          <a:bodyPr/>
          <a:lstStyle/>
          <a:p>
            <a:endParaRPr lang="zh-CN" altLang="en-US" dirty="0">
              <a:latin typeface="微软雅黑" pitchFamily="34" charset="-122"/>
              <a:ea typeface="微软雅黑" pitchFamily="34" charset="-122"/>
              <a:cs typeface="思源黑体 CN Regular" panose="020B0500000000000000" charset="-122"/>
            </a:endParaRPr>
          </a:p>
        </p:txBody>
      </p:sp>
      <p:sp>
        <p:nvSpPr>
          <p:cNvPr id="47" name="觅知网-不倒翁ID:189359941">
            <a:extLst>
              <a:ext uri="{FF2B5EF4-FFF2-40B4-BE49-F238E27FC236}">
                <a16:creationId xmlns:a16="http://schemas.microsoft.com/office/drawing/2014/main" id="{2DDE779E-4913-EE9C-4D83-E91FEB4E1590}"/>
              </a:ext>
            </a:extLst>
          </p:cNvPr>
          <p:cNvSpPr/>
          <p:nvPr>
            <p:custDataLst>
              <p:tags r:id="rId1"/>
            </p:custDataLst>
          </p:nvPr>
        </p:nvSpPr>
        <p:spPr>
          <a:xfrm>
            <a:off x="3994140" y="3994493"/>
            <a:ext cx="1569660" cy="369332"/>
          </a:xfrm>
          <a:prstGeom prst="rect">
            <a:avLst/>
          </a:prstGeom>
        </p:spPr>
        <p:txBody>
          <a:bodyPr wrap="none">
            <a:spAutoFit/>
          </a:bodyPr>
          <a:lstStyle/>
          <a:p>
            <a:pPr algn="ctr" defTabSz="1219200">
              <a:defRPr/>
            </a:pPr>
            <a:r>
              <a:rPr lang="zh-CN" altLang="en-US" kern="0" dirty="0">
                <a:solidFill>
                  <a:schemeClr val="bg1"/>
                </a:solidFill>
                <a:latin typeface="+mj-ea"/>
                <a:ea typeface="+mj-ea"/>
                <a:cs typeface="思源黑体 CN Regular" panose="020B0500000000000000" charset="-122"/>
              </a:rPr>
              <a:t>请添加小标题</a:t>
            </a:r>
            <a:endParaRPr lang="en-US" altLang="zh-CN" kern="0" dirty="0">
              <a:solidFill>
                <a:schemeClr val="bg1"/>
              </a:solidFill>
              <a:latin typeface="+mj-ea"/>
              <a:ea typeface="+mj-ea"/>
              <a:cs typeface="思源黑体 CN Regular" panose="020B0500000000000000" charset="-122"/>
            </a:endParaRPr>
          </a:p>
        </p:txBody>
      </p:sp>
      <p:sp>
        <p:nvSpPr>
          <p:cNvPr id="2" name="文本框 1">
            <a:extLst>
              <a:ext uri="{FF2B5EF4-FFF2-40B4-BE49-F238E27FC236}">
                <a16:creationId xmlns:a16="http://schemas.microsoft.com/office/drawing/2014/main" id="{6225C9B8-2B17-3600-8628-69CCD798A19D}"/>
              </a:ext>
            </a:extLst>
          </p:cNvPr>
          <p:cNvSpPr txBox="1"/>
          <p:nvPr/>
        </p:nvSpPr>
        <p:spPr>
          <a:xfrm>
            <a:off x="672917" y="1484784"/>
            <a:ext cx="4342963" cy="461665"/>
          </a:xfrm>
          <a:prstGeom prst="rect">
            <a:avLst/>
          </a:prstGeom>
          <a:noFill/>
        </p:spPr>
        <p:txBody>
          <a:bodyPr wrap="square" rtlCol="0">
            <a:spAutoFit/>
          </a:bodyPr>
          <a:lstStyle/>
          <a:p>
            <a:r>
              <a:rPr lang="zh-CN" altLang="en-US" sz="2400" dirty="0">
                <a:solidFill>
                  <a:srgbClr val="344778"/>
                </a:solidFill>
              </a:rPr>
              <a:t>负样本数据的生成</a:t>
            </a:r>
          </a:p>
        </p:txBody>
      </p:sp>
      <p:sp>
        <p:nvSpPr>
          <p:cNvPr id="3" name="文本框 2">
            <a:extLst>
              <a:ext uri="{FF2B5EF4-FFF2-40B4-BE49-F238E27FC236}">
                <a16:creationId xmlns:a16="http://schemas.microsoft.com/office/drawing/2014/main" id="{3C205E5E-7AE6-9E09-EE58-72C198ED3189}"/>
              </a:ext>
            </a:extLst>
          </p:cNvPr>
          <p:cNvSpPr txBox="1"/>
          <p:nvPr/>
        </p:nvSpPr>
        <p:spPr>
          <a:xfrm>
            <a:off x="767408" y="2060848"/>
            <a:ext cx="4248472" cy="1200329"/>
          </a:xfrm>
          <a:prstGeom prst="rect">
            <a:avLst/>
          </a:prstGeom>
          <a:noFill/>
        </p:spPr>
        <p:txBody>
          <a:bodyPr wrap="square" rtlCol="0">
            <a:spAutoFit/>
          </a:bodyPr>
          <a:lstStyle/>
          <a:p>
            <a:r>
              <a:rPr lang="zh-CN" altLang="en-US" dirty="0"/>
              <a:t>根据自车当前的行驶状态判断可以实施的具体操作，在收集完所有可实施操作后从中随机选取一个实施，生成最后的负样本数据</a:t>
            </a:r>
            <a:endParaRPr lang="en-US" altLang="zh-CN" dirty="0"/>
          </a:p>
        </p:txBody>
      </p:sp>
      <p:graphicFrame>
        <p:nvGraphicFramePr>
          <p:cNvPr id="5" name="图示 4">
            <a:extLst>
              <a:ext uri="{FF2B5EF4-FFF2-40B4-BE49-F238E27FC236}">
                <a16:creationId xmlns:a16="http://schemas.microsoft.com/office/drawing/2014/main" id="{219F0086-B231-1BB2-65C1-C414D554C243}"/>
              </a:ext>
            </a:extLst>
          </p:cNvPr>
          <p:cNvGraphicFramePr/>
          <p:nvPr>
            <p:extLst>
              <p:ext uri="{D42A27DB-BD31-4B8C-83A1-F6EECF244321}">
                <p14:modId xmlns:p14="http://schemas.microsoft.com/office/powerpoint/2010/main" val="2419032300"/>
              </p:ext>
            </p:extLst>
          </p:nvPr>
        </p:nvGraphicFramePr>
        <p:xfrm>
          <a:off x="47328" y="3241692"/>
          <a:ext cx="4392488" cy="288032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文本框 5">
            <a:extLst>
              <a:ext uri="{FF2B5EF4-FFF2-40B4-BE49-F238E27FC236}">
                <a16:creationId xmlns:a16="http://schemas.microsoft.com/office/drawing/2014/main" id="{44754300-21C0-BDF2-B71A-8777AC1F160A}"/>
              </a:ext>
            </a:extLst>
          </p:cNvPr>
          <p:cNvSpPr txBox="1"/>
          <p:nvPr/>
        </p:nvSpPr>
        <p:spPr>
          <a:xfrm>
            <a:off x="5375920" y="2830209"/>
            <a:ext cx="5860792" cy="1477328"/>
          </a:xfrm>
          <a:prstGeom prst="rect">
            <a:avLst/>
          </a:prstGeom>
          <a:noFill/>
        </p:spPr>
        <p:txBody>
          <a:bodyPr wrap="square" rtlCol="0">
            <a:spAutoFit/>
          </a:bodyPr>
          <a:lstStyle/>
          <a:p>
            <a:r>
              <a:rPr lang="zh-CN" altLang="en-US" dirty="0"/>
              <a:t>若自车为等红灯的头车</a:t>
            </a:r>
            <a:r>
              <a:rPr lang="en-US" altLang="zh-CN" dirty="0"/>
              <a:t>——</a:t>
            </a:r>
            <a:r>
              <a:rPr lang="zh-CN" altLang="en-US" dirty="0"/>
              <a:t>翻转交通信号灯</a:t>
            </a:r>
            <a:endParaRPr lang="en-US" altLang="zh-CN" dirty="0"/>
          </a:p>
          <a:p>
            <a:endParaRPr lang="en-US" altLang="zh-CN" dirty="0"/>
          </a:p>
          <a:p>
            <a:r>
              <a:rPr lang="zh-CN" altLang="en-US" dirty="0"/>
              <a:t>当自车行驶时有前车或交互车辆</a:t>
            </a:r>
            <a:r>
              <a:rPr lang="en-US" altLang="zh-CN" dirty="0"/>
              <a:t>——</a:t>
            </a:r>
            <a:r>
              <a:rPr lang="zh-CN" altLang="en-US" dirty="0"/>
              <a:t>丢弃周围车辆</a:t>
            </a:r>
            <a:endParaRPr lang="en-US" altLang="zh-CN" dirty="0"/>
          </a:p>
          <a:p>
            <a:endParaRPr lang="en-US" altLang="zh-CN" dirty="0"/>
          </a:p>
          <a:p>
            <a:r>
              <a:rPr lang="zh-CN" altLang="en-US" dirty="0"/>
              <a:t>当自车的前方有空闲位置</a:t>
            </a:r>
            <a:r>
              <a:rPr lang="en-US" altLang="zh-CN" dirty="0"/>
              <a:t>——</a:t>
            </a:r>
            <a:r>
              <a:rPr lang="zh-CN" altLang="en-US" dirty="0"/>
              <a:t>插入前车</a:t>
            </a:r>
          </a:p>
        </p:txBody>
      </p:sp>
    </p:spTree>
    <p:extLst>
      <p:ext uri="{BB962C8B-B14F-4D97-AF65-F5344CB8AC3E}">
        <p14:creationId xmlns:p14="http://schemas.microsoft.com/office/powerpoint/2010/main" val="180434859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750"/>
                                  </p:stCondLst>
                                  <p:childTnLst>
                                    <p:set>
                                      <p:cBhvr>
                                        <p:cTn id="6" dur="1" fill="hold">
                                          <p:stCondLst>
                                            <p:cond delay="0"/>
                                          </p:stCondLst>
                                        </p:cTn>
                                        <p:tgtEl>
                                          <p:spTgt spid="47"/>
                                        </p:tgtEl>
                                        <p:attrNameLst>
                                          <p:attrName>style.visibility</p:attrName>
                                        </p:attrNameLst>
                                      </p:cBhvr>
                                      <p:to>
                                        <p:strVal val="visible"/>
                                      </p:to>
                                    </p:set>
                                    <p:anim from="0" to="1" calcmode="lin" valueType="num">
                                      <p:cBhvr>
                                        <p:cTn id="7" dur="500" fill="hold">
                                          <p:stCondLst>
                                            <p:cond delay="0"/>
                                          </p:stCondLst>
                                        </p:cTn>
                                        <p:tgtEl>
                                          <p:spTgt spid="47"/>
                                        </p:tgtEl>
                                        <p:attrNameLst>
                                          <p:attrName>style.opacity</p:attrName>
                                        </p:attrNameLst>
                                      </p:cBhvr>
                                    </p:anim>
                                    <p:anim to="" calcmode="lin" valueType="num">
                                      <p:cBhvr>
                                        <p:cTn id="8" dur="500" fill="hold">
                                          <p:stCondLst>
                                            <p:cond delay="0"/>
                                          </p:stCondLst>
                                        </p:cTn>
                                        <p:tgtEl>
                                          <p:spTgt spid="47"/>
                                        </p:tgtEl>
                                        <p:attrNameLst>
                                          <p:attrName>ppt_x</p:attrName>
                                        </p:attrNameLst>
                                      </p:cBhvr>
                                      <p:tavLst>
                                        <p:tav tm="0" fmla="$">
                                          <p:val>
                                            <p:strVal val="#ppt_x+.05"/>
                                          </p:val>
                                        </p:tav>
                                        <p:tav tm="100000" fmla="$">
                                          <p:val>
                                            <p:strVal val="#ppt_x"/>
                                          </p:val>
                                        </p:tav>
                                      </p:tavLst>
                                    </p:anim>
                                  </p:childTnLst>
                                </p:cTn>
                              </p:par>
                              <p:par>
                                <p:cTn id="9" presetID="10" presetClass="entr" presetSubtype="0" decel="100000" fill="hold" grpId="0" nodeType="withEffect">
                                  <p:stCondLst>
                                    <p:cond delay="0"/>
                                  </p:stCondLst>
                                  <p:iterate type="lt">
                                    <p:tmPct val="10000"/>
                                  </p:iterate>
                                  <p:childTnLst>
                                    <p:set>
                                      <p:cBhvr>
                                        <p:cTn id="10" dur="1" fill="hold">
                                          <p:stCondLst>
                                            <p:cond delay="0"/>
                                          </p:stCondLst>
                                        </p:cTn>
                                        <p:tgtEl>
                                          <p:spTgt spid="18"/>
                                        </p:tgtEl>
                                        <p:attrNameLst>
                                          <p:attrName>style.visibility</p:attrName>
                                        </p:attrNameLst>
                                      </p:cBhvr>
                                      <p:to>
                                        <p:strVal val="visible"/>
                                      </p:to>
                                    </p:set>
                                    <p:anim from="0" to="1" calcmode="lin" valueType="num">
                                      <p:cBhvr>
                                        <p:cTn id="11" dur="500" fill="hold">
                                          <p:stCondLst>
                                            <p:cond delay="0"/>
                                          </p:stCondLst>
                                        </p:cTn>
                                        <p:tgtEl>
                                          <p:spTgt spid="18"/>
                                        </p:tgtEl>
                                        <p:attrNameLst>
                                          <p:attrName>style.opacity</p:attrName>
                                        </p:attrNameLst>
                                      </p:cBhvr>
                                    </p:anim>
                                    <p:anim to="" calcmode="lin" valueType="num">
                                      <p:cBhvr>
                                        <p:cTn id="12" dur="500" fill="hold">
                                          <p:stCondLst>
                                            <p:cond delay="0"/>
                                          </p:stCondLst>
                                        </p:cTn>
                                        <p:tgtEl>
                                          <p:spTgt spid="18"/>
                                        </p:tgtEl>
                                        <p:attrNameLst>
                                          <p:attrName>ppt_y</p:attrName>
                                        </p:attrNameLst>
                                      </p:cBhvr>
                                      <p:tavLst>
                                        <p:tav tm="0" fmla="$">
                                          <p:val>
                                            <p:strVal val="#ppt_y+.05"/>
                                          </p:val>
                                        </p:tav>
                                        <p:tav tm="100000" fmla="$">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4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8B122-F4FC-4006-B438-6855C47CCF12}"/>
            </a:ext>
          </a:extLst>
        </p:cNvPr>
        <p:cNvGrpSpPr/>
        <p:nvPr/>
      </p:nvGrpSpPr>
      <p:grpSpPr>
        <a:xfrm>
          <a:off x="0" y="0"/>
          <a:ext cx="0" cy="0"/>
          <a:chOff x="0" y="0"/>
          <a:chExt cx="0" cy="0"/>
        </a:xfrm>
      </p:grpSpPr>
      <p:sp>
        <p:nvSpPr>
          <p:cNvPr id="18" name="觅知网-不倒翁ID:189359941">
            <a:extLst>
              <a:ext uri="{FF2B5EF4-FFF2-40B4-BE49-F238E27FC236}">
                <a16:creationId xmlns:a16="http://schemas.microsoft.com/office/drawing/2014/main" id="{20555083-C581-B676-1A00-3451E6A95600}"/>
              </a:ext>
            </a:extLst>
          </p:cNvPr>
          <p:cNvSpPr txBox="1"/>
          <p:nvPr/>
        </p:nvSpPr>
        <p:spPr>
          <a:xfrm>
            <a:off x="557987" y="554591"/>
            <a:ext cx="4600135" cy="584775"/>
          </a:xfrm>
          <a:prstGeom prst="rect">
            <a:avLst/>
          </a:prstGeom>
          <a:noFill/>
        </p:spPr>
        <p:txBody>
          <a:bodyPr wrap="square" rtlCol="0">
            <a:spAutoFit/>
          </a:bodyPr>
          <a:lstStyle/>
          <a:p>
            <a:r>
              <a:rPr lang="zh-CN" altLang="en-US" sz="3200" dirty="0">
                <a:solidFill>
                  <a:schemeClr val="accent1"/>
                </a:solidFill>
                <a:latin typeface="+mj-ea"/>
                <a:ea typeface="+mj-ea"/>
                <a:cs typeface="思源黑体 CN Regular" panose="020B0500000000000000" charset="-122"/>
              </a:rPr>
              <a:t>数据增强</a:t>
            </a:r>
            <a:r>
              <a:rPr lang="en-US" altLang="zh-CN" sz="3200" dirty="0">
                <a:solidFill>
                  <a:schemeClr val="accent1"/>
                </a:solidFill>
                <a:latin typeface="+mj-ea"/>
                <a:ea typeface="+mj-ea"/>
                <a:cs typeface="思源黑体 CN Regular" panose="020B0500000000000000" charset="-122"/>
              </a:rPr>
              <a:t>——</a:t>
            </a:r>
            <a:r>
              <a:rPr lang="zh-CN" altLang="en-US" sz="3200" dirty="0">
                <a:solidFill>
                  <a:schemeClr val="accent1"/>
                </a:solidFill>
                <a:latin typeface="+mj-ea"/>
                <a:ea typeface="+mj-ea"/>
                <a:cs typeface="思源黑体 CN Regular" panose="020B0500000000000000" charset="-122"/>
              </a:rPr>
              <a:t>对比学习</a:t>
            </a:r>
          </a:p>
        </p:txBody>
      </p:sp>
      <p:sp>
        <p:nvSpPr>
          <p:cNvPr id="19" name="觅知网-不倒翁ID:189359941">
            <a:extLst>
              <a:ext uri="{FF2B5EF4-FFF2-40B4-BE49-F238E27FC236}">
                <a16:creationId xmlns:a16="http://schemas.microsoft.com/office/drawing/2014/main" id="{3571D78D-2AFA-0AE0-B853-32B7200AD71F}"/>
              </a:ext>
            </a:extLst>
          </p:cNvPr>
          <p:cNvSpPr/>
          <p:nvPr/>
        </p:nvSpPr>
        <p:spPr>
          <a:xfrm>
            <a:off x="672917" y="1144775"/>
            <a:ext cx="1754511" cy="119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itchFamily="34" charset="-122"/>
              <a:ea typeface="微软雅黑" pitchFamily="34" charset="-122"/>
              <a:cs typeface="思源黑体 CN Regular" panose="020B0500000000000000" charset="-122"/>
            </a:endParaRPr>
          </a:p>
        </p:txBody>
      </p:sp>
      <p:cxnSp>
        <p:nvCxnSpPr>
          <p:cNvPr id="20" name="觅知网-不倒翁ID:189359941">
            <a:extLst>
              <a:ext uri="{FF2B5EF4-FFF2-40B4-BE49-F238E27FC236}">
                <a16:creationId xmlns:a16="http://schemas.microsoft.com/office/drawing/2014/main" id="{078232DF-6C1A-EE10-0807-74184E76A657}"/>
              </a:ext>
            </a:extLst>
          </p:cNvPr>
          <p:cNvCxnSpPr/>
          <p:nvPr/>
        </p:nvCxnSpPr>
        <p:spPr>
          <a:xfrm>
            <a:off x="2427425" y="1201832"/>
            <a:ext cx="9058800"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觅知网-不倒翁ID:189359941">
            <a:extLst>
              <a:ext uri="{FF2B5EF4-FFF2-40B4-BE49-F238E27FC236}">
                <a16:creationId xmlns:a16="http://schemas.microsoft.com/office/drawing/2014/main" id="{BF0E1E68-21EA-91FB-A242-C0A8C4E710AA}"/>
              </a:ext>
            </a:extLst>
          </p:cNvPr>
          <p:cNvSpPr>
            <a:spLocks noChangeAspect="1"/>
          </p:cNvSpPr>
          <p:nvPr/>
        </p:nvSpPr>
        <p:spPr bwMode="auto">
          <a:xfrm>
            <a:off x="9920304" y="692655"/>
            <a:ext cx="404625" cy="255675"/>
          </a:xfrm>
          <a:custGeom>
            <a:avLst/>
            <a:gdLst>
              <a:gd name="connsiteX0" fmla="*/ 104550 w 604718"/>
              <a:gd name="connsiteY0" fmla="*/ 208330 h 382112"/>
              <a:gd name="connsiteX1" fmla="*/ 156180 w 604718"/>
              <a:gd name="connsiteY1" fmla="*/ 208330 h 382112"/>
              <a:gd name="connsiteX2" fmla="*/ 261642 w 604718"/>
              <a:gd name="connsiteY2" fmla="*/ 248878 h 382112"/>
              <a:gd name="connsiteX3" fmla="*/ 298947 w 604718"/>
              <a:gd name="connsiteY3" fmla="*/ 255007 h 382112"/>
              <a:gd name="connsiteX4" fmla="*/ 340187 w 604718"/>
              <a:gd name="connsiteY4" fmla="*/ 247621 h 382112"/>
              <a:gd name="connsiteX5" fmla="*/ 433687 w 604718"/>
              <a:gd name="connsiteY5" fmla="*/ 208330 h 382112"/>
              <a:gd name="connsiteX6" fmla="*/ 490825 w 604718"/>
              <a:gd name="connsiteY6" fmla="*/ 208330 h 382112"/>
              <a:gd name="connsiteX7" fmla="*/ 490825 w 604718"/>
              <a:gd name="connsiteY7" fmla="*/ 271509 h 382112"/>
              <a:gd name="connsiteX8" fmla="*/ 458400 w 604718"/>
              <a:gd name="connsiteY8" fmla="*/ 320701 h 382112"/>
              <a:gd name="connsiteX9" fmla="*/ 329326 w 604718"/>
              <a:gd name="connsiteY9" fmla="*/ 376337 h 382112"/>
              <a:gd name="connsiteX10" fmla="*/ 264632 w 604718"/>
              <a:gd name="connsiteY10" fmla="*/ 376337 h 382112"/>
              <a:gd name="connsiteX11" fmla="*/ 136819 w 604718"/>
              <a:gd name="connsiteY11" fmla="*/ 320701 h 382112"/>
              <a:gd name="connsiteX12" fmla="*/ 104550 w 604718"/>
              <a:gd name="connsiteY12" fmla="*/ 271509 h 382112"/>
              <a:gd name="connsiteX13" fmla="*/ 300973 w 604718"/>
              <a:gd name="connsiteY13" fmla="*/ 5 h 382112"/>
              <a:gd name="connsiteX14" fmla="*/ 334162 w 604718"/>
              <a:gd name="connsiteY14" fmla="*/ 4701 h 382112"/>
              <a:gd name="connsiteX15" fmla="*/ 581267 w 604718"/>
              <a:gd name="connsiteY15" fmla="*/ 92552 h 382112"/>
              <a:gd name="connsiteX16" fmla="*/ 588822 w 604718"/>
              <a:gd name="connsiteY16" fmla="*/ 114398 h 382112"/>
              <a:gd name="connsiteX17" fmla="*/ 589136 w 604718"/>
              <a:gd name="connsiteY17" fmla="*/ 114398 h 382112"/>
              <a:gd name="connsiteX18" fmla="*/ 589136 w 604718"/>
              <a:gd name="connsiteY18" fmla="*/ 270771 h 382112"/>
              <a:gd name="connsiteX19" fmla="*/ 604718 w 604718"/>
              <a:gd name="connsiteY19" fmla="*/ 321376 h 382112"/>
              <a:gd name="connsiteX20" fmla="*/ 561278 w 604718"/>
              <a:gd name="connsiteY20" fmla="*/ 321376 h 382112"/>
              <a:gd name="connsiteX21" fmla="*/ 576388 w 604718"/>
              <a:gd name="connsiteY21" fmla="*/ 271242 h 382112"/>
              <a:gd name="connsiteX22" fmla="*/ 576388 w 604718"/>
              <a:gd name="connsiteY22" fmla="*/ 120370 h 382112"/>
              <a:gd name="connsiteX23" fmla="*/ 333376 w 604718"/>
              <a:gd name="connsiteY23" fmla="*/ 222680 h 382112"/>
              <a:gd name="connsiteX24" fmla="*/ 268058 w 604718"/>
              <a:gd name="connsiteY24" fmla="*/ 223780 h 382112"/>
              <a:gd name="connsiteX25" fmla="*/ 13556 w 604718"/>
              <a:gd name="connsiteY25" fmla="*/ 125870 h 382112"/>
              <a:gd name="connsiteX26" fmla="*/ 13714 w 604718"/>
              <a:gd name="connsiteY26" fmla="*/ 100882 h 382112"/>
              <a:gd name="connsiteX27" fmla="*/ 267901 w 604718"/>
              <a:gd name="connsiteY27" fmla="*/ 5329 h 382112"/>
              <a:gd name="connsiteX28" fmla="*/ 300973 w 604718"/>
              <a:gd name="connsiteY28" fmla="*/ 5 h 38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4718" h="382112">
                <a:moveTo>
                  <a:pt x="104550" y="208330"/>
                </a:moveTo>
                <a:lnTo>
                  <a:pt x="156180" y="208330"/>
                </a:lnTo>
                <a:lnTo>
                  <a:pt x="261642" y="248878"/>
                </a:lnTo>
                <a:cubicBezTo>
                  <a:pt x="274864" y="253907"/>
                  <a:pt x="289188" y="255007"/>
                  <a:pt x="298947" y="255007"/>
                </a:cubicBezTo>
                <a:cubicBezTo>
                  <a:pt x="314373" y="255007"/>
                  <a:pt x="329012" y="252493"/>
                  <a:pt x="340187" y="247621"/>
                </a:cubicBezTo>
                <a:lnTo>
                  <a:pt x="433687" y="208330"/>
                </a:lnTo>
                <a:lnTo>
                  <a:pt x="490825" y="208330"/>
                </a:lnTo>
                <a:lnTo>
                  <a:pt x="490825" y="271509"/>
                </a:lnTo>
                <a:cubicBezTo>
                  <a:pt x="490825" y="290998"/>
                  <a:pt x="476344" y="313000"/>
                  <a:pt x="458400" y="320701"/>
                </a:cubicBezTo>
                <a:lnTo>
                  <a:pt x="329326" y="376337"/>
                </a:lnTo>
                <a:cubicBezTo>
                  <a:pt x="311382" y="384038"/>
                  <a:pt x="282419" y="384038"/>
                  <a:pt x="264632" y="376337"/>
                </a:cubicBezTo>
                <a:lnTo>
                  <a:pt x="136819" y="320701"/>
                </a:lnTo>
                <a:cubicBezTo>
                  <a:pt x="119032" y="313000"/>
                  <a:pt x="104550" y="290998"/>
                  <a:pt x="104550" y="271509"/>
                </a:cubicBezTo>
                <a:close/>
                <a:moveTo>
                  <a:pt x="300973" y="5"/>
                </a:moveTo>
                <a:cubicBezTo>
                  <a:pt x="312954" y="-93"/>
                  <a:pt x="324955" y="1479"/>
                  <a:pt x="334162" y="4701"/>
                </a:cubicBezTo>
                <a:lnTo>
                  <a:pt x="581267" y="92552"/>
                </a:lnTo>
                <a:cubicBezTo>
                  <a:pt x="596849" y="98053"/>
                  <a:pt x="599210" y="107168"/>
                  <a:pt x="588822" y="114398"/>
                </a:cubicBezTo>
                <a:lnTo>
                  <a:pt x="589136" y="114398"/>
                </a:lnTo>
                <a:lnTo>
                  <a:pt x="589136" y="270771"/>
                </a:lnTo>
                <a:lnTo>
                  <a:pt x="604718" y="321376"/>
                </a:lnTo>
                <a:lnTo>
                  <a:pt x="561278" y="321376"/>
                </a:lnTo>
                <a:lnTo>
                  <a:pt x="576388" y="271242"/>
                </a:lnTo>
                <a:lnTo>
                  <a:pt x="576388" y="120370"/>
                </a:lnTo>
                <a:lnTo>
                  <a:pt x="333376" y="222680"/>
                </a:lnTo>
                <a:cubicBezTo>
                  <a:pt x="315433" y="230224"/>
                  <a:pt x="286158" y="230695"/>
                  <a:pt x="268058" y="223780"/>
                </a:cubicBezTo>
                <a:lnTo>
                  <a:pt x="13556" y="125870"/>
                </a:lnTo>
                <a:cubicBezTo>
                  <a:pt x="-4544" y="118798"/>
                  <a:pt x="-4544" y="107640"/>
                  <a:pt x="13714" y="100882"/>
                </a:cubicBezTo>
                <a:lnTo>
                  <a:pt x="267901" y="5329"/>
                </a:lnTo>
                <a:cubicBezTo>
                  <a:pt x="277030" y="1872"/>
                  <a:pt x="288991" y="104"/>
                  <a:pt x="300973" y="5"/>
                </a:cubicBezTo>
                <a:close/>
              </a:path>
            </a:pathLst>
          </a:custGeom>
          <a:solidFill>
            <a:schemeClr val="bg1"/>
          </a:solidFill>
          <a:ln>
            <a:noFill/>
          </a:ln>
        </p:spPr>
        <p:txBody>
          <a:bodyPr/>
          <a:lstStyle/>
          <a:p>
            <a:endParaRPr lang="zh-CN" altLang="en-US" dirty="0">
              <a:latin typeface="微软雅黑" pitchFamily="34" charset="-122"/>
              <a:ea typeface="微软雅黑" pitchFamily="34" charset="-122"/>
              <a:cs typeface="思源黑体 CN Regular" panose="020B0500000000000000" charset="-122"/>
            </a:endParaRPr>
          </a:p>
        </p:txBody>
      </p:sp>
      <p:sp>
        <p:nvSpPr>
          <p:cNvPr id="53" name="觅知网-不倒翁ID:189359941">
            <a:extLst>
              <a:ext uri="{FF2B5EF4-FFF2-40B4-BE49-F238E27FC236}">
                <a16:creationId xmlns:a16="http://schemas.microsoft.com/office/drawing/2014/main" id="{15C4913A-D385-A66F-C554-973B2D7092C7}"/>
              </a:ext>
            </a:extLst>
          </p:cNvPr>
          <p:cNvSpPr/>
          <p:nvPr>
            <p:custDataLst>
              <p:tags r:id="rId1"/>
            </p:custDataLst>
          </p:nvPr>
        </p:nvSpPr>
        <p:spPr>
          <a:xfrm>
            <a:off x="6639819" y="3994493"/>
            <a:ext cx="1569660" cy="369332"/>
          </a:xfrm>
          <a:prstGeom prst="rect">
            <a:avLst/>
          </a:prstGeom>
        </p:spPr>
        <p:txBody>
          <a:bodyPr wrap="none">
            <a:spAutoFit/>
          </a:bodyPr>
          <a:lstStyle/>
          <a:p>
            <a:pPr algn="ctr" defTabSz="1219200">
              <a:defRPr/>
            </a:pPr>
            <a:r>
              <a:rPr lang="zh-CN" altLang="en-US" kern="0" dirty="0">
                <a:solidFill>
                  <a:schemeClr val="bg1"/>
                </a:solidFill>
                <a:latin typeface="+mj-ea"/>
                <a:ea typeface="+mj-ea"/>
                <a:cs typeface="思源黑体 CN Regular" panose="020B0500000000000000" charset="-122"/>
              </a:rPr>
              <a:t>请添加小标题</a:t>
            </a:r>
            <a:endParaRPr lang="en-US" altLang="zh-CN" kern="0" dirty="0">
              <a:solidFill>
                <a:schemeClr val="bg1"/>
              </a:solidFill>
              <a:latin typeface="+mj-ea"/>
              <a:ea typeface="+mj-ea"/>
              <a:cs typeface="思源黑体 CN Regular" panose="020B0500000000000000" charset="-122"/>
            </a:endParaRPr>
          </a:p>
        </p:txBody>
      </p:sp>
      <p:sp>
        <p:nvSpPr>
          <p:cNvPr id="2" name="文本框 1">
            <a:extLst>
              <a:ext uri="{FF2B5EF4-FFF2-40B4-BE49-F238E27FC236}">
                <a16:creationId xmlns:a16="http://schemas.microsoft.com/office/drawing/2014/main" id="{FBDA6ECC-6B73-5206-9E9A-661A68A90107}"/>
              </a:ext>
            </a:extLst>
          </p:cNvPr>
          <p:cNvSpPr txBox="1"/>
          <p:nvPr/>
        </p:nvSpPr>
        <p:spPr>
          <a:xfrm>
            <a:off x="672917" y="1628800"/>
            <a:ext cx="4198947" cy="369332"/>
          </a:xfrm>
          <a:prstGeom prst="rect">
            <a:avLst/>
          </a:prstGeom>
          <a:noFill/>
        </p:spPr>
        <p:txBody>
          <a:bodyPr wrap="square" rtlCol="0">
            <a:spAutoFit/>
          </a:bodyPr>
          <a:lstStyle/>
          <a:p>
            <a:r>
              <a:rPr lang="en-US" altLang="zh-CN" dirty="0"/>
              <a:t>1. </a:t>
            </a:r>
            <a:r>
              <a:rPr lang="zh-CN" altLang="en-US" dirty="0"/>
              <a:t>交通信号灯翻转</a:t>
            </a:r>
          </a:p>
        </p:txBody>
      </p:sp>
      <p:sp>
        <p:nvSpPr>
          <p:cNvPr id="3" name="文本框 2">
            <a:extLst>
              <a:ext uri="{FF2B5EF4-FFF2-40B4-BE49-F238E27FC236}">
                <a16:creationId xmlns:a16="http://schemas.microsoft.com/office/drawing/2014/main" id="{2C9E4AF6-F0AD-C0FB-4C9D-03CB0E60CA7C}"/>
              </a:ext>
            </a:extLst>
          </p:cNvPr>
          <p:cNvSpPr txBox="1"/>
          <p:nvPr/>
        </p:nvSpPr>
        <p:spPr>
          <a:xfrm>
            <a:off x="5879976" y="1628800"/>
            <a:ext cx="5544616" cy="369327"/>
          </a:xfrm>
          <a:prstGeom prst="rect">
            <a:avLst/>
          </a:prstGeom>
          <a:noFill/>
        </p:spPr>
        <p:txBody>
          <a:bodyPr wrap="square" rtlCol="0">
            <a:spAutoFit/>
          </a:bodyPr>
          <a:lstStyle/>
          <a:p>
            <a:r>
              <a:rPr lang="en-US" altLang="zh-CN" dirty="0"/>
              <a:t>2. </a:t>
            </a:r>
            <a:r>
              <a:rPr lang="zh-CN" altLang="en-US" dirty="0"/>
              <a:t>前车丢弃</a:t>
            </a:r>
          </a:p>
        </p:txBody>
      </p:sp>
      <p:pic>
        <p:nvPicPr>
          <p:cNvPr id="5" name="图片 4">
            <a:extLst>
              <a:ext uri="{FF2B5EF4-FFF2-40B4-BE49-F238E27FC236}">
                <a16:creationId xmlns:a16="http://schemas.microsoft.com/office/drawing/2014/main" id="{8664E16C-0861-0786-0BCA-0C79C65EFACE}"/>
              </a:ext>
            </a:extLst>
          </p:cNvPr>
          <p:cNvPicPr>
            <a:picLocks noChangeAspect="1"/>
          </p:cNvPicPr>
          <p:nvPr/>
        </p:nvPicPr>
        <p:blipFill>
          <a:blip r:embed="rId4"/>
          <a:stretch>
            <a:fillRect/>
          </a:stretch>
        </p:blipFill>
        <p:spPr>
          <a:xfrm>
            <a:off x="609276" y="2425094"/>
            <a:ext cx="4910660" cy="991473"/>
          </a:xfrm>
          <a:prstGeom prst="rect">
            <a:avLst/>
          </a:prstGeom>
        </p:spPr>
      </p:pic>
      <p:pic>
        <p:nvPicPr>
          <p:cNvPr id="7" name="图片 6">
            <a:extLst>
              <a:ext uri="{FF2B5EF4-FFF2-40B4-BE49-F238E27FC236}">
                <a16:creationId xmlns:a16="http://schemas.microsoft.com/office/drawing/2014/main" id="{55B4109D-0297-391C-CAA7-0AE18A034D60}"/>
              </a:ext>
            </a:extLst>
          </p:cNvPr>
          <p:cNvPicPr>
            <a:picLocks noChangeAspect="1"/>
          </p:cNvPicPr>
          <p:nvPr/>
        </p:nvPicPr>
        <p:blipFill>
          <a:blip r:embed="rId5"/>
          <a:stretch>
            <a:fillRect/>
          </a:stretch>
        </p:blipFill>
        <p:spPr>
          <a:xfrm>
            <a:off x="6065814" y="2351321"/>
            <a:ext cx="4234456" cy="1289978"/>
          </a:xfrm>
          <a:prstGeom prst="rect">
            <a:avLst/>
          </a:prstGeom>
        </p:spPr>
      </p:pic>
      <p:sp>
        <p:nvSpPr>
          <p:cNvPr id="8" name="文本框 7">
            <a:extLst>
              <a:ext uri="{FF2B5EF4-FFF2-40B4-BE49-F238E27FC236}">
                <a16:creationId xmlns:a16="http://schemas.microsoft.com/office/drawing/2014/main" id="{3D266466-5CF9-EB11-736C-3F2B4506938F}"/>
              </a:ext>
            </a:extLst>
          </p:cNvPr>
          <p:cNvSpPr txBox="1"/>
          <p:nvPr/>
        </p:nvSpPr>
        <p:spPr>
          <a:xfrm>
            <a:off x="672917" y="3641299"/>
            <a:ext cx="4630995" cy="923330"/>
          </a:xfrm>
          <a:prstGeom prst="rect">
            <a:avLst/>
          </a:prstGeom>
          <a:noFill/>
        </p:spPr>
        <p:txBody>
          <a:bodyPr wrap="square" rtlCol="0">
            <a:spAutoFit/>
          </a:bodyPr>
          <a:lstStyle/>
          <a:p>
            <a:r>
              <a:rPr lang="zh-CN" altLang="en-US" dirty="0"/>
              <a:t>左图中橙色框表示的自车在等待红灯，则可将信号灯翻转为绿灯，翻转后的情况如右图所示</a:t>
            </a:r>
          </a:p>
        </p:txBody>
      </p:sp>
      <p:sp>
        <p:nvSpPr>
          <p:cNvPr id="9" name="文本框 8">
            <a:extLst>
              <a:ext uri="{FF2B5EF4-FFF2-40B4-BE49-F238E27FC236}">
                <a16:creationId xmlns:a16="http://schemas.microsoft.com/office/drawing/2014/main" id="{D3FCB2F9-25D7-66BF-A7C1-39BA276B7DC2}"/>
              </a:ext>
            </a:extLst>
          </p:cNvPr>
          <p:cNvSpPr txBox="1"/>
          <p:nvPr/>
        </p:nvSpPr>
        <p:spPr>
          <a:xfrm>
            <a:off x="6065814" y="3933056"/>
            <a:ext cx="4234456" cy="923330"/>
          </a:xfrm>
          <a:prstGeom prst="rect">
            <a:avLst/>
          </a:prstGeom>
          <a:noFill/>
        </p:spPr>
        <p:txBody>
          <a:bodyPr wrap="square" rtlCol="0">
            <a:spAutoFit/>
          </a:bodyPr>
          <a:lstStyle/>
          <a:p>
            <a:r>
              <a:rPr lang="zh-CN" altLang="en-US" dirty="0"/>
              <a:t>左图中橙色框表示的自车正前方有两辆车，则可将其丢弃，丢弃后的情况如右图所示</a:t>
            </a:r>
          </a:p>
        </p:txBody>
      </p:sp>
    </p:spTree>
    <p:extLst>
      <p:ext uri="{BB962C8B-B14F-4D97-AF65-F5344CB8AC3E}">
        <p14:creationId xmlns:p14="http://schemas.microsoft.com/office/powerpoint/2010/main" val="50864982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1000"/>
                                  </p:stCondLst>
                                  <p:childTnLst>
                                    <p:set>
                                      <p:cBhvr>
                                        <p:cTn id="6" dur="1" fill="hold">
                                          <p:stCondLst>
                                            <p:cond delay="0"/>
                                          </p:stCondLst>
                                        </p:cTn>
                                        <p:tgtEl>
                                          <p:spTgt spid="53"/>
                                        </p:tgtEl>
                                        <p:attrNameLst>
                                          <p:attrName>style.visibility</p:attrName>
                                        </p:attrNameLst>
                                      </p:cBhvr>
                                      <p:to>
                                        <p:strVal val="visible"/>
                                      </p:to>
                                    </p:set>
                                    <p:anim from="0" to="1" calcmode="lin" valueType="num">
                                      <p:cBhvr>
                                        <p:cTn id="7" dur="500" fill="hold">
                                          <p:stCondLst>
                                            <p:cond delay="0"/>
                                          </p:stCondLst>
                                        </p:cTn>
                                        <p:tgtEl>
                                          <p:spTgt spid="53"/>
                                        </p:tgtEl>
                                        <p:attrNameLst>
                                          <p:attrName>style.opacity</p:attrName>
                                        </p:attrNameLst>
                                      </p:cBhvr>
                                    </p:anim>
                                    <p:anim to="" calcmode="lin" valueType="num">
                                      <p:cBhvr>
                                        <p:cTn id="8" dur="500" fill="hold">
                                          <p:stCondLst>
                                            <p:cond delay="0"/>
                                          </p:stCondLst>
                                        </p:cTn>
                                        <p:tgtEl>
                                          <p:spTgt spid="53"/>
                                        </p:tgtEl>
                                        <p:attrNameLst>
                                          <p:attrName>ppt_x</p:attrName>
                                        </p:attrNameLst>
                                      </p:cBhvr>
                                      <p:tavLst>
                                        <p:tav tm="0" fmla="$">
                                          <p:val>
                                            <p:strVal val="#ppt_x+.05"/>
                                          </p:val>
                                        </p:tav>
                                        <p:tav tm="100000" fmla="$">
                                          <p:val>
                                            <p:strVal val="#ppt_x"/>
                                          </p:val>
                                        </p:tav>
                                      </p:tavLst>
                                    </p:anim>
                                  </p:childTnLst>
                                </p:cTn>
                              </p:par>
                              <p:par>
                                <p:cTn id="9" presetID="10" presetClass="entr" presetSubtype="0" decel="100000" fill="hold" grpId="0" nodeType="withEffect">
                                  <p:stCondLst>
                                    <p:cond delay="0"/>
                                  </p:stCondLst>
                                  <p:iterate type="lt">
                                    <p:tmPct val="10000"/>
                                  </p:iterate>
                                  <p:childTnLst>
                                    <p:set>
                                      <p:cBhvr>
                                        <p:cTn id="10" dur="1" fill="hold">
                                          <p:stCondLst>
                                            <p:cond delay="0"/>
                                          </p:stCondLst>
                                        </p:cTn>
                                        <p:tgtEl>
                                          <p:spTgt spid="18"/>
                                        </p:tgtEl>
                                        <p:attrNameLst>
                                          <p:attrName>style.visibility</p:attrName>
                                        </p:attrNameLst>
                                      </p:cBhvr>
                                      <p:to>
                                        <p:strVal val="visible"/>
                                      </p:to>
                                    </p:set>
                                    <p:anim from="0" to="1" calcmode="lin" valueType="num">
                                      <p:cBhvr>
                                        <p:cTn id="11" dur="500" fill="hold">
                                          <p:stCondLst>
                                            <p:cond delay="0"/>
                                          </p:stCondLst>
                                        </p:cTn>
                                        <p:tgtEl>
                                          <p:spTgt spid="18"/>
                                        </p:tgtEl>
                                        <p:attrNameLst>
                                          <p:attrName>style.opacity</p:attrName>
                                        </p:attrNameLst>
                                      </p:cBhvr>
                                    </p:anim>
                                    <p:anim to="" calcmode="lin" valueType="num">
                                      <p:cBhvr>
                                        <p:cTn id="12" dur="500" fill="hold">
                                          <p:stCondLst>
                                            <p:cond delay="0"/>
                                          </p:stCondLst>
                                        </p:cTn>
                                        <p:tgtEl>
                                          <p:spTgt spid="18"/>
                                        </p:tgtEl>
                                        <p:attrNameLst>
                                          <p:attrName>ppt_y</p:attrName>
                                        </p:attrNameLst>
                                      </p:cBhvr>
                                      <p:tavLst>
                                        <p:tav tm="0" fmla="$">
                                          <p:val>
                                            <p:strVal val="#ppt_y+.05"/>
                                          </p:val>
                                        </p:tav>
                                        <p:tav tm="100000" fmla="$">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5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E714B-E13A-CBF1-894E-00BB73495280}"/>
            </a:ext>
          </a:extLst>
        </p:cNvPr>
        <p:cNvGrpSpPr/>
        <p:nvPr/>
      </p:nvGrpSpPr>
      <p:grpSpPr>
        <a:xfrm>
          <a:off x="0" y="0"/>
          <a:ext cx="0" cy="0"/>
          <a:chOff x="0" y="0"/>
          <a:chExt cx="0" cy="0"/>
        </a:xfrm>
      </p:grpSpPr>
      <p:sp>
        <p:nvSpPr>
          <p:cNvPr id="18" name="觅知网-不倒翁ID:189359941">
            <a:extLst>
              <a:ext uri="{FF2B5EF4-FFF2-40B4-BE49-F238E27FC236}">
                <a16:creationId xmlns:a16="http://schemas.microsoft.com/office/drawing/2014/main" id="{05105A82-0AE6-B632-01C6-7BF17FF7694E}"/>
              </a:ext>
            </a:extLst>
          </p:cNvPr>
          <p:cNvSpPr txBox="1"/>
          <p:nvPr/>
        </p:nvSpPr>
        <p:spPr>
          <a:xfrm>
            <a:off x="557987" y="554591"/>
            <a:ext cx="4600135" cy="584775"/>
          </a:xfrm>
          <a:prstGeom prst="rect">
            <a:avLst/>
          </a:prstGeom>
          <a:noFill/>
        </p:spPr>
        <p:txBody>
          <a:bodyPr wrap="square" rtlCol="0">
            <a:spAutoFit/>
          </a:bodyPr>
          <a:lstStyle/>
          <a:p>
            <a:r>
              <a:rPr lang="zh-CN" altLang="en-US" sz="3200" dirty="0">
                <a:solidFill>
                  <a:schemeClr val="accent1"/>
                </a:solidFill>
                <a:latin typeface="+mj-ea"/>
                <a:ea typeface="+mj-ea"/>
                <a:cs typeface="思源黑体 CN Regular" panose="020B0500000000000000" charset="-122"/>
              </a:rPr>
              <a:t>数据增强</a:t>
            </a:r>
            <a:r>
              <a:rPr lang="en-US" altLang="zh-CN" sz="3200" dirty="0">
                <a:solidFill>
                  <a:schemeClr val="accent1"/>
                </a:solidFill>
                <a:latin typeface="+mj-ea"/>
                <a:ea typeface="+mj-ea"/>
                <a:cs typeface="思源黑体 CN Regular" panose="020B0500000000000000" charset="-122"/>
              </a:rPr>
              <a:t>——</a:t>
            </a:r>
            <a:r>
              <a:rPr lang="zh-CN" altLang="en-US" sz="3200" dirty="0">
                <a:solidFill>
                  <a:schemeClr val="accent1"/>
                </a:solidFill>
                <a:latin typeface="+mj-ea"/>
                <a:ea typeface="+mj-ea"/>
                <a:cs typeface="思源黑体 CN Regular" panose="020B0500000000000000" charset="-122"/>
              </a:rPr>
              <a:t>对比学习</a:t>
            </a:r>
          </a:p>
        </p:txBody>
      </p:sp>
      <p:sp>
        <p:nvSpPr>
          <p:cNvPr id="19" name="觅知网-不倒翁ID:189359941">
            <a:extLst>
              <a:ext uri="{FF2B5EF4-FFF2-40B4-BE49-F238E27FC236}">
                <a16:creationId xmlns:a16="http://schemas.microsoft.com/office/drawing/2014/main" id="{9D5040CA-EE74-B3A8-8C6D-F39F70A3ED27}"/>
              </a:ext>
            </a:extLst>
          </p:cNvPr>
          <p:cNvSpPr/>
          <p:nvPr/>
        </p:nvSpPr>
        <p:spPr>
          <a:xfrm>
            <a:off x="672917" y="1144775"/>
            <a:ext cx="1754511" cy="119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itchFamily="34" charset="-122"/>
              <a:ea typeface="微软雅黑" pitchFamily="34" charset="-122"/>
              <a:cs typeface="思源黑体 CN Regular" panose="020B0500000000000000" charset="-122"/>
            </a:endParaRPr>
          </a:p>
        </p:txBody>
      </p:sp>
      <p:cxnSp>
        <p:nvCxnSpPr>
          <p:cNvPr id="20" name="觅知网-不倒翁ID:189359941">
            <a:extLst>
              <a:ext uri="{FF2B5EF4-FFF2-40B4-BE49-F238E27FC236}">
                <a16:creationId xmlns:a16="http://schemas.microsoft.com/office/drawing/2014/main" id="{C6F610DC-116C-4D37-AB4A-815D6889210A}"/>
              </a:ext>
            </a:extLst>
          </p:cNvPr>
          <p:cNvCxnSpPr/>
          <p:nvPr/>
        </p:nvCxnSpPr>
        <p:spPr>
          <a:xfrm>
            <a:off x="2427425" y="1201832"/>
            <a:ext cx="9058800"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觅知网-不倒翁ID:189359941">
            <a:extLst>
              <a:ext uri="{FF2B5EF4-FFF2-40B4-BE49-F238E27FC236}">
                <a16:creationId xmlns:a16="http://schemas.microsoft.com/office/drawing/2014/main" id="{B70B68E3-D101-BDE2-B9E3-633B115C2B55}"/>
              </a:ext>
            </a:extLst>
          </p:cNvPr>
          <p:cNvSpPr>
            <a:spLocks noChangeAspect="1"/>
          </p:cNvSpPr>
          <p:nvPr/>
        </p:nvSpPr>
        <p:spPr bwMode="auto">
          <a:xfrm>
            <a:off x="9920304" y="692655"/>
            <a:ext cx="404625" cy="255675"/>
          </a:xfrm>
          <a:custGeom>
            <a:avLst/>
            <a:gdLst>
              <a:gd name="connsiteX0" fmla="*/ 104550 w 604718"/>
              <a:gd name="connsiteY0" fmla="*/ 208330 h 382112"/>
              <a:gd name="connsiteX1" fmla="*/ 156180 w 604718"/>
              <a:gd name="connsiteY1" fmla="*/ 208330 h 382112"/>
              <a:gd name="connsiteX2" fmla="*/ 261642 w 604718"/>
              <a:gd name="connsiteY2" fmla="*/ 248878 h 382112"/>
              <a:gd name="connsiteX3" fmla="*/ 298947 w 604718"/>
              <a:gd name="connsiteY3" fmla="*/ 255007 h 382112"/>
              <a:gd name="connsiteX4" fmla="*/ 340187 w 604718"/>
              <a:gd name="connsiteY4" fmla="*/ 247621 h 382112"/>
              <a:gd name="connsiteX5" fmla="*/ 433687 w 604718"/>
              <a:gd name="connsiteY5" fmla="*/ 208330 h 382112"/>
              <a:gd name="connsiteX6" fmla="*/ 490825 w 604718"/>
              <a:gd name="connsiteY6" fmla="*/ 208330 h 382112"/>
              <a:gd name="connsiteX7" fmla="*/ 490825 w 604718"/>
              <a:gd name="connsiteY7" fmla="*/ 271509 h 382112"/>
              <a:gd name="connsiteX8" fmla="*/ 458400 w 604718"/>
              <a:gd name="connsiteY8" fmla="*/ 320701 h 382112"/>
              <a:gd name="connsiteX9" fmla="*/ 329326 w 604718"/>
              <a:gd name="connsiteY9" fmla="*/ 376337 h 382112"/>
              <a:gd name="connsiteX10" fmla="*/ 264632 w 604718"/>
              <a:gd name="connsiteY10" fmla="*/ 376337 h 382112"/>
              <a:gd name="connsiteX11" fmla="*/ 136819 w 604718"/>
              <a:gd name="connsiteY11" fmla="*/ 320701 h 382112"/>
              <a:gd name="connsiteX12" fmla="*/ 104550 w 604718"/>
              <a:gd name="connsiteY12" fmla="*/ 271509 h 382112"/>
              <a:gd name="connsiteX13" fmla="*/ 300973 w 604718"/>
              <a:gd name="connsiteY13" fmla="*/ 5 h 382112"/>
              <a:gd name="connsiteX14" fmla="*/ 334162 w 604718"/>
              <a:gd name="connsiteY14" fmla="*/ 4701 h 382112"/>
              <a:gd name="connsiteX15" fmla="*/ 581267 w 604718"/>
              <a:gd name="connsiteY15" fmla="*/ 92552 h 382112"/>
              <a:gd name="connsiteX16" fmla="*/ 588822 w 604718"/>
              <a:gd name="connsiteY16" fmla="*/ 114398 h 382112"/>
              <a:gd name="connsiteX17" fmla="*/ 589136 w 604718"/>
              <a:gd name="connsiteY17" fmla="*/ 114398 h 382112"/>
              <a:gd name="connsiteX18" fmla="*/ 589136 w 604718"/>
              <a:gd name="connsiteY18" fmla="*/ 270771 h 382112"/>
              <a:gd name="connsiteX19" fmla="*/ 604718 w 604718"/>
              <a:gd name="connsiteY19" fmla="*/ 321376 h 382112"/>
              <a:gd name="connsiteX20" fmla="*/ 561278 w 604718"/>
              <a:gd name="connsiteY20" fmla="*/ 321376 h 382112"/>
              <a:gd name="connsiteX21" fmla="*/ 576388 w 604718"/>
              <a:gd name="connsiteY21" fmla="*/ 271242 h 382112"/>
              <a:gd name="connsiteX22" fmla="*/ 576388 w 604718"/>
              <a:gd name="connsiteY22" fmla="*/ 120370 h 382112"/>
              <a:gd name="connsiteX23" fmla="*/ 333376 w 604718"/>
              <a:gd name="connsiteY23" fmla="*/ 222680 h 382112"/>
              <a:gd name="connsiteX24" fmla="*/ 268058 w 604718"/>
              <a:gd name="connsiteY24" fmla="*/ 223780 h 382112"/>
              <a:gd name="connsiteX25" fmla="*/ 13556 w 604718"/>
              <a:gd name="connsiteY25" fmla="*/ 125870 h 382112"/>
              <a:gd name="connsiteX26" fmla="*/ 13714 w 604718"/>
              <a:gd name="connsiteY26" fmla="*/ 100882 h 382112"/>
              <a:gd name="connsiteX27" fmla="*/ 267901 w 604718"/>
              <a:gd name="connsiteY27" fmla="*/ 5329 h 382112"/>
              <a:gd name="connsiteX28" fmla="*/ 300973 w 604718"/>
              <a:gd name="connsiteY28" fmla="*/ 5 h 38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4718" h="382112">
                <a:moveTo>
                  <a:pt x="104550" y="208330"/>
                </a:moveTo>
                <a:lnTo>
                  <a:pt x="156180" y="208330"/>
                </a:lnTo>
                <a:lnTo>
                  <a:pt x="261642" y="248878"/>
                </a:lnTo>
                <a:cubicBezTo>
                  <a:pt x="274864" y="253907"/>
                  <a:pt x="289188" y="255007"/>
                  <a:pt x="298947" y="255007"/>
                </a:cubicBezTo>
                <a:cubicBezTo>
                  <a:pt x="314373" y="255007"/>
                  <a:pt x="329012" y="252493"/>
                  <a:pt x="340187" y="247621"/>
                </a:cubicBezTo>
                <a:lnTo>
                  <a:pt x="433687" y="208330"/>
                </a:lnTo>
                <a:lnTo>
                  <a:pt x="490825" y="208330"/>
                </a:lnTo>
                <a:lnTo>
                  <a:pt x="490825" y="271509"/>
                </a:lnTo>
                <a:cubicBezTo>
                  <a:pt x="490825" y="290998"/>
                  <a:pt x="476344" y="313000"/>
                  <a:pt x="458400" y="320701"/>
                </a:cubicBezTo>
                <a:lnTo>
                  <a:pt x="329326" y="376337"/>
                </a:lnTo>
                <a:cubicBezTo>
                  <a:pt x="311382" y="384038"/>
                  <a:pt x="282419" y="384038"/>
                  <a:pt x="264632" y="376337"/>
                </a:cubicBezTo>
                <a:lnTo>
                  <a:pt x="136819" y="320701"/>
                </a:lnTo>
                <a:cubicBezTo>
                  <a:pt x="119032" y="313000"/>
                  <a:pt x="104550" y="290998"/>
                  <a:pt x="104550" y="271509"/>
                </a:cubicBezTo>
                <a:close/>
                <a:moveTo>
                  <a:pt x="300973" y="5"/>
                </a:moveTo>
                <a:cubicBezTo>
                  <a:pt x="312954" y="-93"/>
                  <a:pt x="324955" y="1479"/>
                  <a:pt x="334162" y="4701"/>
                </a:cubicBezTo>
                <a:lnTo>
                  <a:pt x="581267" y="92552"/>
                </a:lnTo>
                <a:cubicBezTo>
                  <a:pt x="596849" y="98053"/>
                  <a:pt x="599210" y="107168"/>
                  <a:pt x="588822" y="114398"/>
                </a:cubicBezTo>
                <a:lnTo>
                  <a:pt x="589136" y="114398"/>
                </a:lnTo>
                <a:lnTo>
                  <a:pt x="589136" y="270771"/>
                </a:lnTo>
                <a:lnTo>
                  <a:pt x="604718" y="321376"/>
                </a:lnTo>
                <a:lnTo>
                  <a:pt x="561278" y="321376"/>
                </a:lnTo>
                <a:lnTo>
                  <a:pt x="576388" y="271242"/>
                </a:lnTo>
                <a:lnTo>
                  <a:pt x="576388" y="120370"/>
                </a:lnTo>
                <a:lnTo>
                  <a:pt x="333376" y="222680"/>
                </a:lnTo>
                <a:cubicBezTo>
                  <a:pt x="315433" y="230224"/>
                  <a:pt x="286158" y="230695"/>
                  <a:pt x="268058" y="223780"/>
                </a:cubicBezTo>
                <a:lnTo>
                  <a:pt x="13556" y="125870"/>
                </a:lnTo>
                <a:cubicBezTo>
                  <a:pt x="-4544" y="118798"/>
                  <a:pt x="-4544" y="107640"/>
                  <a:pt x="13714" y="100882"/>
                </a:cubicBezTo>
                <a:lnTo>
                  <a:pt x="267901" y="5329"/>
                </a:lnTo>
                <a:cubicBezTo>
                  <a:pt x="277030" y="1872"/>
                  <a:pt x="288991" y="104"/>
                  <a:pt x="300973" y="5"/>
                </a:cubicBezTo>
                <a:close/>
              </a:path>
            </a:pathLst>
          </a:custGeom>
          <a:solidFill>
            <a:schemeClr val="bg1"/>
          </a:solidFill>
          <a:ln>
            <a:noFill/>
          </a:ln>
        </p:spPr>
        <p:txBody>
          <a:bodyPr/>
          <a:lstStyle/>
          <a:p>
            <a:endParaRPr lang="zh-CN" altLang="en-US" dirty="0">
              <a:latin typeface="微软雅黑" pitchFamily="34" charset="-122"/>
              <a:ea typeface="微软雅黑" pitchFamily="34" charset="-122"/>
              <a:cs typeface="思源黑体 CN Regular" panose="020B0500000000000000" charset="-122"/>
            </a:endParaRPr>
          </a:p>
        </p:txBody>
      </p:sp>
      <p:sp>
        <p:nvSpPr>
          <p:cNvPr id="53" name="觅知网-不倒翁ID:189359941">
            <a:extLst>
              <a:ext uri="{FF2B5EF4-FFF2-40B4-BE49-F238E27FC236}">
                <a16:creationId xmlns:a16="http://schemas.microsoft.com/office/drawing/2014/main" id="{1D4394D9-1D88-8822-8DDC-754D9DF5D97C}"/>
              </a:ext>
            </a:extLst>
          </p:cNvPr>
          <p:cNvSpPr/>
          <p:nvPr>
            <p:custDataLst>
              <p:tags r:id="rId1"/>
            </p:custDataLst>
          </p:nvPr>
        </p:nvSpPr>
        <p:spPr>
          <a:xfrm>
            <a:off x="6639819" y="3994493"/>
            <a:ext cx="1569660" cy="369332"/>
          </a:xfrm>
          <a:prstGeom prst="rect">
            <a:avLst/>
          </a:prstGeom>
        </p:spPr>
        <p:txBody>
          <a:bodyPr wrap="none">
            <a:spAutoFit/>
          </a:bodyPr>
          <a:lstStyle/>
          <a:p>
            <a:pPr algn="ctr" defTabSz="1219200">
              <a:defRPr/>
            </a:pPr>
            <a:r>
              <a:rPr lang="zh-CN" altLang="en-US" kern="0" dirty="0">
                <a:solidFill>
                  <a:schemeClr val="bg1"/>
                </a:solidFill>
                <a:latin typeface="+mj-ea"/>
                <a:ea typeface="+mj-ea"/>
                <a:cs typeface="思源黑体 CN Regular" panose="020B0500000000000000" charset="-122"/>
              </a:rPr>
              <a:t>请添加小标题</a:t>
            </a:r>
            <a:endParaRPr lang="en-US" altLang="zh-CN" kern="0" dirty="0">
              <a:solidFill>
                <a:schemeClr val="bg1"/>
              </a:solidFill>
              <a:latin typeface="+mj-ea"/>
              <a:ea typeface="+mj-ea"/>
              <a:cs typeface="思源黑体 CN Regular" panose="020B0500000000000000" charset="-122"/>
            </a:endParaRPr>
          </a:p>
        </p:txBody>
      </p:sp>
      <p:sp>
        <p:nvSpPr>
          <p:cNvPr id="2" name="文本框 1">
            <a:extLst>
              <a:ext uri="{FF2B5EF4-FFF2-40B4-BE49-F238E27FC236}">
                <a16:creationId xmlns:a16="http://schemas.microsoft.com/office/drawing/2014/main" id="{794D3F67-F165-2ADB-8D49-11F38D93F969}"/>
              </a:ext>
            </a:extLst>
          </p:cNvPr>
          <p:cNvSpPr txBox="1"/>
          <p:nvPr/>
        </p:nvSpPr>
        <p:spPr>
          <a:xfrm>
            <a:off x="672917" y="1628800"/>
            <a:ext cx="4198947" cy="369332"/>
          </a:xfrm>
          <a:prstGeom prst="rect">
            <a:avLst/>
          </a:prstGeom>
          <a:noFill/>
        </p:spPr>
        <p:txBody>
          <a:bodyPr wrap="square" rtlCol="0">
            <a:spAutoFit/>
          </a:bodyPr>
          <a:lstStyle/>
          <a:p>
            <a:r>
              <a:rPr lang="en-US" altLang="zh-CN" dirty="0"/>
              <a:t>3. </a:t>
            </a:r>
            <a:r>
              <a:rPr lang="zh-CN" altLang="en-US" dirty="0"/>
              <a:t>交互车辆丢弃</a:t>
            </a:r>
          </a:p>
        </p:txBody>
      </p:sp>
      <p:sp>
        <p:nvSpPr>
          <p:cNvPr id="3" name="文本框 2">
            <a:extLst>
              <a:ext uri="{FF2B5EF4-FFF2-40B4-BE49-F238E27FC236}">
                <a16:creationId xmlns:a16="http://schemas.microsoft.com/office/drawing/2014/main" id="{2F5FBE56-90FF-E508-9CDE-E132404353AB}"/>
              </a:ext>
            </a:extLst>
          </p:cNvPr>
          <p:cNvSpPr txBox="1"/>
          <p:nvPr/>
        </p:nvSpPr>
        <p:spPr>
          <a:xfrm>
            <a:off x="5879976" y="1628800"/>
            <a:ext cx="5544616" cy="369327"/>
          </a:xfrm>
          <a:prstGeom prst="rect">
            <a:avLst/>
          </a:prstGeom>
          <a:noFill/>
        </p:spPr>
        <p:txBody>
          <a:bodyPr wrap="square" rtlCol="0">
            <a:spAutoFit/>
          </a:bodyPr>
          <a:lstStyle/>
          <a:p>
            <a:r>
              <a:rPr lang="en-US" altLang="zh-CN" dirty="0"/>
              <a:t>4. </a:t>
            </a:r>
            <a:r>
              <a:rPr lang="zh-CN" altLang="en-US" dirty="0"/>
              <a:t>插入前车</a:t>
            </a:r>
          </a:p>
        </p:txBody>
      </p:sp>
      <p:pic>
        <p:nvPicPr>
          <p:cNvPr id="6" name="图片 5">
            <a:extLst>
              <a:ext uri="{FF2B5EF4-FFF2-40B4-BE49-F238E27FC236}">
                <a16:creationId xmlns:a16="http://schemas.microsoft.com/office/drawing/2014/main" id="{BCE427DC-453C-EA1B-A201-4142C309404C}"/>
              </a:ext>
            </a:extLst>
          </p:cNvPr>
          <p:cNvPicPr>
            <a:picLocks noChangeAspect="1"/>
          </p:cNvPicPr>
          <p:nvPr/>
        </p:nvPicPr>
        <p:blipFill>
          <a:blip r:embed="rId4"/>
          <a:stretch>
            <a:fillRect/>
          </a:stretch>
        </p:blipFill>
        <p:spPr>
          <a:xfrm>
            <a:off x="678831" y="2351321"/>
            <a:ext cx="4841105" cy="1221695"/>
          </a:xfrm>
          <a:prstGeom prst="rect">
            <a:avLst/>
          </a:prstGeom>
        </p:spPr>
      </p:pic>
      <p:pic>
        <p:nvPicPr>
          <p:cNvPr id="9" name="图片 8">
            <a:extLst>
              <a:ext uri="{FF2B5EF4-FFF2-40B4-BE49-F238E27FC236}">
                <a16:creationId xmlns:a16="http://schemas.microsoft.com/office/drawing/2014/main" id="{3D277D09-31A1-3039-6674-3E84FA5C83E1}"/>
              </a:ext>
            </a:extLst>
          </p:cNvPr>
          <p:cNvPicPr>
            <a:picLocks noChangeAspect="1"/>
          </p:cNvPicPr>
          <p:nvPr/>
        </p:nvPicPr>
        <p:blipFill>
          <a:blip r:embed="rId5"/>
          <a:stretch>
            <a:fillRect/>
          </a:stretch>
        </p:blipFill>
        <p:spPr>
          <a:xfrm>
            <a:off x="5879977" y="2351322"/>
            <a:ext cx="5256584" cy="933662"/>
          </a:xfrm>
          <a:prstGeom prst="rect">
            <a:avLst/>
          </a:prstGeom>
        </p:spPr>
      </p:pic>
      <p:sp>
        <p:nvSpPr>
          <p:cNvPr id="10" name="文本框 9">
            <a:extLst>
              <a:ext uri="{FF2B5EF4-FFF2-40B4-BE49-F238E27FC236}">
                <a16:creationId xmlns:a16="http://schemas.microsoft.com/office/drawing/2014/main" id="{65518BB3-FA48-2920-0D49-78A735EE7802}"/>
              </a:ext>
            </a:extLst>
          </p:cNvPr>
          <p:cNvSpPr txBox="1"/>
          <p:nvPr/>
        </p:nvSpPr>
        <p:spPr>
          <a:xfrm>
            <a:off x="672917" y="3717032"/>
            <a:ext cx="4879265" cy="923330"/>
          </a:xfrm>
          <a:prstGeom prst="rect">
            <a:avLst/>
          </a:prstGeom>
          <a:noFill/>
        </p:spPr>
        <p:txBody>
          <a:bodyPr wrap="square" rtlCol="0">
            <a:spAutoFit/>
          </a:bodyPr>
          <a:lstStyle/>
          <a:p>
            <a:r>
              <a:rPr lang="zh-CN" altLang="en-US" dirty="0"/>
              <a:t>左图中在橙色框表示的自车的前方存在一辆相互影响的交互车辆，可以选择删掉这辆交互车辆；删除后的情况如右图所示</a:t>
            </a:r>
          </a:p>
        </p:txBody>
      </p:sp>
      <p:sp>
        <p:nvSpPr>
          <p:cNvPr id="11" name="文本框 10">
            <a:extLst>
              <a:ext uri="{FF2B5EF4-FFF2-40B4-BE49-F238E27FC236}">
                <a16:creationId xmlns:a16="http://schemas.microsoft.com/office/drawing/2014/main" id="{CB864122-5CDC-2C75-ABB8-14ABA26CFFEE}"/>
              </a:ext>
            </a:extLst>
          </p:cNvPr>
          <p:cNvSpPr txBox="1"/>
          <p:nvPr/>
        </p:nvSpPr>
        <p:spPr>
          <a:xfrm>
            <a:off x="5879976" y="3861048"/>
            <a:ext cx="5256584" cy="923330"/>
          </a:xfrm>
          <a:prstGeom prst="rect">
            <a:avLst/>
          </a:prstGeom>
          <a:noFill/>
        </p:spPr>
        <p:txBody>
          <a:bodyPr wrap="square" rtlCol="0">
            <a:spAutoFit/>
          </a:bodyPr>
          <a:lstStyle/>
          <a:p>
            <a:r>
              <a:rPr lang="zh-CN" altLang="en-US" dirty="0"/>
              <a:t>当橙色框表示的自车的前方存在空闲位置时，可以随机生成一辆车插入到自车的前方，插入后的情况如右图所示</a:t>
            </a:r>
          </a:p>
        </p:txBody>
      </p:sp>
    </p:spTree>
    <p:extLst>
      <p:ext uri="{BB962C8B-B14F-4D97-AF65-F5344CB8AC3E}">
        <p14:creationId xmlns:p14="http://schemas.microsoft.com/office/powerpoint/2010/main" val="232501329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1000"/>
                                  </p:stCondLst>
                                  <p:childTnLst>
                                    <p:set>
                                      <p:cBhvr>
                                        <p:cTn id="6" dur="1" fill="hold">
                                          <p:stCondLst>
                                            <p:cond delay="0"/>
                                          </p:stCondLst>
                                        </p:cTn>
                                        <p:tgtEl>
                                          <p:spTgt spid="53"/>
                                        </p:tgtEl>
                                        <p:attrNameLst>
                                          <p:attrName>style.visibility</p:attrName>
                                        </p:attrNameLst>
                                      </p:cBhvr>
                                      <p:to>
                                        <p:strVal val="visible"/>
                                      </p:to>
                                    </p:set>
                                    <p:anim from="0" to="1" calcmode="lin" valueType="num">
                                      <p:cBhvr>
                                        <p:cTn id="7" dur="500" fill="hold">
                                          <p:stCondLst>
                                            <p:cond delay="0"/>
                                          </p:stCondLst>
                                        </p:cTn>
                                        <p:tgtEl>
                                          <p:spTgt spid="53"/>
                                        </p:tgtEl>
                                        <p:attrNameLst>
                                          <p:attrName>style.opacity</p:attrName>
                                        </p:attrNameLst>
                                      </p:cBhvr>
                                    </p:anim>
                                    <p:anim to="" calcmode="lin" valueType="num">
                                      <p:cBhvr>
                                        <p:cTn id="8" dur="500" fill="hold">
                                          <p:stCondLst>
                                            <p:cond delay="0"/>
                                          </p:stCondLst>
                                        </p:cTn>
                                        <p:tgtEl>
                                          <p:spTgt spid="53"/>
                                        </p:tgtEl>
                                        <p:attrNameLst>
                                          <p:attrName>ppt_x</p:attrName>
                                        </p:attrNameLst>
                                      </p:cBhvr>
                                      <p:tavLst>
                                        <p:tav tm="0" fmla="$">
                                          <p:val>
                                            <p:strVal val="#ppt_x+.05"/>
                                          </p:val>
                                        </p:tav>
                                        <p:tav tm="100000" fmla="$">
                                          <p:val>
                                            <p:strVal val="#ppt_x"/>
                                          </p:val>
                                        </p:tav>
                                      </p:tavLst>
                                    </p:anim>
                                  </p:childTnLst>
                                </p:cTn>
                              </p:par>
                              <p:par>
                                <p:cTn id="9" presetID="10" presetClass="entr" presetSubtype="0" decel="100000" fill="hold" grpId="0" nodeType="withEffect">
                                  <p:stCondLst>
                                    <p:cond delay="0"/>
                                  </p:stCondLst>
                                  <p:iterate type="lt">
                                    <p:tmPct val="10000"/>
                                  </p:iterate>
                                  <p:childTnLst>
                                    <p:set>
                                      <p:cBhvr>
                                        <p:cTn id="10" dur="1" fill="hold">
                                          <p:stCondLst>
                                            <p:cond delay="0"/>
                                          </p:stCondLst>
                                        </p:cTn>
                                        <p:tgtEl>
                                          <p:spTgt spid="18"/>
                                        </p:tgtEl>
                                        <p:attrNameLst>
                                          <p:attrName>style.visibility</p:attrName>
                                        </p:attrNameLst>
                                      </p:cBhvr>
                                      <p:to>
                                        <p:strVal val="visible"/>
                                      </p:to>
                                    </p:set>
                                    <p:anim from="0" to="1" calcmode="lin" valueType="num">
                                      <p:cBhvr>
                                        <p:cTn id="11" dur="500" fill="hold">
                                          <p:stCondLst>
                                            <p:cond delay="0"/>
                                          </p:stCondLst>
                                        </p:cTn>
                                        <p:tgtEl>
                                          <p:spTgt spid="18"/>
                                        </p:tgtEl>
                                        <p:attrNameLst>
                                          <p:attrName>style.opacity</p:attrName>
                                        </p:attrNameLst>
                                      </p:cBhvr>
                                    </p:anim>
                                    <p:anim to="" calcmode="lin" valueType="num">
                                      <p:cBhvr>
                                        <p:cTn id="12" dur="500" fill="hold">
                                          <p:stCondLst>
                                            <p:cond delay="0"/>
                                          </p:stCondLst>
                                        </p:cTn>
                                        <p:tgtEl>
                                          <p:spTgt spid="18"/>
                                        </p:tgtEl>
                                        <p:attrNameLst>
                                          <p:attrName>ppt_y</p:attrName>
                                        </p:attrNameLst>
                                      </p:cBhvr>
                                      <p:tavLst>
                                        <p:tav tm="0" fmla="$">
                                          <p:val>
                                            <p:strVal val="#ppt_y+.05"/>
                                          </p:val>
                                        </p:tav>
                                        <p:tav tm="100000" fmla="$">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5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 name="觅知网-不倒翁ID:189359941"/>
          <p:cNvGrpSpPr/>
          <p:nvPr/>
        </p:nvGrpSpPr>
        <p:grpSpPr>
          <a:xfrm>
            <a:off x="-178347" y="-186482"/>
            <a:ext cx="3810736" cy="6483102"/>
            <a:chOff x="695400" y="8111548"/>
            <a:chExt cx="3810736" cy="6483102"/>
          </a:xfrm>
          <a:solidFill>
            <a:srgbClr val="344778">
              <a:alpha val="5000"/>
            </a:srgbClr>
          </a:solidFill>
        </p:grpSpPr>
        <p:sp>
          <p:nvSpPr>
            <p:cNvPr id="113" name="觅知网-不倒翁ID:189359941"/>
            <p:cNvSpPr/>
            <p:nvPr/>
          </p:nvSpPr>
          <p:spPr bwMode="auto">
            <a:xfrm>
              <a:off x="3812011" y="13747819"/>
              <a:ext cx="694125" cy="465063"/>
            </a:xfrm>
            <a:custGeom>
              <a:avLst/>
              <a:gdLst>
                <a:gd name="T0" fmla="*/ 0 w 93"/>
                <a:gd name="T1" fmla="*/ 6 h 62"/>
                <a:gd name="T2" fmla="*/ 93 w 93"/>
                <a:gd name="T3" fmla="*/ 62 h 62"/>
                <a:gd name="T4" fmla="*/ 0 w 93"/>
                <a:gd name="T5" fmla="*/ 6 h 62"/>
              </a:gdLst>
              <a:ahLst/>
              <a:cxnLst>
                <a:cxn ang="0">
                  <a:pos x="T0" y="T1"/>
                </a:cxn>
                <a:cxn ang="0">
                  <a:pos x="T2" y="T3"/>
                </a:cxn>
                <a:cxn ang="0">
                  <a:pos x="T4" y="T5"/>
                </a:cxn>
              </a:cxnLst>
              <a:rect l="0" t="0" r="r" b="b"/>
              <a:pathLst>
                <a:path w="93" h="62">
                  <a:moveTo>
                    <a:pt x="0" y="6"/>
                  </a:moveTo>
                  <a:cubicBezTo>
                    <a:pt x="54" y="0"/>
                    <a:pt x="75" y="57"/>
                    <a:pt x="93" y="62"/>
                  </a:cubicBezTo>
                  <a:cubicBezTo>
                    <a:pt x="35" y="57"/>
                    <a:pt x="7" y="30"/>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4" name="觅知网-不倒翁ID:189359941"/>
            <p:cNvSpPr/>
            <p:nvPr/>
          </p:nvSpPr>
          <p:spPr bwMode="auto">
            <a:xfrm>
              <a:off x="3360830" y="13685350"/>
              <a:ext cx="631656" cy="492830"/>
            </a:xfrm>
            <a:custGeom>
              <a:avLst/>
              <a:gdLst>
                <a:gd name="T0" fmla="*/ 0 w 85"/>
                <a:gd name="T1" fmla="*/ 2 h 66"/>
                <a:gd name="T2" fmla="*/ 85 w 85"/>
                <a:gd name="T3" fmla="*/ 66 h 66"/>
                <a:gd name="T4" fmla="*/ 0 w 85"/>
                <a:gd name="T5" fmla="*/ 2 h 66"/>
              </a:gdLst>
              <a:ahLst/>
              <a:cxnLst>
                <a:cxn ang="0">
                  <a:pos x="T0" y="T1"/>
                </a:cxn>
                <a:cxn ang="0">
                  <a:pos x="T2" y="T3"/>
                </a:cxn>
                <a:cxn ang="0">
                  <a:pos x="T4" y="T5"/>
                </a:cxn>
              </a:cxnLst>
              <a:rect l="0" t="0" r="r" b="b"/>
              <a:pathLst>
                <a:path w="85" h="66">
                  <a:moveTo>
                    <a:pt x="0" y="2"/>
                  </a:moveTo>
                  <a:cubicBezTo>
                    <a:pt x="50" y="0"/>
                    <a:pt x="69" y="60"/>
                    <a:pt x="85" y="66"/>
                  </a:cubicBezTo>
                  <a:cubicBezTo>
                    <a:pt x="26" y="57"/>
                    <a:pt x="4" y="24"/>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5" name="觅知网-不倒翁ID:189359941"/>
            <p:cNvSpPr/>
            <p:nvPr/>
          </p:nvSpPr>
          <p:spPr bwMode="auto">
            <a:xfrm>
              <a:off x="2930473" y="13532643"/>
              <a:ext cx="562243" cy="555300"/>
            </a:xfrm>
            <a:custGeom>
              <a:avLst/>
              <a:gdLst>
                <a:gd name="T0" fmla="*/ 0 w 75"/>
                <a:gd name="T1" fmla="*/ 0 h 74"/>
                <a:gd name="T2" fmla="*/ 75 w 75"/>
                <a:gd name="T3" fmla="*/ 74 h 74"/>
                <a:gd name="T4" fmla="*/ 0 w 75"/>
                <a:gd name="T5" fmla="*/ 0 h 74"/>
              </a:gdLst>
              <a:ahLst/>
              <a:cxnLst>
                <a:cxn ang="0">
                  <a:pos x="T0" y="T1"/>
                </a:cxn>
                <a:cxn ang="0">
                  <a:pos x="T2" y="T3"/>
                </a:cxn>
                <a:cxn ang="0">
                  <a:pos x="T4" y="T5"/>
                </a:cxn>
              </a:cxnLst>
              <a:rect l="0" t="0" r="r" b="b"/>
              <a:pathLst>
                <a:path w="75" h="74">
                  <a:moveTo>
                    <a:pt x="0" y="0"/>
                  </a:moveTo>
                  <a:cubicBezTo>
                    <a:pt x="49" y="8"/>
                    <a:pt x="60" y="66"/>
                    <a:pt x="75" y="74"/>
                  </a:cubicBezTo>
                  <a:cubicBezTo>
                    <a:pt x="25" y="62"/>
                    <a:pt x="0" y="28"/>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6" name="觅知网-不倒翁ID:189359941"/>
            <p:cNvSpPr/>
            <p:nvPr/>
          </p:nvSpPr>
          <p:spPr bwMode="auto">
            <a:xfrm>
              <a:off x="2513998" y="13310524"/>
              <a:ext cx="492831" cy="624708"/>
            </a:xfrm>
            <a:custGeom>
              <a:avLst/>
              <a:gdLst>
                <a:gd name="T0" fmla="*/ 4 w 66"/>
                <a:gd name="T1" fmla="*/ 0 h 84"/>
                <a:gd name="T2" fmla="*/ 66 w 66"/>
                <a:gd name="T3" fmla="*/ 84 h 84"/>
                <a:gd name="T4" fmla="*/ 4 w 66"/>
                <a:gd name="T5" fmla="*/ 0 h 84"/>
              </a:gdLst>
              <a:ahLst/>
              <a:cxnLst>
                <a:cxn ang="0">
                  <a:pos x="T0" y="T1"/>
                </a:cxn>
                <a:cxn ang="0">
                  <a:pos x="T2" y="T3"/>
                </a:cxn>
                <a:cxn ang="0">
                  <a:pos x="T4" y="T5"/>
                </a:cxn>
              </a:cxnLst>
              <a:rect l="0" t="0" r="r" b="b"/>
              <a:pathLst>
                <a:path w="66" h="84">
                  <a:moveTo>
                    <a:pt x="4" y="0"/>
                  </a:moveTo>
                  <a:cubicBezTo>
                    <a:pt x="48" y="15"/>
                    <a:pt x="53" y="74"/>
                    <a:pt x="66" y="84"/>
                  </a:cubicBezTo>
                  <a:cubicBezTo>
                    <a:pt x="16" y="64"/>
                    <a:pt x="0" y="26"/>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7" name="觅知网-不倒翁ID:189359941"/>
            <p:cNvSpPr/>
            <p:nvPr/>
          </p:nvSpPr>
          <p:spPr bwMode="auto">
            <a:xfrm>
              <a:off x="2118352" y="13018993"/>
              <a:ext cx="437300" cy="694121"/>
            </a:xfrm>
            <a:custGeom>
              <a:avLst/>
              <a:gdLst>
                <a:gd name="T0" fmla="*/ 11 w 58"/>
                <a:gd name="T1" fmla="*/ 0 h 93"/>
                <a:gd name="T2" fmla="*/ 58 w 58"/>
                <a:gd name="T3" fmla="*/ 93 h 93"/>
                <a:gd name="T4" fmla="*/ 11 w 58"/>
                <a:gd name="T5" fmla="*/ 0 h 93"/>
              </a:gdLst>
              <a:ahLst/>
              <a:cxnLst>
                <a:cxn ang="0">
                  <a:pos x="T0" y="T1"/>
                </a:cxn>
                <a:cxn ang="0">
                  <a:pos x="T2" y="T3"/>
                </a:cxn>
                <a:cxn ang="0">
                  <a:pos x="T4" y="T5"/>
                </a:cxn>
              </a:cxnLst>
              <a:rect l="0" t="0" r="r" b="b"/>
              <a:pathLst>
                <a:path w="58" h="93">
                  <a:moveTo>
                    <a:pt x="11" y="0"/>
                  </a:moveTo>
                  <a:cubicBezTo>
                    <a:pt x="46" y="20"/>
                    <a:pt x="52" y="88"/>
                    <a:pt x="58" y="93"/>
                  </a:cubicBezTo>
                  <a:cubicBezTo>
                    <a:pt x="24" y="77"/>
                    <a:pt x="0" y="37"/>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8" name="觅知网-不倒翁ID:189359941"/>
            <p:cNvSpPr/>
            <p:nvPr/>
          </p:nvSpPr>
          <p:spPr bwMode="auto">
            <a:xfrm>
              <a:off x="1833759" y="12678873"/>
              <a:ext cx="347063" cy="735770"/>
            </a:xfrm>
            <a:custGeom>
              <a:avLst/>
              <a:gdLst>
                <a:gd name="T0" fmla="*/ 11 w 46"/>
                <a:gd name="T1" fmla="*/ 0 h 99"/>
                <a:gd name="T2" fmla="*/ 41 w 46"/>
                <a:gd name="T3" fmla="*/ 99 h 99"/>
                <a:gd name="T4" fmla="*/ 11 w 46"/>
                <a:gd name="T5" fmla="*/ 0 h 99"/>
              </a:gdLst>
              <a:ahLst/>
              <a:cxnLst>
                <a:cxn ang="0">
                  <a:pos x="T0" y="T1"/>
                </a:cxn>
                <a:cxn ang="0">
                  <a:pos x="T2" y="T3"/>
                </a:cxn>
                <a:cxn ang="0">
                  <a:pos x="T4" y="T5"/>
                </a:cxn>
              </a:cxnLst>
              <a:rect l="0" t="0" r="r" b="b"/>
              <a:pathLst>
                <a:path w="46" h="99">
                  <a:moveTo>
                    <a:pt x="11" y="0"/>
                  </a:moveTo>
                  <a:cubicBezTo>
                    <a:pt x="46" y="29"/>
                    <a:pt x="32" y="86"/>
                    <a:pt x="41" y="99"/>
                  </a:cubicBezTo>
                  <a:cubicBezTo>
                    <a:pt x="1" y="71"/>
                    <a:pt x="0" y="24"/>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9" name="觅知网-不倒翁ID:189359941"/>
            <p:cNvSpPr/>
            <p:nvPr/>
          </p:nvSpPr>
          <p:spPr bwMode="auto">
            <a:xfrm>
              <a:off x="1569991" y="12283223"/>
              <a:ext cx="347063" cy="770476"/>
            </a:xfrm>
            <a:custGeom>
              <a:avLst/>
              <a:gdLst>
                <a:gd name="T0" fmla="*/ 19 w 47"/>
                <a:gd name="T1" fmla="*/ 0 h 103"/>
                <a:gd name="T2" fmla="*/ 31 w 47"/>
                <a:gd name="T3" fmla="*/ 103 h 103"/>
                <a:gd name="T4" fmla="*/ 19 w 47"/>
                <a:gd name="T5" fmla="*/ 0 h 103"/>
              </a:gdLst>
              <a:ahLst/>
              <a:cxnLst>
                <a:cxn ang="0">
                  <a:pos x="T0" y="T1"/>
                </a:cxn>
                <a:cxn ang="0">
                  <a:pos x="T2" y="T3"/>
                </a:cxn>
                <a:cxn ang="0">
                  <a:pos x="T4" y="T5"/>
                </a:cxn>
              </a:cxnLst>
              <a:rect l="0" t="0" r="r" b="b"/>
              <a:pathLst>
                <a:path w="47" h="103">
                  <a:moveTo>
                    <a:pt x="19" y="0"/>
                  </a:moveTo>
                  <a:cubicBezTo>
                    <a:pt x="47" y="36"/>
                    <a:pt x="25" y="89"/>
                    <a:pt x="31" y="103"/>
                  </a:cubicBezTo>
                  <a:cubicBezTo>
                    <a:pt x="1" y="71"/>
                    <a:pt x="0" y="29"/>
                    <a:pt x="1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0" name="觅知网-不倒翁ID:189359941"/>
            <p:cNvSpPr/>
            <p:nvPr/>
          </p:nvSpPr>
          <p:spPr bwMode="auto">
            <a:xfrm>
              <a:off x="1361753" y="11852871"/>
              <a:ext cx="360944" cy="770476"/>
            </a:xfrm>
            <a:custGeom>
              <a:avLst/>
              <a:gdLst>
                <a:gd name="T0" fmla="*/ 26 w 49"/>
                <a:gd name="T1" fmla="*/ 0 h 104"/>
                <a:gd name="T2" fmla="*/ 22 w 49"/>
                <a:gd name="T3" fmla="*/ 104 h 104"/>
                <a:gd name="T4" fmla="*/ 26 w 49"/>
                <a:gd name="T5" fmla="*/ 0 h 104"/>
              </a:gdLst>
              <a:ahLst/>
              <a:cxnLst>
                <a:cxn ang="0">
                  <a:pos x="T0" y="T1"/>
                </a:cxn>
                <a:cxn ang="0">
                  <a:pos x="T2" y="T3"/>
                </a:cxn>
                <a:cxn ang="0">
                  <a:pos x="T4" y="T5"/>
                </a:cxn>
              </a:cxnLst>
              <a:rect l="0" t="0" r="r" b="b"/>
              <a:pathLst>
                <a:path w="49" h="104">
                  <a:moveTo>
                    <a:pt x="26" y="0"/>
                  </a:moveTo>
                  <a:cubicBezTo>
                    <a:pt x="49" y="46"/>
                    <a:pt x="18" y="90"/>
                    <a:pt x="22" y="104"/>
                  </a:cubicBezTo>
                  <a:cubicBezTo>
                    <a:pt x="0" y="72"/>
                    <a:pt x="0" y="32"/>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1" name="觅知网-不倒翁ID:189359941"/>
            <p:cNvSpPr/>
            <p:nvPr/>
          </p:nvSpPr>
          <p:spPr bwMode="auto">
            <a:xfrm>
              <a:off x="1181283" y="11401685"/>
              <a:ext cx="402593" cy="770476"/>
            </a:xfrm>
            <a:custGeom>
              <a:avLst/>
              <a:gdLst>
                <a:gd name="T0" fmla="*/ 38 w 54"/>
                <a:gd name="T1" fmla="*/ 0 h 103"/>
                <a:gd name="T2" fmla="*/ 20 w 54"/>
                <a:gd name="T3" fmla="*/ 103 h 103"/>
                <a:gd name="T4" fmla="*/ 38 w 54"/>
                <a:gd name="T5" fmla="*/ 0 h 103"/>
              </a:gdLst>
              <a:ahLst/>
              <a:cxnLst>
                <a:cxn ang="0">
                  <a:pos x="T0" y="T1"/>
                </a:cxn>
                <a:cxn ang="0">
                  <a:pos x="T2" y="T3"/>
                </a:cxn>
                <a:cxn ang="0">
                  <a:pos x="T4" y="T5"/>
                </a:cxn>
              </a:cxnLst>
              <a:rect l="0" t="0" r="r" b="b"/>
              <a:pathLst>
                <a:path w="54" h="103">
                  <a:moveTo>
                    <a:pt x="38" y="0"/>
                  </a:moveTo>
                  <a:cubicBezTo>
                    <a:pt x="54" y="46"/>
                    <a:pt x="19" y="89"/>
                    <a:pt x="20" y="103"/>
                  </a:cubicBezTo>
                  <a:cubicBezTo>
                    <a:pt x="0" y="66"/>
                    <a:pt x="11" y="27"/>
                    <a:pt x="3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2" name="觅知网-不倒翁ID:189359941"/>
            <p:cNvSpPr/>
            <p:nvPr/>
          </p:nvSpPr>
          <p:spPr bwMode="auto">
            <a:xfrm>
              <a:off x="1118814" y="10950508"/>
              <a:ext cx="381769" cy="735770"/>
            </a:xfrm>
            <a:custGeom>
              <a:avLst/>
              <a:gdLst>
                <a:gd name="T0" fmla="*/ 42 w 51"/>
                <a:gd name="T1" fmla="*/ 0 h 99"/>
                <a:gd name="T2" fmla="*/ 11 w 51"/>
                <a:gd name="T3" fmla="*/ 99 h 99"/>
                <a:gd name="T4" fmla="*/ 42 w 51"/>
                <a:gd name="T5" fmla="*/ 0 h 99"/>
              </a:gdLst>
              <a:ahLst/>
              <a:cxnLst>
                <a:cxn ang="0">
                  <a:pos x="T0" y="T1"/>
                </a:cxn>
                <a:cxn ang="0">
                  <a:pos x="T2" y="T3"/>
                </a:cxn>
                <a:cxn ang="0">
                  <a:pos x="T4" y="T5"/>
                </a:cxn>
              </a:cxnLst>
              <a:rect l="0" t="0" r="r" b="b"/>
              <a:pathLst>
                <a:path w="51" h="99">
                  <a:moveTo>
                    <a:pt x="42" y="0"/>
                  </a:moveTo>
                  <a:cubicBezTo>
                    <a:pt x="51" y="36"/>
                    <a:pt x="12" y="95"/>
                    <a:pt x="11" y="99"/>
                  </a:cubicBezTo>
                  <a:cubicBezTo>
                    <a:pt x="0" y="67"/>
                    <a:pt x="4" y="33"/>
                    <a:pt x="4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3" name="觅知网-不倒翁ID:189359941"/>
            <p:cNvSpPr/>
            <p:nvPr/>
          </p:nvSpPr>
          <p:spPr bwMode="auto">
            <a:xfrm>
              <a:off x="1084103" y="10492388"/>
              <a:ext cx="402593" cy="701064"/>
            </a:xfrm>
            <a:custGeom>
              <a:avLst/>
              <a:gdLst>
                <a:gd name="T0" fmla="*/ 52 w 54"/>
                <a:gd name="T1" fmla="*/ 0 h 94"/>
                <a:gd name="T2" fmla="*/ 9 w 54"/>
                <a:gd name="T3" fmla="*/ 94 h 94"/>
                <a:gd name="T4" fmla="*/ 52 w 54"/>
                <a:gd name="T5" fmla="*/ 0 h 94"/>
              </a:gdLst>
              <a:ahLst/>
              <a:cxnLst>
                <a:cxn ang="0">
                  <a:pos x="T0" y="T1"/>
                </a:cxn>
                <a:cxn ang="0">
                  <a:pos x="T2" y="T3"/>
                </a:cxn>
                <a:cxn ang="0">
                  <a:pos x="T4" y="T5"/>
                </a:cxn>
              </a:cxnLst>
              <a:rect l="0" t="0" r="r" b="b"/>
              <a:pathLst>
                <a:path w="54" h="94">
                  <a:moveTo>
                    <a:pt x="52" y="0"/>
                  </a:moveTo>
                  <a:cubicBezTo>
                    <a:pt x="54" y="48"/>
                    <a:pt x="11" y="81"/>
                    <a:pt x="9" y="94"/>
                  </a:cubicBezTo>
                  <a:cubicBezTo>
                    <a:pt x="0" y="61"/>
                    <a:pt x="9" y="29"/>
                    <a:pt x="5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4" name="觅知网-不倒翁ID:189359941"/>
            <p:cNvSpPr/>
            <p:nvPr/>
          </p:nvSpPr>
          <p:spPr bwMode="auto">
            <a:xfrm>
              <a:off x="1097989" y="10055089"/>
              <a:ext cx="472006" cy="645537"/>
            </a:xfrm>
            <a:custGeom>
              <a:avLst/>
              <a:gdLst>
                <a:gd name="T0" fmla="*/ 63 w 63"/>
                <a:gd name="T1" fmla="*/ 0 h 87"/>
                <a:gd name="T2" fmla="*/ 8 w 63"/>
                <a:gd name="T3" fmla="*/ 87 h 87"/>
                <a:gd name="T4" fmla="*/ 63 w 63"/>
                <a:gd name="T5" fmla="*/ 0 h 87"/>
              </a:gdLst>
              <a:ahLst/>
              <a:cxnLst>
                <a:cxn ang="0">
                  <a:pos x="T0" y="T1"/>
                </a:cxn>
                <a:cxn ang="0">
                  <a:pos x="T2" y="T3"/>
                </a:cxn>
                <a:cxn ang="0">
                  <a:pos x="T4" y="T5"/>
                </a:cxn>
              </a:cxnLst>
              <a:rect l="0" t="0" r="r" b="b"/>
              <a:pathLst>
                <a:path w="63" h="87">
                  <a:moveTo>
                    <a:pt x="63" y="0"/>
                  </a:moveTo>
                  <a:cubicBezTo>
                    <a:pt x="59" y="44"/>
                    <a:pt x="11" y="75"/>
                    <a:pt x="8" y="87"/>
                  </a:cubicBezTo>
                  <a:cubicBezTo>
                    <a:pt x="0" y="39"/>
                    <a:pt x="32" y="19"/>
                    <a:pt x="6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5" name="觅知网-不倒翁ID:189359941"/>
            <p:cNvSpPr/>
            <p:nvPr/>
          </p:nvSpPr>
          <p:spPr bwMode="auto">
            <a:xfrm>
              <a:off x="3464953" y="14115706"/>
              <a:ext cx="1013420" cy="478944"/>
            </a:xfrm>
            <a:custGeom>
              <a:avLst/>
              <a:gdLst>
                <a:gd name="T0" fmla="*/ 0 w 136"/>
                <a:gd name="T1" fmla="*/ 37 h 64"/>
                <a:gd name="T2" fmla="*/ 136 w 136"/>
                <a:gd name="T3" fmla="*/ 19 h 64"/>
                <a:gd name="T4" fmla="*/ 0 w 136"/>
                <a:gd name="T5" fmla="*/ 37 h 64"/>
              </a:gdLst>
              <a:ahLst/>
              <a:cxnLst>
                <a:cxn ang="0">
                  <a:pos x="T0" y="T1"/>
                </a:cxn>
                <a:cxn ang="0">
                  <a:pos x="T2" y="T3"/>
                </a:cxn>
                <a:cxn ang="0">
                  <a:pos x="T4" y="T5"/>
                </a:cxn>
              </a:cxnLst>
              <a:rect l="0" t="0" r="r" b="b"/>
              <a:pathLst>
                <a:path w="136" h="64">
                  <a:moveTo>
                    <a:pt x="0" y="37"/>
                  </a:moveTo>
                  <a:cubicBezTo>
                    <a:pt x="68" y="64"/>
                    <a:pt x="104" y="27"/>
                    <a:pt x="136" y="19"/>
                  </a:cubicBezTo>
                  <a:cubicBezTo>
                    <a:pt x="70" y="0"/>
                    <a:pt x="50" y="35"/>
                    <a:pt x="0"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6" name="觅知网-不倒翁ID:189359941"/>
            <p:cNvSpPr/>
            <p:nvPr/>
          </p:nvSpPr>
          <p:spPr bwMode="auto">
            <a:xfrm>
              <a:off x="2965184" y="14039351"/>
              <a:ext cx="1013420" cy="472001"/>
            </a:xfrm>
            <a:custGeom>
              <a:avLst/>
              <a:gdLst>
                <a:gd name="T0" fmla="*/ 0 w 136"/>
                <a:gd name="T1" fmla="*/ 28 h 63"/>
                <a:gd name="T2" fmla="*/ 136 w 136"/>
                <a:gd name="T3" fmla="*/ 24 h 63"/>
                <a:gd name="T4" fmla="*/ 0 w 136"/>
                <a:gd name="T5" fmla="*/ 28 h 63"/>
              </a:gdLst>
              <a:ahLst/>
              <a:cxnLst>
                <a:cxn ang="0">
                  <a:pos x="T0" y="T1"/>
                </a:cxn>
                <a:cxn ang="0">
                  <a:pos x="T2" y="T3"/>
                </a:cxn>
                <a:cxn ang="0">
                  <a:pos x="T4" y="T5"/>
                </a:cxn>
              </a:cxnLst>
              <a:rect l="0" t="0" r="r" b="b"/>
              <a:pathLst>
                <a:path w="136" h="63">
                  <a:moveTo>
                    <a:pt x="0" y="28"/>
                  </a:moveTo>
                  <a:cubicBezTo>
                    <a:pt x="67" y="63"/>
                    <a:pt x="106" y="28"/>
                    <a:pt x="136" y="24"/>
                  </a:cubicBezTo>
                  <a:cubicBezTo>
                    <a:pt x="72" y="0"/>
                    <a:pt x="49" y="31"/>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7" name="觅知网-不倒翁ID:189359941"/>
            <p:cNvSpPr/>
            <p:nvPr/>
          </p:nvSpPr>
          <p:spPr bwMode="auto">
            <a:xfrm>
              <a:off x="2479296" y="13893587"/>
              <a:ext cx="999538" cy="478944"/>
            </a:xfrm>
            <a:custGeom>
              <a:avLst/>
              <a:gdLst>
                <a:gd name="T0" fmla="*/ 0 w 134"/>
                <a:gd name="T1" fmla="*/ 19 h 64"/>
                <a:gd name="T2" fmla="*/ 134 w 134"/>
                <a:gd name="T3" fmla="*/ 32 h 64"/>
                <a:gd name="T4" fmla="*/ 0 w 134"/>
                <a:gd name="T5" fmla="*/ 19 h 64"/>
              </a:gdLst>
              <a:ahLst/>
              <a:cxnLst>
                <a:cxn ang="0">
                  <a:pos x="T0" y="T1"/>
                </a:cxn>
                <a:cxn ang="0">
                  <a:pos x="T2" y="T3"/>
                </a:cxn>
                <a:cxn ang="0">
                  <a:pos x="T4" y="T5"/>
                </a:cxn>
              </a:cxnLst>
              <a:rect l="0" t="0" r="r" b="b"/>
              <a:pathLst>
                <a:path w="134" h="64">
                  <a:moveTo>
                    <a:pt x="0" y="19"/>
                  </a:moveTo>
                  <a:cubicBezTo>
                    <a:pt x="60" y="64"/>
                    <a:pt x="106" y="33"/>
                    <a:pt x="134" y="32"/>
                  </a:cubicBezTo>
                  <a:cubicBezTo>
                    <a:pt x="69" y="0"/>
                    <a:pt x="48" y="30"/>
                    <a:pt x="0"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8" name="觅知网-不倒翁ID:189359941"/>
            <p:cNvSpPr/>
            <p:nvPr/>
          </p:nvSpPr>
          <p:spPr bwMode="auto">
            <a:xfrm>
              <a:off x="2028115" y="13692288"/>
              <a:ext cx="964832" cy="444238"/>
            </a:xfrm>
            <a:custGeom>
              <a:avLst/>
              <a:gdLst>
                <a:gd name="T0" fmla="*/ 0 w 129"/>
                <a:gd name="T1" fmla="*/ 7 h 60"/>
                <a:gd name="T2" fmla="*/ 129 w 129"/>
                <a:gd name="T3" fmla="*/ 39 h 60"/>
                <a:gd name="T4" fmla="*/ 0 w 129"/>
                <a:gd name="T5" fmla="*/ 7 h 60"/>
              </a:gdLst>
              <a:ahLst/>
              <a:cxnLst>
                <a:cxn ang="0">
                  <a:pos x="T0" y="T1"/>
                </a:cxn>
                <a:cxn ang="0">
                  <a:pos x="T2" y="T3"/>
                </a:cxn>
                <a:cxn ang="0">
                  <a:pos x="T4" y="T5"/>
                </a:cxn>
              </a:cxnLst>
              <a:rect l="0" t="0" r="r" b="b"/>
              <a:pathLst>
                <a:path w="129" h="60">
                  <a:moveTo>
                    <a:pt x="0" y="7"/>
                  </a:moveTo>
                  <a:cubicBezTo>
                    <a:pt x="53" y="60"/>
                    <a:pt x="106" y="36"/>
                    <a:pt x="129" y="39"/>
                  </a:cubicBezTo>
                  <a:cubicBezTo>
                    <a:pt x="76" y="0"/>
                    <a:pt x="39" y="22"/>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9" name="觅知网-不倒翁ID:189359941"/>
            <p:cNvSpPr/>
            <p:nvPr/>
          </p:nvSpPr>
          <p:spPr bwMode="auto">
            <a:xfrm>
              <a:off x="1639403" y="13372994"/>
              <a:ext cx="895420" cy="423418"/>
            </a:xfrm>
            <a:custGeom>
              <a:avLst/>
              <a:gdLst>
                <a:gd name="T0" fmla="*/ 0 w 120"/>
                <a:gd name="T1" fmla="*/ 1 h 57"/>
                <a:gd name="T2" fmla="*/ 120 w 120"/>
                <a:gd name="T3" fmla="*/ 52 h 57"/>
                <a:gd name="T4" fmla="*/ 0 w 120"/>
                <a:gd name="T5" fmla="*/ 1 h 57"/>
              </a:gdLst>
              <a:ahLst/>
              <a:cxnLst>
                <a:cxn ang="0">
                  <a:pos x="T0" y="T1"/>
                </a:cxn>
                <a:cxn ang="0">
                  <a:pos x="T2" y="T3"/>
                </a:cxn>
                <a:cxn ang="0">
                  <a:pos x="T4" y="T5"/>
                </a:cxn>
              </a:cxnLst>
              <a:rect l="0" t="0" r="r" b="b"/>
              <a:pathLst>
                <a:path w="120" h="57">
                  <a:moveTo>
                    <a:pt x="0" y="1"/>
                  </a:moveTo>
                  <a:cubicBezTo>
                    <a:pt x="37" y="57"/>
                    <a:pt x="98" y="47"/>
                    <a:pt x="120" y="52"/>
                  </a:cubicBezTo>
                  <a:cubicBezTo>
                    <a:pt x="60" y="0"/>
                    <a:pt x="40" y="25"/>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0" name="觅知网-不倒翁ID:189359941"/>
            <p:cNvSpPr/>
            <p:nvPr/>
          </p:nvSpPr>
          <p:spPr bwMode="auto">
            <a:xfrm>
              <a:off x="1327051" y="12956519"/>
              <a:ext cx="798244" cy="506712"/>
            </a:xfrm>
            <a:custGeom>
              <a:avLst/>
              <a:gdLst>
                <a:gd name="T0" fmla="*/ 0 w 107"/>
                <a:gd name="T1" fmla="*/ 0 h 68"/>
                <a:gd name="T2" fmla="*/ 107 w 107"/>
                <a:gd name="T3" fmla="*/ 68 h 68"/>
                <a:gd name="T4" fmla="*/ 0 w 107"/>
                <a:gd name="T5" fmla="*/ 0 h 68"/>
              </a:gdLst>
              <a:ahLst/>
              <a:cxnLst>
                <a:cxn ang="0">
                  <a:pos x="T0" y="T1"/>
                </a:cxn>
                <a:cxn ang="0">
                  <a:pos x="T2" y="T3"/>
                </a:cxn>
                <a:cxn ang="0">
                  <a:pos x="T4" y="T5"/>
                </a:cxn>
              </a:cxnLst>
              <a:rect l="0" t="0" r="r" b="b"/>
              <a:pathLst>
                <a:path w="107" h="68">
                  <a:moveTo>
                    <a:pt x="0" y="0"/>
                  </a:moveTo>
                  <a:cubicBezTo>
                    <a:pt x="29" y="64"/>
                    <a:pt x="87" y="60"/>
                    <a:pt x="107" y="68"/>
                  </a:cubicBezTo>
                  <a:cubicBezTo>
                    <a:pt x="57" y="8"/>
                    <a:pt x="35" y="28"/>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1" name="觅知网-不倒翁ID:189359941"/>
            <p:cNvSpPr/>
            <p:nvPr/>
          </p:nvSpPr>
          <p:spPr bwMode="auto">
            <a:xfrm>
              <a:off x="1084103" y="12484517"/>
              <a:ext cx="701068" cy="617769"/>
            </a:xfrm>
            <a:custGeom>
              <a:avLst/>
              <a:gdLst>
                <a:gd name="T0" fmla="*/ 0 w 94"/>
                <a:gd name="T1" fmla="*/ 0 h 83"/>
                <a:gd name="T2" fmla="*/ 94 w 94"/>
                <a:gd name="T3" fmla="*/ 83 h 83"/>
                <a:gd name="T4" fmla="*/ 0 w 94"/>
                <a:gd name="T5" fmla="*/ 0 h 83"/>
              </a:gdLst>
              <a:ahLst/>
              <a:cxnLst>
                <a:cxn ang="0">
                  <a:pos x="T0" y="T1"/>
                </a:cxn>
                <a:cxn ang="0">
                  <a:pos x="T2" y="T3"/>
                </a:cxn>
                <a:cxn ang="0">
                  <a:pos x="T4" y="T5"/>
                </a:cxn>
              </a:cxnLst>
              <a:rect l="0" t="0" r="r" b="b"/>
              <a:pathLst>
                <a:path w="94" h="83">
                  <a:moveTo>
                    <a:pt x="0" y="0"/>
                  </a:moveTo>
                  <a:cubicBezTo>
                    <a:pt x="20" y="67"/>
                    <a:pt x="83" y="75"/>
                    <a:pt x="94" y="83"/>
                  </a:cubicBezTo>
                  <a:cubicBezTo>
                    <a:pt x="65" y="24"/>
                    <a:pt x="27" y="28"/>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2" name="觅知网-不倒翁ID:189359941"/>
            <p:cNvSpPr/>
            <p:nvPr/>
          </p:nvSpPr>
          <p:spPr bwMode="auto">
            <a:xfrm>
              <a:off x="917515" y="11991691"/>
              <a:ext cx="590006" cy="694121"/>
            </a:xfrm>
            <a:custGeom>
              <a:avLst/>
              <a:gdLst>
                <a:gd name="T0" fmla="*/ 0 w 79"/>
                <a:gd name="T1" fmla="*/ 0 h 93"/>
                <a:gd name="T2" fmla="*/ 79 w 79"/>
                <a:gd name="T3" fmla="*/ 93 h 93"/>
                <a:gd name="T4" fmla="*/ 0 w 79"/>
                <a:gd name="T5" fmla="*/ 0 h 93"/>
              </a:gdLst>
              <a:ahLst/>
              <a:cxnLst>
                <a:cxn ang="0">
                  <a:pos x="T0" y="T1"/>
                </a:cxn>
                <a:cxn ang="0">
                  <a:pos x="T2" y="T3"/>
                </a:cxn>
                <a:cxn ang="0">
                  <a:pos x="T4" y="T5"/>
                </a:cxn>
              </a:cxnLst>
              <a:rect l="0" t="0" r="r" b="b"/>
              <a:pathLst>
                <a:path w="79" h="93">
                  <a:moveTo>
                    <a:pt x="0" y="0"/>
                  </a:moveTo>
                  <a:cubicBezTo>
                    <a:pt x="8" y="67"/>
                    <a:pt x="68" y="82"/>
                    <a:pt x="79" y="93"/>
                  </a:cubicBezTo>
                  <a:cubicBezTo>
                    <a:pt x="59" y="30"/>
                    <a:pt x="22" y="2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3" name="觅知网-不倒翁ID:189359941"/>
            <p:cNvSpPr/>
            <p:nvPr/>
          </p:nvSpPr>
          <p:spPr bwMode="auto">
            <a:xfrm>
              <a:off x="792571" y="11484984"/>
              <a:ext cx="506712" cy="742713"/>
            </a:xfrm>
            <a:custGeom>
              <a:avLst/>
              <a:gdLst>
                <a:gd name="T0" fmla="*/ 3 w 68"/>
                <a:gd name="T1" fmla="*/ 0 h 100"/>
                <a:gd name="T2" fmla="*/ 68 w 68"/>
                <a:gd name="T3" fmla="*/ 100 h 100"/>
                <a:gd name="T4" fmla="*/ 3 w 68"/>
                <a:gd name="T5" fmla="*/ 0 h 100"/>
              </a:gdLst>
              <a:ahLst/>
              <a:cxnLst>
                <a:cxn ang="0">
                  <a:pos x="T0" y="T1"/>
                </a:cxn>
                <a:cxn ang="0">
                  <a:pos x="T2" y="T3"/>
                </a:cxn>
                <a:cxn ang="0">
                  <a:pos x="T4" y="T5"/>
                </a:cxn>
              </a:cxnLst>
              <a:rect l="0" t="0" r="r" b="b"/>
              <a:pathLst>
                <a:path w="68" h="100">
                  <a:moveTo>
                    <a:pt x="3" y="0"/>
                  </a:moveTo>
                  <a:cubicBezTo>
                    <a:pt x="0" y="62"/>
                    <a:pt x="62" y="91"/>
                    <a:pt x="68" y="100"/>
                  </a:cubicBezTo>
                  <a:cubicBezTo>
                    <a:pt x="61" y="41"/>
                    <a:pt x="17" y="23"/>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4" name="觅知网-不倒翁ID:189359941"/>
            <p:cNvSpPr/>
            <p:nvPr/>
          </p:nvSpPr>
          <p:spPr bwMode="auto">
            <a:xfrm>
              <a:off x="723159" y="10978276"/>
              <a:ext cx="444238" cy="777419"/>
            </a:xfrm>
            <a:custGeom>
              <a:avLst/>
              <a:gdLst>
                <a:gd name="T0" fmla="*/ 8 w 59"/>
                <a:gd name="T1" fmla="*/ 0 h 104"/>
                <a:gd name="T2" fmla="*/ 59 w 59"/>
                <a:gd name="T3" fmla="*/ 104 h 104"/>
                <a:gd name="T4" fmla="*/ 8 w 59"/>
                <a:gd name="T5" fmla="*/ 0 h 104"/>
              </a:gdLst>
              <a:ahLst/>
              <a:cxnLst>
                <a:cxn ang="0">
                  <a:pos x="T0" y="T1"/>
                </a:cxn>
                <a:cxn ang="0">
                  <a:pos x="T2" y="T3"/>
                </a:cxn>
                <a:cxn ang="0">
                  <a:pos x="T4" y="T5"/>
                </a:cxn>
              </a:cxnLst>
              <a:rect l="0" t="0" r="r" b="b"/>
              <a:pathLst>
                <a:path w="59" h="104">
                  <a:moveTo>
                    <a:pt x="8" y="0"/>
                  </a:moveTo>
                  <a:cubicBezTo>
                    <a:pt x="0" y="61"/>
                    <a:pt x="53" y="92"/>
                    <a:pt x="59" y="104"/>
                  </a:cubicBezTo>
                  <a:cubicBezTo>
                    <a:pt x="56" y="39"/>
                    <a:pt x="25" y="3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5" name="觅知网-不倒翁ID:189359941"/>
            <p:cNvSpPr/>
            <p:nvPr/>
          </p:nvSpPr>
          <p:spPr bwMode="auto">
            <a:xfrm>
              <a:off x="695400" y="10464625"/>
              <a:ext cx="458120" cy="798244"/>
            </a:xfrm>
            <a:custGeom>
              <a:avLst/>
              <a:gdLst>
                <a:gd name="T0" fmla="*/ 16 w 61"/>
                <a:gd name="T1" fmla="*/ 0 h 107"/>
                <a:gd name="T2" fmla="*/ 54 w 61"/>
                <a:gd name="T3" fmla="*/ 107 h 107"/>
                <a:gd name="T4" fmla="*/ 16 w 61"/>
                <a:gd name="T5" fmla="*/ 0 h 107"/>
              </a:gdLst>
              <a:ahLst/>
              <a:cxnLst>
                <a:cxn ang="0">
                  <a:pos x="T0" y="T1"/>
                </a:cxn>
                <a:cxn ang="0">
                  <a:pos x="T2" y="T3"/>
                </a:cxn>
                <a:cxn ang="0">
                  <a:pos x="T4" y="T5"/>
                </a:cxn>
              </a:cxnLst>
              <a:rect l="0" t="0" r="r" b="b"/>
              <a:pathLst>
                <a:path w="61" h="107">
                  <a:moveTo>
                    <a:pt x="16" y="0"/>
                  </a:moveTo>
                  <a:cubicBezTo>
                    <a:pt x="0" y="59"/>
                    <a:pt x="51" y="98"/>
                    <a:pt x="54" y="107"/>
                  </a:cubicBezTo>
                  <a:cubicBezTo>
                    <a:pt x="61" y="50"/>
                    <a:pt x="30" y="28"/>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6" name="觅知网-不倒翁ID:189359941"/>
            <p:cNvSpPr/>
            <p:nvPr/>
          </p:nvSpPr>
          <p:spPr bwMode="auto">
            <a:xfrm>
              <a:off x="743997" y="9957913"/>
              <a:ext cx="458120" cy="812125"/>
            </a:xfrm>
            <a:custGeom>
              <a:avLst/>
              <a:gdLst>
                <a:gd name="T0" fmla="*/ 24 w 62"/>
                <a:gd name="T1" fmla="*/ 0 h 109"/>
                <a:gd name="T2" fmla="*/ 48 w 62"/>
                <a:gd name="T3" fmla="*/ 109 h 109"/>
                <a:gd name="T4" fmla="*/ 24 w 62"/>
                <a:gd name="T5" fmla="*/ 0 h 109"/>
              </a:gdLst>
              <a:ahLst/>
              <a:cxnLst>
                <a:cxn ang="0">
                  <a:pos x="T0" y="T1"/>
                </a:cxn>
                <a:cxn ang="0">
                  <a:pos x="T2" y="T3"/>
                </a:cxn>
                <a:cxn ang="0">
                  <a:pos x="T4" y="T5"/>
                </a:cxn>
              </a:cxnLst>
              <a:rect l="0" t="0" r="r" b="b"/>
              <a:pathLst>
                <a:path w="62" h="109">
                  <a:moveTo>
                    <a:pt x="24" y="0"/>
                  </a:moveTo>
                  <a:cubicBezTo>
                    <a:pt x="0" y="50"/>
                    <a:pt x="47" y="102"/>
                    <a:pt x="48" y="109"/>
                  </a:cubicBezTo>
                  <a:cubicBezTo>
                    <a:pt x="62" y="56"/>
                    <a:pt x="34" y="26"/>
                    <a:pt x="2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7" name="觅知网-不倒翁ID:189359941"/>
            <p:cNvSpPr/>
            <p:nvPr/>
          </p:nvSpPr>
          <p:spPr bwMode="auto">
            <a:xfrm>
              <a:off x="1410354" y="8451672"/>
              <a:ext cx="874595" cy="1478482"/>
            </a:xfrm>
            <a:custGeom>
              <a:avLst/>
              <a:gdLst>
                <a:gd name="T0" fmla="*/ 114 w 117"/>
                <a:gd name="T1" fmla="*/ 0 h 198"/>
                <a:gd name="T2" fmla="*/ 0 w 117"/>
                <a:gd name="T3" fmla="*/ 197 h 198"/>
                <a:gd name="T4" fmla="*/ 4 w 117"/>
                <a:gd name="T5" fmla="*/ 198 h 198"/>
                <a:gd name="T6" fmla="*/ 117 w 117"/>
                <a:gd name="T7" fmla="*/ 3 h 198"/>
                <a:gd name="T8" fmla="*/ 114 w 117"/>
                <a:gd name="T9" fmla="*/ 0 h 198"/>
              </a:gdLst>
              <a:ahLst/>
              <a:cxnLst>
                <a:cxn ang="0">
                  <a:pos x="T0" y="T1"/>
                </a:cxn>
                <a:cxn ang="0">
                  <a:pos x="T2" y="T3"/>
                </a:cxn>
                <a:cxn ang="0">
                  <a:pos x="T4" y="T5"/>
                </a:cxn>
                <a:cxn ang="0">
                  <a:pos x="T6" y="T7"/>
                </a:cxn>
                <a:cxn ang="0">
                  <a:pos x="T8" y="T9"/>
                </a:cxn>
              </a:cxnLst>
              <a:rect l="0" t="0" r="r" b="b"/>
              <a:pathLst>
                <a:path w="117" h="198">
                  <a:moveTo>
                    <a:pt x="114" y="0"/>
                  </a:moveTo>
                  <a:cubicBezTo>
                    <a:pt x="70" y="46"/>
                    <a:pt x="25" y="118"/>
                    <a:pt x="0" y="197"/>
                  </a:cubicBezTo>
                  <a:cubicBezTo>
                    <a:pt x="4" y="198"/>
                    <a:pt x="4" y="198"/>
                    <a:pt x="4" y="198"/>
                  </a:cubicBezTo>
                  <a:cubicBezTo>
                    <a:pt x="28" y="120"/>
                    <a:pt x="73" y="48"/>
                    <a:pt x="117" y="3"/>
                  </a:cubicBezTo>
                  <a:lnTo>
                    <a:pt x="11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8" name="觅知网-不倒翁ID:189359941"/>
            <p:cNvSpPr/>
            <p:nvPr/>
          </p:nvSpPr>
          <p:spPr bwMode="auto">
            <a:xfrm>
              <a:off x="1167410" y="8410023"/>
              <a:ext cx="916244" cy="1735303"/>
            </a:xfrm>
            <a:custGeom>
              <a:avLst/>
              <a:gdLst>
                <a:gd name="T0" fmla="*/ 120 w 123"/>
                <a:gd name="T1" fmla="*/ 0 h 233"/>
                <a:gd name="T2" fmla="*/ 0 w 123"/>
                <a:gd name="T3" fmla="*/ 233 h 233"/>
                <a:gd name="T4" fmla="*/ 4 w 123"/>
                <a:gd name="T5" fmla="*/ 233 h 233"/>
                <a:gd name="T6" fmla="*/ 123 w 123"/>
                <a:gd name="T7" fmla="*/ 2 h 233"/>
                <a:gd name="T8" fmla="*/ 120 w 123"/>
                <a:gd name="T9" fmla="*/ 0 h 233"/>
              </a:gdLst>
              <a:ahLst/>
              <a:cxnLst>
                <a:cxn ang="0">
                  <a:pos x="T0" y="T1"/>
                </a:cxn>
                <a:cxn ang="0">
                  <a:pos x="T2" y="T3"/>
                </a:cxn>
                <a:cxn ang="0">
                  <a:pos x="T4" y="T5"/>
                </a:cxn>
                <a:cxn ang="0">
                  <a:pos x="T6" y="T7"/>
                </a:cxn>
                <a:cxn ang="0">
                  <a:pos x="T8" y="T9"/>
                </a:cxn>
              </a:cxnLst>
              <a:rect l="0" t="0" r="r" b="b"/>
              <a:pathLst>
                <a:path w="123" h="233">
                  <a:moveTo>
                    <a:pt x="120" y="0"/>
                  </a:moveTo>
                  <a:cubicBezTo>
                    <a:pt x="67" y="58"/>
                    <a:pt x="21" y="141"/>
                    <a:pt x="0" y="233"/>
                  </a:cubicBezTo>
                  <a:cubicBezTo>
                    <a:pt x="4" y="233"/>
                    <a:pt x="4" y="233"/>
                    <a:pt x="4" y="233"/>
                  </a:cubicBezTo>
                  <a:cubicBezTo>
                    <a:pt x="24" y="143"/>
                    <a:pt x="70" y="60"/>
                    <a:pt x="123" y="2"/>
                  </a:cubicBezTo>
                  <a:lnTo>
                    <a:pt x="12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9" name="觅知网-不倒翁ID:189359941"/>
            <p:cNvSpPr/>
            <p:nvPr/>
          </p:nvSpPr>
          <p:spPr bwMode="auto">
            <a:xfrm>
              <a:off x="1070230" y="8111548"/>
              <a:ext cx="1055069" cy="1721422"/>
            </a:xfrm>
            <a:custGeom>
              <a:avLst/>
              <a:gdLst>
                <a:gd name="T0" fmla="*/ 139 w 142"/>
                <a:gd name="T1" fmla="*/ 0 h 231"/>
                <a:gd name="T2" fmla="*/ 0 w 142"/>
                <a:gd name="T3" fmla="*/ 230 h 231"/>
                <a:gd name="T4" fmla="*/ 4 w 142"/>
                <a:gd name="T5" fmla="*/ 231 h 231"/>
                <a:gd name="T6" fmla="*/ 142 w 142"/>
                <a:gd name="T7" fmla="*/ 2 h 231"/>
                <a:gd name="T8" fmla="*/ 139 w 142"/>
                <a:gd name="T9" fmla="*/ 0 h 231"/>
              </a:gdLst>
              <a:ahLst/>
              <a:cxnLst>
                <a:cxn ang="0">
                  <a:pos x="T0" y="T1"/>
                </a:cxn>
                <a:cxn ang="0">
                  <a:pos x="T2" y="T3"/>
                </a:cxn>
                <a:cxn ang="0">
                  <a:pos x="T4" y="T5"/>
                </a:cxn>
                <a:cxn ang="0">
                  <a:pos x="T6" y="T7"/>
                </a:cxn>
                <a:cxn ang="0">
                  <a:pos x="T8" y="T9"/>
                </a:cxn>
              </a:cxnLst>
              <a:rect l="0" t="0" r="r" b="b"/>
              <a:pathLst>
                <a:path w="142" h="231">
                  <a:moveTo>
                    <a:pt x="139" y="0"/>
                  </a:moveTo>
                  <a:cubicBezTo>
                    <a:pt x="90" y="44"/>
                    <a:pt x="31" y="132"/>
                    <a:pt x="0" y="230"/>
                  </a:cubicBezTo>
                  <a:cubicBezTo>
                    <a:pt x="4" y="231"/>
                    <a:pt x="4" y="231"/>
                    <a:pt x="4" y="231"/>
                  </a:cubicBezTo>
                  <a:cubicBezTo>
                    <a:pt x="33" y="135"/>
                    <a:pt x="92" y="47"/>
                    <a:pt x="142" y="2"/>
                  </a:cubicBezTo>
                  <a:lnTo>
                    <a:pt x="13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grpSp>
      <p:grpSp>
        <p:nvGrpSpPr>
          <p:cNvPr id="140" name="觅知网-不倒翁ID:189359941"/>
          <p:cNvGrpSpPr/>
          <p:nvPr/>
        </p:nvGrpSpPr>
        <p:grpSpPr>
          <a:xfrm>
            <a:off x="8538181" y="-186482"/>
            <a:ext cx="3885111" cy="6528617"/>
            <a:chOff x="5056479" y="8111548"/>
            <a:chExt cx="3885111" cy="6528617"/>
          </a:xfrm>
          <a:solidFill>
            <a:srgbClr val="344778">
              <a:alpha val="5000"/>
            </a:srgbClr>
          </a:solidFill>
        </p:grpSpPr>
        <p:sp>
          <p:nvSpPr>
            <p:cNvPr id="141" name="觅知网-不倒翁ID:189359941"/>
            <p:cNvSpPr/>
            <p:nvPr/>
          </p:nvSpPr>
          <p:spPr bwMode="auto">
            <a:xfrm>
              <a:off x="5137796" y="13747819"/>
              <a:ext cx="687182" cy="465063"/>
            </a:xfrm>
            <a:custGeom>
              <a:avLst/>
              <a:gdLst>
                <a:gd name="T0" fmla="*/ 92 w 92"/>
                <a:gd name="T1" fmla="*/ 6 h 62"/>
                <a:gd name="T2" fmla="*/ 0 w 92"/>
                <a:gd name="T3" fmla="*/ 62 h 62"/>
                <a:gd name="T4" fmla="*/ 92 w 92"/>
                <a:gd name="T5" fmla="*/ 6 h 62"/>
              </a:gdLst>
              <a:ahLst/>
              <a:cxnLst>
                <a:cxn ang="0">
                  <a:pos x="T0" y="T1"/>
                </a:cxn>
                <a:cxn ang="0">
                  <a:pos x="T2" y="T3"/>
                </a:cxn>
                <a:cxn ang="0">
                  <a:pos x="T4" y="T5"/>
                </a:cxn>
              </a:cxnLst>
              <a:rect l="0" t="0" r="r" b="b"/>
              <a:pathLst>
                <a:path w="92" h="62">
                  <a:moveTo>
                    <a:pt x="92" y="6"/>
                  </a:moveTo>
                  <a:cubicBezTo>
                    <a:pt x="39" y="0"/>
                    <a:pt x="18" y="57"/>
                    <a:pt x="0" y="62"/>
                  </a:cubicBezTo>
                  <a:cubicBezTo>
                    <a:pt x="58" y="57"/>
                    <a:pt x="86" y="30"/>
                    <a:pt x="9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2" name="觅知网-不倒翁ID:189359941"/>
            <p:cNvSpPr/>
            <p:nvPr/>
          </p:nvSpPr>
          <p:spPr bwMode="auto">
            <a:xfrm>
              <a:off x="5644509" y="13685350"/>
              <a:ext cx="638594" cy="492830"/>
            </a:xfrm>
            <a:custGeom>
              <a:avLst/>
              <a:gdLst>
                <a:gd name="T0" fmla="*/ 85 w 85"/>
                <a:gd name="T1" fmla="*/ 2 h 66"/>
                <a:gd name="T2" fmla="*/ 0 w 85"/>
                <a:gd name="T3" fmla="*/ 66 h 66"/>
                <a:gd name="T4" fmla="*/ 85 w 85"/>
                <a:gd name="T5" fmla="*/ 2 h 66"/>
              </a:gdLst>
              <a:ahLst/>
              <a:cxnLst>
                <a:cxn ang="0">
                  <a:pos x="T0" y="T1"/>
                </a:cxn>
                <a:cxn ang="0">
                  <a:pos x="T2" y="T3"/>
                </a:cxn>
                <a:cxn ang="0">
                  <a:pos x="T4" y="T5"/>
                </a:cxn>
              </a:cxnLst>
              <a:rect l="0" t="0" r="r" b="b"/>
              <a:pathLst>
                <a:path w="85" h="66">
                  <a:moveTo>
                    <a:pt x="85" y="2"/>
                  </a:moveTo>
                  <a:cubicBezTo>
                    <a:pt x="35" y="0"/>
                    <a:pt x="17" y="60"/>
                    <a:pt x="0" y="66"/>
                  </a:cubicBezTo>
                  <a:cubicBezTo>
                    <a:pt x="59" y="57"/>
                    <a:pt x="82" y="24"/>
                    <a:pt x="85"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3" name="觅知网-不倒翁ID:189359941"/>
            <p:cNvSpPr/>
            <p:nvPr/>
          </p:nvSpPr>
          <p:spPr bwMode="auto">
            <a:xfrm>
              <a:off x="6151217" y="13532643"/>
              <a:ext cx="562243" cy="555300"/>
            </a:xfrm>
            <a:custGeom>
              <a:avLst/>
              <a:gdLst>
                <a:gd name="T0" fmla="*/ 75 w 75"/>
                <a:gd name="T1" fmla="*/ 0 h 74"/>
                <a:gd name="T2" fmla="*/ 0 w 75"/>
                <a:gd name="T3" fmla="*/ 74 h 74"/>
                <a:gd name="T4" fmla="*/ 75 w 75"/>
                <a:gd name="T5" fmla="*/ 0 h 74"/>
              </a:gdLst>
              <a:ahLst/>
              <a:cxnLst>
                <a:cxn ang="0">
                  <a:pos x="T0" y="T1"/>
                </a:cxn>
                <a:cxn ang="0">
                  <a:pos x="T2" y="T3"/>
                </a:cxn>
                <a:cxn ang="0">
                  <a:pos x="T4" y="T5"/>
                </a:cxn>
              </a:cxnLst>
              <a:rect l="0" t="0" r="r" b="b"/>
              <a:pathLst>
                <a:path w="75" h="74">
                  <a:moveTo>
                    <a:pt x="75" y="0"/>
                  </a:moveTo>
                  <a:cubicBezTo>
                    <a:pt x="26" y="8"/>
                    <a:pt x="15" y="66"/>
                    <a:pt x="0" y="74"/>
                  </a:cubicBezTo>
                  <a:cubicBezTo>
                    <a:pt x="50" y="62"/>
                    <a:pt x="74" y="28"/>
                    <a:pt x="7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4" name="觅知网-不倒翁ID:189359941"/>
            <p:cNvSpPr/>
            <p:nvPr/>
          </p:nvSpPr>
          <p:spPr bwMode="auto">
            <a:xfrm>
              <a:off x="6637104" y="13310524"/>
              <a:ext cx="492831" cy="624708"/>
            </a:xfrm>
            <a:custGeom>
              <a:avLst/>
              <a:gdLst>
                <a:gd name="T0" fmla="*/ 62 w 66"/>
                <a:gd name="T1" fmla="*/ 0 h 84"/>
                <a:gd name="T2" fmla="*/ 0 w 66"/>
                <a:gd name="T3" fmla="*/ 84 h 84"/>
                <a:gd name="T4" fmla="*/ 62 w 66"/>
                <a:gd name="T5" fmla="*/ 0 h 84"/>
              </a:gdLst>
              <a:ahLst/>
              <a:cxnLst>
                <a:cxn ang="0">
                  <a:pos x="T0" y="T1"/>
                </a:cxn>
                <a:cxn ang="0">
                  <a:pos x="T2" y="T3"/>
                </a:cxn>
                <a:cxn ang="0">
                  <a:pos x="T4" y="T5"/>
                </a:cxn>
              </a:cxnLst>
              <a:rect l="0" t="0" r="r" b="b"/>
              <a:pathLst>
                <a:path w="66" h="84">
                  <a:moveTo>
                    <a:pt x="62" y="0"/>
                  </a:moveTo>
                  <a:cubicBezTo>
                    <a:pt x="18" y="15"/>
                    <a:pt x="13" y="74"/>
                    <a:pt x="0" y="84"/>
                  </a:cubicBezTo>
                  <a:cubicBezTo>
                    <a:pt x="50" y="64"/>
                    <a:pt x="66" y="26"/>
                    <a:pt x="6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5" name="觅知网-不倒翁ID:189359941"/>
            <p:cNvSpPr/>
            <p:nvPr/>
          </p:nvSpPr>
          <p:spPr bwMode="auto">
            <a:xfrm>
              <a:off x="7095224" y="13018993"/>
              <a:ext cx="430357" cy="694121"/>
            </a:xfrm>
            <a:custGeom>
              <a:avLst/>
              <a:gdLst>
                <a:gd name="T0" fmla="*/ 47 w 58"/>
                <a:gd name="T1" fmla="*/ 0 h 93"/>
                <a:gd name="T2" fmla="*/ 0 w 58"/>
                <a:gd name="T3" fmla="*/ 93 h 93"/>
                <a:gd name="T4" fmla="*/ 47 w 58"/>
                <a:gd name="T5" fmla="*/ 0 h 93"/>
              </a:gdLst>
              <a:ahLst/>
              <a:cxnLst>
                <a:cxn ang="0">
                  <a:pos x="T0" y="T1"/>
                </a:cxn>
                <a:cxn ang="0">
                  <a:pos x="T2" y="T3"/>
                </a:cxn>
                <a:cxn ang="0">
                  <a:pos x="T4" y="T5"/>
                </a:cxn>
              </a:cxnLst>
              <a:rect l="0" t="0" r="r" b="b"/>
              <a:pathLst>
                <a:path w="58" h="93">
                  <a:moveTo>
                    <a:pt x="47" y="0"/>
                  </a:moveTo>
                  <a:cubicBezTo>
                    <a:pt x="11" y="20"/>
                    <a:pt x="6" y="88"/>
                    <a:pt x="0" y="93"/>
                  </a:cubicBezTo>
                  <a:cubicBezTo>
                    <a:pt x="34" y="77"/>
                    <a:pt x="58" y="37"/>
                    <a:pt x="4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6" name="觅知网-不倒翁ID:189359941"/>
            <p:cNvSpPr/>
            <p:nvPr/>
          </p:nvSpPr>
          <p:spPr bwMode="auto">
            <a:xfrm>
              <a:off x="7463111" y="12678873"/>
              <a:ext cx="347063" cy="735770"/>
            </a:xfrm>
            <a:custGeom>
              <a:avLst/>
              <a:gdLst>
                <a:gd name="T0" fmla="*/ 34 w 46"/>
                <a:gd name="T1" fmla="*/ 0 h 99"/>
                <a:gd name="T2" fmla="*/ 5 w 46"/>
                <a:gd name="T3" fmla="*/ 99 h 99"/>
                <a:gd name="T4" fmla="*/ 34 w 46"/>
                <a:gd name="T5" fmla="*/ 0 h 99"/>
              </a:gdLst>
              <a:ahLst/>
              <a:cxnLst>
                <a:cxn ang="0">
                  <a:pos x="T0" y="T1"/>
                </a:cxn>
                <a:cxn ang="0">
                  <a:pos x="T2" y="T3"/>
                </a:cxn>
                <a:cxn ang="0">
                  <a:pos x="T4" y="T5"/>
                </a:cxn>
              </a:cxnLst>
              <a:rect l="0" t="0" r="r" b="b"/>
              <a:pathLst>
                <a:path w="46" h="99">
                  <a:moveTo>
                    <a:pt x="34" y="0"/>
                  </a:moveTo>
                  <a:cubicBezTo>
                    <a:pt x="0" y="29"/>
                    <a:pt x="14" y="86"/>
                    <a:pt x="5" y="99"/>
                  </a:cubicBezTo>
                  <a:cubicBezTo>
                    <a:pt x="45" y="71"/>
                    <a:pt x="46" y="24"/>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7" name="觅知网-不倒翁ID:189359941"/>
            <p:cNvSpPr/>
            <p:nvPr/>
          </p:nvSpPr>
          <p:spPr bwMode="auto">
            <a:xfrm>
              <a:off x="7726880" y="12283223"/>
              <a:ext cx="347063" cy="770476"/>
            </a:xfrm>
            <a:custGeom>
              <a:avLst/>
              <a:gdLst>
                <a:gd name="T0" fmla="*/ 28 w 47"/>
                <a:gd name="T1" fmla="*/ 0 h 103"/>
                <a:gd name="T2" fmla="*/ 16 w 47"/>
                <a:gd name="T3" fmla="*/ 103 h 103"/>
                <a:gd name="T4" fmla="*/ 28 w 47"/>
                <a:gd name="T5" fmla="*/ 0 h 103"/>
              </a:gdLst>
              <a:ahLst/>
              <a:cxnLst>
                <a:cxn ang="0">
                  <a:pos x="T0" y="T1"/>
                </a:cxn>
                <a:cxn ang="0">
                  <a:pos x="T2" y="T3"/>
                </a:cxn>
                <a:cxn ang="0">
                  <a:pos x="T4" y="T5"/>
                </a:cxn>
              </a:cxnLst>
              <a:rect l="0" t="0" r="r" b="b"/>
              <a:pathLst>
                <a:path w="47" h="103">
                  <a:moveTo>
                    <a:pt x="28" y="0"/>
                  </a:moveTo>
                  <a:cubicBezTo>
                    <a:pt x="0" y="36"/>
                    <a:pt x="22" y="89"/>
                    <a:pt x="16" y="103"/>
                  </a:cubicBezTo>
                  <a:cubicBezTo>
                    <a:pt x="46" y="71"/>
                    <a:pt x="47" y="29"/>
                    <a:pt x="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8" name="觅知网-不倒翁ID:189359941"/>
            <p:cNvSpPr/>
            <p:nvPr/>
          </p:nvSpPr>
          <p:spPr bwMode="auto">
            <a:xfrm>
              <a:off x="7921231" y="11852871"/>
              <a:ext cx="360944" cy="770476"/>
            </a:xfrm>
            <a:custGeom>
              <a:avLst/>
              <a:gdLst>
                <a:gd name="T0" fmla="*/ 23 w 49"/>
                <a:gd name="T1" fmla="*/ 0 h 104"/>
                <a:gd name="T2" fmla="*/ 26 w 49"/>
                <a:gd name="T3" fmla="*/ 104 h 104"/>
                <a:gd name="T4" fmla="*/ 23 w 49"/>
                <a:gd name="T5" fmla="*/ 0 h 104"/>
              </a:gdLst>
              <a:ahLst/>
              <a:cxnLst>
                <a:cxn ang="0">
                  <a:pos x="T0" y="T1"/>
                </a:cxn>
                <a:cxn ang="0">
                  <a:pos x="T2" y="T3"/>
                </a:cxn>
                <a:cxn ang="0">
                  <a:pos x="T4" y="T5"/>
                </a:cxn>
              </a:cxnLst>
              <a:rect l="0" t="0" r="r" b="b"/>
              <a:pathLst>
                <a:path w="49" h="104">
                  <a:moveTo>
                    <a:pt x="23" y="0"/>
                  </a:moveTo>
                  <a:cubicBezTo>
                    <a:pt x="0" y="46"/>
                    <a:pt x="31" y="90"/>
                    <a:pt x="26" y="104"/>
                  </a:cubicBezTo>
                  <a:cubicBezTo>
                    <a:pt x="48" y="72"/>
                    <a:pt x="49" y="32"/>
                    <a:pt x="2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9" name="觅知网-不倒翁ID:189359941"/>
            <p:cNvSpPr/>
            <p:nvPr/>
          </p:nvSpPr>
          <p:spPr bwMode="auto">
            <a:xfrm>
              <a:off x="8060056" y="11401685"/>
              <a:ext cx="395655" cy="770476"/>
            </a:xfrm>
            <a:custGeom>
              <a:avLst/>
              <a:gdLst>
                <a:gd name="T0" fmla="*/ 16 w 53"/>
                <a:gd name="T1" fmla="*/ 0 h 103"/>
                <a:gd name="T2" fmla="*/ 34 w 53"/>
                <a:gd name="T3" fmla="*/ 103 h 103"/>
                <a:gd name="T4" fmla="*/ 16 w 53"/>
                <a:gd name="T5" fmla="*/ 0 h 103"/>
              </a:gdLst>
              <a:ahLst/>
              <a:cxnLst>
                <a:cxn ang="0">
                  <a:pos x="T0" y="T1"/>
                </a:cxn>
                <a:cxn ang="0">
                  <a:pos x="T2" y="T3"/>
                </a:cxn>
                <a:cxn ang="0">
                  <a:pos x="T4" y="T5"/>
                </a:cxn>
              </a:cxnLst>
              <a:rect l="0" t="0" r="r" b="b"/>
              <a:pathLst>
                <a:path w="53" h="103">
                  <a:moveTo>
                    <a:pt x="16" y="0"/>
                  </a:moveTo>
                  <a:cubicBezTo>
                    <a:pt x="0" y="46"/>
                    <a:pt x="35" y="89"/>
                    <a:pt x="34" y="103"/>
                  </a:cubicBezTo>
                  <a:cubicBezTo>
                    <a:pt x="53" y="66"/>
                    <a:pt x="43" y="27"/>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0" name="觅知网-不倒翁ID:189359941"/>
            <p:cNvSpPr/>
            <p:nvPr/>
          </p:nvSpPr>
          <p:spPr bwMode="auto">
            <a:xfrm>
              <a:off x="8143355" y="10950508"/>
              <a:ext cx="381769" cy="735770"/>
            </a:xfrm>
            <a:custGeom>
              <a:avLst/>
              <a:gdLst>
                <a:gd name="T0" fmla="*/ 8 w 51"/>
                <a:gd name="T1" fmla="*/ 0 h 99"/>
                <a:gd name="T2" fmla="*/ 39 w 51"/>
                <a:gd name="T3" fmla="*/ 99 h 99"/>
                <a:gd name="T4" fmla="*/ 8 w 51"/>
                <a:gd name="T5" fmla="*/ 0 h 99"/>
              </a:gdLst>
              <a:ahLst/>
              <a:cxnLst>
                <a:cxn ang="0">
                  <a:pos x="T0" y="T1"/>
                </a:cxn>
                <a:cxn ang="0">
                  <a:pos x="T2" y="T3"/>
                </a:cxn>
                <a:cxn ang="0">
                  <a:pos x="T4" y="T5"/>
                </a:cxn>
              </a:cxnLst>
              <a:rect l="0" t="0" r="r" b="b"/>
              <a:pathLst>
                <a:path w="51" h="99">
                  <a:moveTo>
                    <a:pt x="8" y="0"/>
                  </a:moveTo>
                  <a:cubicBezTo>
                    <a:pt x="0" y="36"/>
                    <a:pt x="39" y="95"/>
                    <a:pt x="39" y="99"/>
                  </a:cubicBezTo>
                  <a:cubicBezTo>
                    <a:pt x="51" y="67"/>
                    <a:pt x="47" y="33"/>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1" name="觅知网-不倒翁ID:189359941"/>
            <p:cNvSpPr/>
            <p:nvPr/>
          </p:nvSpPr>
          <p:spPr bwMode="auto">
            <a:xfrm>
              <a:off x="8157236" y="10492388"/>
              <a:ext cx="402593" cy="701064"/>
            </a:xfrm>
            <a:custGeom>
              <a:avLst/>
              <a:gdLst>
                <a:gd name="T0" fmla="*/ 2 w 54"/>
                <a:gd name="T1" fmla="*/ 0 h 94"/>
                <a:gd name="T2" fmla="*/ 45 w 54"/>
                <a:gd name="T3" fmla="*/ 94 h 94"/>
                <a:gd name="T4" fmla="*/ 2 w 54"/>
                <a:gd name="T5" fmla="*/ 0 h 94"/>
              </a:gdLst>
              <a:ahLst/>
              <a:cxnLst>
                <a:cxn ang="0">
                  <a:pos x="T0" y="T1"/>
                </a:cxn>
                <a:cxn ang="0">
                  <a:pos x="T2" y="T3"/>
                </a:cxn>
                <a:cxn ang="0">
                  <a:pos x="T4" y="T5"/>
                </a:cxn>
              </a:cxnLst>
              <a:rect l="0" t="0" r="r" b="b"/>
              <a:pathLst>
                <a:path w="54" h="94">
                  <a:moveTo>
                    <a:pt x="2" y="0"/>
                  </a:moveTo>
                  <a:cubicBezTo>
                    <a:pt x="0" y="48"/>
                    <a:pt x="43" y="81"/>
                    <a:pt x="45" y="94"/>
                  </a:cubicBezTo>
                  <a:cubicBezTo>
                    <a:pt x="54" y="61"/>
                    <a:pt x="45" y="29"/>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2" name="觅知网-不倒翁ID:189359941"/>
            <p:cNvSpPr/>
            <p:nvPr/>
          </p:nvSpPr>
          <p:spPr bwMode="auto">
            <a:xfrm>
              <a:off x="8073938" y="10055089"/>
              <a:ext cx="465063" cy="645537"/>
            </a:xfrm>
            <a:custGeom>
              <a:avLst/>
              <a:gdLst>
                <a:gd name="T0" fmla="*/ 0 w 62"/>
                <a:gd name="T1" fmla="*/ 0 h 87"/>
                <a:gd name="T2" fmla="*/ 55 w 62"/>
                <a:gd name="T3" fmla="*/ 87 h 87"/>
                <a:gd name="T4" fmla="*/ 0 w 62"/>
                <a:gd name="T5" fmla="*/ 0 h 87"/>
              </a:gdLst>
              <a:ahLst/>
              <a:cxnLst>
                <a:cxn ang="0">
                  <a:pos x="T0" y="T1"/>
                </a:cxn>
                <a:cxn ang="0">
                  <a:pos x="T2" y="T3"/>
                </a:cxn>
                <a:cxn ang="0">
                  <a:pos x="T4" y="T5"/>
                </a:cxn>
              </a:cxnLst>
              <a:rect l="0" t="0" r="r" b="b"/>
              <a:pathLst>
                <a:path w="62" h="87">
                  <a:moveTo>
                    <a:pt x="0" y="0"/>
                  </a:moveTo>
                  <a:cubicBezTo>
                    <a:pt x="3" y="44"/>
                    <a:pt x="51" y="75"/>
                    <a:pt x="55" y="87"/>
                  </a:cubicBezTo>
                  <a:cubicBezTo>
                    <a:pt x="62" y="39"/>
                    <a:pt x="30" y="1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3" name="觅知网-不倒翁ID:189359941"/>
            <p:cNvSpPr/>
            <p:nvPr/>
          </p:nvSpPr>
          <p:spPr bwMode="auto">
            <a:xfrm>
              <a:off x="5165560" y="14115706"/>
              <a:ext cx="1020363" cy="478944"/>
            </a:xfrm>
            <a:custGeom>
              <a:avLst/>
              <a:gdLst>
                <a:gd name="T0" fmla="*/ 136 w 136"/>
                <a:gd name="T1" fmla="*/ 37 h 64"/>
                <a:gd name="T2" fmla="*/ 0 w 136"/>
                <a:gd name="T3" fmla="*/ 19 h 64"/>
                <a:gd name="T4" fmla="*/ 136 w 136"/>
                <a:gd name="T5" fmla="*/ 37 h 64"/>
              </a:gdLst>
              <a:ahLst/>
              <a:cxnLst>
                <a:cxn ang="0">
                  <a:pos x="T0" y="T1"/>
                </a:cxn>
                <a:cxn ang="0">
                  <a:pos x="T2" y="T3"/>
                </a:cxn>
                <a:cxn ang="0">
                  <a:pos x="T4" y="T5"/>
                </a:cxn>
              </a:cxnLst>
              <a:rect l="0" t="0" r="r" b="b"/>
              <a:pathLst>
                <a:path w="136" h="64">
                  <a:moveTo>
                    <a:pt x="136" y="37"/>
                  </a:moveTo>
                  <a:cubicBezTo>
                    <a:pt x="67" y="64"/>
                    <a:pt x="31" y="27"/>
                    <a:pt x="0" y="19"/>
                  </a:cubicBezTo>
                  <a:cubicBezTo>
                    <a:pt x="66" y="0"/>
                    <a:pt x="86" y="35"/>
                    <a:pt x="136"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4" name="觅知网-不倒翁ID:189359941"/>
            <p:cNvSpPr/>
            <p:nvPr/>
          </p:nvSpPr>
          <p:spPr bwMode="auto">
            <a:xfrm>
              <a:off x="5665329" y="14039351"/>
              <a:ext cx="1013420" cy="472001"/>
            </a:xfrm>
            <a:custGeom>
              <a:avLst/>
              <a:gdLst>
                <a:gd name="T0" fmla="*/ 136 w 136"/>
                <a:gd name="T1" fmla="*/ 28 h 63"/>
                <a:gd name="T2" fmla="*/ 0 w 136"/>
                <a:gd name="T3" fmla="*/ 24 h 63"/>
                <a:gd name="T4" fmla="*/ 136 w 136"/>
                <a:gd name="T5" fmla="*/ 28 h 63"/>
              </a:gdLst>
              <a:ahLst/>
              <a:cxnLst>
                <a:cxn ang="0">
                  <a:pos x="T0" y="T1"/>
                </a:cxn>
                <a:cxn ang="0">
                  <a:pos x="T2" y="T3"/>
                </a:cxn>
                <a:cxn ang="0">
                  <a:pos x="T4" y="T5"/>
                </a:cxn>
              </a:cxnLst>
              <a:rect l="0" t="0" r="r" b="b"/>
              <a:pathLst>
                <a:path w="136" h="63">
                  <a:moveTo>
                    <a:pt x="136" y="28"/>
                  </a:moveTo>
                  <a:cubicBezTo>
                    <a:pt x="68" y="63"/>
                    <a:pt x="30" y="28"/>
                    <a:pt x="0" y="24"/>
                  </a:cubicBezTo>
                  <a:cubicBezTo>
                    <a:pt x="63" y="0"/>
                    <a:pt x="87" y="31"/>
                    <a:pt x="136"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5" name="觅知网-不倒翁ID:189359941"/>
            <p:cNvSpPr/>
            <p:nvPr/>
          </p:nvSpPr>
          <p:spPr bwMode="auto">
            <a:xfrm>
              <a:off x="6165098" y="13893587"/>
              <a:ext cx="999538" cy="478944"/>
            </a:xfrm>
            <a:custGeom>
              <a:avLst/>
              <a:gdLst>
                <a:gd name="T0" fmla="*/ 134 w 134"/>
                <a:gd name="T1" fmla="*/ 19 h 64"/>
                <a:gd name="T2" fmla="*/ 0 w 134"/>
                <a:gd name="T3" fmla="*/ 32 h 64"/>
                <a:gd name="T4" fmla="*/ 134 w 134"/>
                <a:gd name="T5" fmla="*/ 19 h 64"/>
              </a:gdLst>
              <a:ahLst/>
              <a:cxnLst>
                <a:cxn ang="0">
                  <a:pos x="T0" y="T1"/>
                </a:cxn>
                <a:cxn ang="0">
                  <a:pos x="T2" y="T3"/>
                </a:cxn>
                <a:cxn ang="0">
                  <a:pos x="T4" y="T5"/>
                </a:cxn>
              </a:cxnLst>
              <a:rect l="0" t="0" r="r" b="b"/>
              <a:pathLst>
                <a:path w="134" h="64">
                  <a:moveTo>
                    <a:pt x="134" y="19"/>
                  </a:moveTo>
                  <a:cubicBezTo>
                    <a:pt x="74" y="64"/>
                    <a:pt x="28" y="33"/>
                    <a:pt x="0" y="32"/>
                  </a:cubicBezTo>
                  <a:cubicBezTo>
                    <a:pt x="64" y="0"/>
                    <a:pt x="86" y="30"/>
                    <a:pt x="134"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6" name="觅知网-不倒翁ID:189359941"/>
            <p:cNvSpPr/>
            <p:nvPr/>
          </p:nvSpPr>
          <p:spPr bwMode="auto">
            <a:xfrm>
              <a:off x="6644047" y="13692288"/>
              <a:ext cx="971775" cy="444238"/>
            </a:xfrm>
            <a:custGeom>
              <a:avLst/>
              <a:gdLst>
                <a:gd name="T0" fmla="*/ 130 w 130"/>
                <a:gd name="T1" fmla="*/ 7 h 60"/>
                <a:gd name="T2" fmla="*/ 0 w 130"/>
                <a:gd name="T3" fmla="*/ 39 h 60"/>
                <a:gd name="T4" fmla="*/ 130 w 130"/>
                <a:gd name="T5" fmla="*/ 7 h 60"/>
              </a:gdLst>
              <a:ahLst/>
              <a:cxnLst>
                <a:cxn ang="0">
                  <a:pos x="T0" y="T1"/>
                </a:cxn>
                <a:cxn ang="0">
                  <a:pos x="T2" y="T3"/>
                </a:cxn>
                <a:cxn ang="0">
                  <a:pos x="T4" y="T5"/>
                </a:cxn>
              </a:cxnLst>
              <a:rect l="0" t="0" r="r" b="b"/>
              <a:pathLst>
                <a:path w="130" h="60">
                  <a:moveTo>
                    <a:pt x="130" y="7"/>
                  </a:moveTo>
                  <a:cubicBezTo>
                    <a:pt x="77" y="60"/>
                    <a:pt x="24" y="36"/>
                    <a:pt x="0" y="39"/>
                  </a:cubicBezTo>
                  <a:cubicBezTo>
                    <a:pt x="54" y="0"/>
                    <a:pt x="91" y="22"/>
                    <a:pt x="13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7" name="觅知网-不倒翁ID:189359941"/>
            <p:cNvSpPr/>
            <p:nvPr/>
          </p:nvSpPr>
          <p:spPr bwMode="auto">
            <a:xfrm>
              <a:off x="7102167" y="13372994"/>
              <a:ext cx="902358" cy="423418"/>
            </a:xfrm>
            <a:custGeom>
              <a:avLst/>
              <a:gdLst>
                <a:gd name="T0" fmla="*/ 121 w 121"/>
                <a:gd name="T1" fmla="*/ 1 h 57"/>
                <a:gd name="T2" fmla="*/ 0 w 121"/>
                <a:gd name="T3" fmla="*/ 52 h 57"/>
                <a:gd name="T4" fmla="*/ 121 w 121"/>
                <a:gd name="T5" fmla="*/ 1 h 57"/>
              </a:gdLst>
              <a:ahLst/>
              <a:cxnLst>
                <a:cxn ang="0">
                  <a:pos x="T0" y="T1"/>
                </a:cxn>
                <a:cxn ang="0">
                  <a:pos x="T2" y="T3"/>
                </a:cxn>
                <a:cxn ang="0">
                  <a:pos x="T4" y="T5"/>
                </a:cxn>
              </a:cxnLst>
              <a:rect l="0" t="0" r="r" b="b"/>
              <a:pathLst>
                <a:path w="121" h="57">
                  <a:moveTo>
                    <a:pt x="121" y="1"/>
                  </a:moveTo>
                  <a:cubicBezTo>
                    <a:pt x="84" y="57"/>
                    <a:pt x="23" y="47"/>
                    <a:pt x="0" y="52"/>
                  </a:cubicBezTo>
                  <a:cubicBezTo>
                    <a:pt x="61" y="0"/>
                    <a:pt x="81" y="25"/>
                    <a:pt x="12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8" name="觅知网-不倒翁ID:189359941"/>
            <p:cNvSpPr/>
            <p:nvPr/>
          </p:nvSpPr>
          <p:spPr bwMode="auto">
            <a:xfrm>
              <a:off x="7511699" y="12956519"/>
              <a:ext cx="805183" cy="506712"/>
            </a:xfrm>
            <a:custGeom>
              <a:avLst/>
              <a:gdLst>
                <a:gd name="T0" fmla="*/ 108 w 108"/>
                <a:gd name="T1" fmla="*/ 0 h 68"/>
                <a:gd name="T2" fmla="*/ 0 w 108"/>
                <a:gd name="T3" fmla="*/ 68 h 68"/>
                <a:gd name="T4" fmla="*/ 108 w 108"/>
                <a:gd name="T5" fmla="*/ 0 h 68"/>
              </a:gdLst>
              <a:ahLst/>
              <a:cxnLst>
                <a:cxn ang="0">
                  <a:pos x="T0" y="T1"/>
                </a:cxn>
                <a:cxn ang="0">
                  <a:pos x="T2" y="T3"/>
                </a:cxn>
                <a:cxn ang="0">
                  <a:pos x="T4" y="T5"/>
                </a:cxn>
              </a:cxnLst>
              <a:rect l="0" t="0" r="r" b="b"/>
              <a:pathLst>
                <a:path w="108" h="68">
                  <a:moveTo>
                    <a:pt x="108" y="0"/>
                  </a:moveTo>
                  <a:cubicBezTo>
                    <a:pt x="79" y="64"/>
                    <a:pt x="21" y="60"/>
                    <a:pt x="0" y="68"/>
                  </a:cubicBezTo>
                  <a:cubicBezTo>
                    <a:pt x="50" y="8"/>
                    <a:pt x="73" y="28"/>
                    <a:pt x="10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9" name="觅知网-不倒翁ID:189359941"/>
            <p:cNvSpPr/>
            <p:nvPr/>
          </p:nvSpPr>
          <p:spPr bwMode="auto">
            <a:xfrm>
              <a:off x="7858762" y="12484517"/>
              <a:ext cx="701068" cy="617769"/>
            </a:xfrm>
            <a:custGeom>
              <a:avLst/>
              <a:gdLst>
                <a:gd name="T0" fmla="*/ 94 w 94"/>
                <a:gd name="T1" fmla="*/ 0 h 83"/>
                <a:gd name="T2" fmla="*/ 0 w 94"/>
                <a:gd name="T3" fmla="*/ 83 h 83"/>
                <a:gd name="T4" fmla="*/ 94 w 94"/>
                <a:gd name="T5" fmla="*/ 0 h 83"/>
              </a:gdLst>
              <a:ahLst/>
              <a:cxnLst>
                <a:cxn ang="0">
                  <a:pos x="T0" y="T1"/>
                </a:cxn>
                <a:cxn ang="0">
                  <a:pos x="T2" y="T3"/>
                </a:cxn>
                <a:cxn ang="0">
                  <a:pos x="T4" y="T5"/>
                </a:cxn>
              </a:cxnLst>
              <a:rect l="0" t="0" r="r" b="b"/>
              <a:pathLst>
                <a:path w="94" h="83">
                  <a:moveTo>
                    <a:pt x="94" y="0"/>
                  </a:moveTo>
                  <a:cubicBezTo>
                    <a:pt x="74" y="67"/>
                    <a:pt x="11" y="75"/>
                    <a:pt x="0" y="83"/>
                  </a:cubicBezTo>
                  <a:cubicBezTo>
                    <a:pt x="28" y="24"/>
                    <a:pt x="66" y="28"/>
                    <a:pt x="9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0" name="觅知网-不倒翁ID:189359941"/>
            <p:cNvSpPr/>
            <p:nvPr/>
          </p:nvSpPr>
          <p:spPr bwMode="auto">
            <a:xfrm>
              <a:off x="8136407" y="11991691"/>
              <a:ext cx="590006" cy="694121"/>
            </a:xfrm>
            <a:custGeom>
              <a:avLst/>
              <a:gdLst>
                <a:gd name="T0" fmla="*/ 79 w 79"/>
                <a:gd name="T1" fmla="*/ 0 h 93"/>
                <a:gd name="T2" fmla="*/ 0 w 79"/>
                <a:gd name="T3" fmla="*/ 93 h 93"/>
                <a:gd name="T4" fmla="*/ 79 w 79"/>
                <a:gd name="T5" fmla="*/ 0 h 93"/>
              </a:gdLst>
              <a:ahLst/>
              <a:cxnLst>
                <a:cxn ang="0">
                  <a:pos x="T0" y="T1"/>
                </a:cxn>
                <a:cxn ang="0">
                  <a:pos x="T2" y="T3"/>
                </a:cxn>
                <a:cxn ang="0">
                  <a:pos x="T4" y="T5"/>
                </a:cxn>
              </a:cxnLst>
              <a:rect l="0" t="0" r="r" b="b"/>
              <a:pathLst>
                <a:path w="79" h="93">
                  <a:moveTo>
                    <a:pt x="79" y="0"/>
                  </a:moveTo>
                  <a:cubicBezTo>
                    <a:pt x="71" y="67"/>
                    <a:pt x="11" y="82"/>
                    <a:pt x="0" y="93"/>
                  </a:cubicBezTo>
                  <a:cubicBezTo>
                    <a:pt x="20" y="30"/>
                    <a:pt x="57" y="29"/>
                    <a:pt x="7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1" name="觅知网-不倒翁ID:189359941"/>
            <p:cNvSpPr/>
            <p:nvPr/>
          </p:nvSpPr>
          <p:spPr bwMode="auto">
            <a:xfrm>
              <a:off x="8344645" y="11484984"/>
              <a:ext cx="499769" cy="742713"/>
            </a:xfrm>
            <a:custGeom>
              <a:avLst/>
              <a:gdLst>
                <a:gd name="T0" fmla="*/ 64 w 67"/>
                <a:gd name="T1" fmla="*/ 0 h 100"/>
                <a:gd name="T2" fmla="*/ 0 w 67"/>
                <a:gd name="T3" fmla="*/ 100 h 100"/>
                <a:gd name="T4" fmla="*/ 64 w 67"/>
                <a:gd name="T5" fmla="*/ 0 h 100"/>
              </a:gdLst>
              <a:ahLst/>
              <a:cxnLst>
                <a:cxn ang="0">
                  <a:pos x="T0" y="T1"/>
                </a:cxn>
                <a:cxn ang="0">
                  <a:pos x="T2" y="T3"/>
                </a:cxn>
                <a:cxn ang="0">
                  <a:pos x="T4" y="T5"/>
                </a:cxn>
              </a:cxnLst>
              <a:rect l="0" t="0" r="r" b="b"/>
              <a:pathLst>
                <a:path w="67" h="100">
                  <a:moveTo>
                    <a:pt x="64" y="0"/>
                  </a:moveTo>
                  <a:cubicBezTo>
                    <a:pt x="67" y="62"/>
                    <a:pt x="6" y="91"/>
                    <a:pt x="0" y="100"/>
                  </a:cubicBezTo>
                  <a:cubicBezTo>
                    <a:pt x="7" y="41"/>
                    <a:pt x="51" y="23"/>
                    <a:pt x="6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2" name="觅知网-不倒翁ID:189359941"/>
            <p:cNvSpPr/>
            <p:nvPr/>
          </p:nvSpPr>
          <p:spPr bwMode="auto">
            <a:xfrm>
              <a:off x="8469588" y="10978276"/>
              <a:ext cx="451181" cy="777419"/>
            </a:xfrm>
            <a:custGeom>
              <a:avLst/>
              <a:gdLst>
                <a:gd name="T0" fmla="*/ 52 w 60"/>
                <a:gd name="T1" fmla="*/ 0 h 104"/>
                <a:gd name="T2" fmla="*/ 0 w 60"/>
                <a:gd name="T3" fmla="*/ 104 h 104"/>
                <a:gd name="T4" fmla="*/ 52 w 60"/>
                <a:gd name="T5" fmla="*/ 0 h 104"/>
              </a:gdLst>
              <a:ahLst/>
              <a:cxnLst>
                <a:cxn ang="0">
                  <a:pos x="T0" y="T1"/>
                </a:cxn>
                <a:cxn ang="0">
                  <a:pos x="T2" y="T3"/>
                </a:cxn>
                <a:cxn ang="0">
                  <a:pos x="T4" y="T5"/>
                </a:cxn>
              </a:cxnLst>
              <a:rect l="0" t="0" r="r" b="b"/>
              <a:pathLst>
                <a:path w="60" h="104">
                  <a:moveTo>
                    <a:pt x="52" y="0"/>
                  </a:moveTo>
                  <a:cubicBezTo>
                    <a:pt x="60" y="61"/>
                    <a:pt x="7" y="92"/>
                    <a:pt x="0" y="104"/>
                  </a:cubicBezTo>
                  <a:cubicBezTo>
                    <a:pt x="3" y="39"/>
                    <a:pt x="35" y="30"/>
                    <a:pt x="5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3" name="觅知网-不倒翁ID:189359941"/>
            <p:cNvSpPr/>
            <p:nvPr/>
          </p:nvSpPr>
          <p:spPr bwMode="auto">
            <a:xfrm>
              <a:off x="8490409" y="10464625"/>
              <a:ext cx="451181" cy="798244"/>
            </a:xfrm>
            <a:custGeom>
              <a:avLst/>
              <a:gdLst>
                <a:gd name="T0" fmla="*/ 45 w 60"/>
                <a:gd name="T1" fmla="*/ 0 h 107"/>
                <a:gd name="T2" fmla="*/ 6 w 60"/>
                <a:gd name="T3" fmla="*/ 107 h 107"/>
                <a:gd name="T4" fmla="*/ 45 w 60"/>
                <a:gd name="T5" fmla="*/ 0 h 107"/>
              </a:gdLst>
              <a:ahLst/>
              <a:cxnLst>
                <a:cxn ang="0">
                  <a:pos x="T0" y="T1"/>
                </a:cxn>
                <a:cxn ang="0">
                  <a:pos x="T2" y="T3"/>
                </a:cxn>
                <a:cxn ang="0">
                  <a:pos x="T4" y="T5"/>
                </a:cxn>
              </a:cxnLst>
              <a:rect l="0" t="0" r="r" b="b"/>
              <a:pathLst>
                <a:path w="60" h="107">
                  <a:moveTo>
                    <a:pt x="45" y="0"/>
                  </a:moveTo>
                  <a:cubicBezTo>
                    <a:pt x="60" y="59"/>
                    <a:pt x="10" y="98"/>
                    <a:pt x="6" y="107"/>
                  </a:cubicBezTo>
                  <a:cubicBezTo>
                    <a:pt x="0" y="50"/>
                    <a:pt x="31" y="28"/>
                    <a:pt x="4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4" name="觅知网-不倒翁ID:189359941"/>
            <p:cNvSpPr/>
            <p:nvPr/>
          </p:nvSpPr>
          <p:spPr bwMode="auto">
            <a:xfrm>
              <a:off x="8441821" y="9957913"/>
              <a:ext cx="465063" cy="812125"/>
            </a:xfrm>
            <a:custGeom>
              <a:avLst/>
              <a:gdLst>
                <a:gd name="T0" fmla="*/ 38 w 62"/>
                <a:gd name="T1" fmla="*/ 0 h 109"/>
                <a:gd name="T2" fmla="*/ 14 w 62"/>
                <a:gd name="T3" fmla="*/ 109 h 109"/>
                <a:gd name="T4" fmla="*/ 38 w 62"/>
                <a:gd name="T5" fmla="*/ 0 h 109"/>
              </a:gdLst>
              <a:ahLst/>
              <a:cxnLst>
                <a:cxn ang="0">
                  <a:pos x="T0" y="T1"/>
                </a:cxn>
                <a:cxn ang="0">
                  <a:pos x="T2" y="T3"/>
                </a:cxn>
                <a:cxn ang="0">
                  <a:pos x="T4" y="T5"/>
                </a:cxn>
              </a:cxnLst>
              <a:rect l="0" t="0" r="r" b="b"/>
              <a:pathLst>
                <a:path w="62" h="109">
                  <a:moveTo>
                    <a:pt x="38" y="0"/>
                  </a:moveTo>
                  <a:cubicBezTo>
                    <a:pt x="62" y="50"/>
                    <a:pt x="15" y="102"/>
                    <a:pt x="14" y="109"/>
                  </a:cubicBezTo>
                  <a:cubicBezTo>
                    <a:pt x="0" y="56"/>
                    <a:pt x="28" y="26"/>
                    <a:pt x="3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5" name="觅知网-不倒翁ID:189359941"/>
            <p:cNvSpPr/>
            <p:nvPr/>
          </p:nvSpPr>
          <p:spPr bwMode="auto">
            <a:xfrm>
              <a:off x="7358988" y="8451672"/>
              <a:ext cx="867656" cy="1478482"/>
            </a:xfrm>
            <a:custGeom>
              <a:avLst/>
              <a:gdLst>
                <a:gd name="T0" fmla="*/ 3 w 116"/>
                <a:gd name="T1" fmla="*/ 0 h 198"/>
                <a:gd name="T2" fmla="*/ 116 w 116"/>
                <a:gd name="T3" fmla="*/ 197 h 198"/>
                <a:gd name="T4" fmla="*/ 113 w 116"/>
                <a:gd name="T5" fmla="*/ 198 h 198"/>
                <a:gd name="T6" fmla="*/ 0 w 116"/>
                <a:gd name="T7" fmla="*/ 3 h 198"/>
                <a:gd name="T8" fmla="*/ 3 w 116"/>
                <a:gd name="T9" fmla="*/ 0 h 198"/>
              </a:gdLst>
              <a:ahLst/>
              <a:cxnLst>
                <a:cxn ang="0">
                  <a:pos x="T0" y="T1"/>
                </a:cxn>
                <a:cxn ang="0">
                  <a:pos x="T2" y="T3"/>
                </a:cxn>
                <a:cxn ang="0">
                  <a:pos x="T4" y="T5"/>
                </a:cxn>
                <a:cxn ang="0">
                  <a:pos x="T6" y="T7"/>
                </a:cxn>
                <a:cxn ang="0">
                  <a:pos x="T8" y="T9"/>
                </a:cxn>
              </a:cxnLst>
              <a:rect l="0" t="0" r="r" b="b"/>
              <a:pathLst>
                <a:path w="116" h="198">
                  <a:moveTo>
                    <a:pt x="3" y="0"/>
                  </a:moveTo>
                  <a:cubicBezTo>
                    <a:pt x="47" y="46"/>
                    <a:pt x="92" y="118"/>
                    <a:pt x="116" y="197"/>
                  </a:cubicBezTo>
                  <a:cubicBezTo>
                    <a:pt x="113" y="198"/>
                    <a:pt x="113" y="198"/>
                    <a:pt x="113" y="198"/>
                  </a:cubicBezTo>
                  <a:cubicBezTo>
                    <a:pt x="89" y="120"/>
                    <a:pt x="44" y="48"/>
                    <a:pt x="0" y="3"/>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6" name="觅知网-不倒翁ID:189359941"/>
            <p:cNvSpPr/>
            <p:nvPr/>
          </p:nvSpPr>
          <p:spPr bwMode="auto">
            <a:xfrm>
              <a:off x="7560287" y="8410023"/>
              <a:ext cx="909306" cy="1735303"/>
            </a:xfrm>
            <a:custGeom>
              <a:avLst/>
              <a:gdLst>
                <a:gd name="T0" fmla="*/ 3 w 122"/>
                <a:gd name="T1" fmla="*/ 0 h 233"/>
                <a:gd name="T2" fmla="*/ 122 w 122"/>
                <a:gd name="T3" fmla="*/ 233 h 233"/>
                <a:gd name="T4" fmla="*/ 119 w 122"/>
                <a:gd name="T5" fmla="*/ 233 h 233"/>
                <a:gd name="T6" fmla="*/ 0 w 122"/>
                <a:gd name="T7" fmla="*/ 2 h 233"/>
                <a:gd name="T8" fmla="*/ 3 w 122"/>
                <a:gd name="T9" fmla="*/ 0 h 233"/>
              </a:gdLst>
              <a:ahLst/>
              <a:cxnLst>
                <a:cxn ang="0">
                  <a:pos x="T0" y="T1"/>
                </a:cxn>
                <a:cxn ang="0">
                  <a:pos x="T2" y="T3"/>
                </a:cxn>
                <a:cxn ang="0">
                  <a:pos x="T4" y="T5"/>
                </a:cxn>
                <a:cxn ang="0">
                  <a:pos x="T6" y="T7"/>
                </a:cxn>
                <a:cxn ang="0">
                  <a:pos x="T8" y="T9"/>
                </a:cxn>
              </a:cxnLst>
              <a:rect l="0" t="0" r="r" b="b"/>
              <a:pathLst>
                <a:path w="122" h="233">
                  <a:moveTo>
                    <a:pt x="3" y="0"/>
                  </a:moveTo>
                  <a:cubicBezTo>
                    <a:pt x="56" y="58"/>
                    <a:pt x="102" y="141"/>
                    <a:pt x="122" y="233"/>
                  </a:cubicBezTo>
                  <a:cubicBezTo>
                    <a:pt x="119" y="233"/>
                    <a:pt x="119" y="233"/>
                    <a:pt x="119" y="233"/>
                  </a:cubicBezTo>
                  <a:cubicBezTo>
                    <a:pt x="98" y="143"/>
                    <a:pt x="53" y="60"/>
                    <a:pt x="0" y="2"/>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7" name="觅知网-不倒翁ID:189359941"/>
            <p:cNvSpPr/>
            <p:nvPr/>
          </p:nvSpPr>
          <p:spPr bwMode="auto">
            <a:xfrm>
              <a:off x="7518642" y="8111548"/>
              <a:ext cx="1048131" cy="1721422"/>
            </a:xfrm>
            <a:custGeom>
              <a:avLst/>
              <a:gdLst>
                <a:gd name="T0" fmla="*/ 3 w 141"/>
                <a:gd name="T1" fmla="*/ 0 h 231"/>
                <a:gd name="T2" fmla="*/ 141 w 141"/>
                <a:gd name="T3" fmla="*/ 230 h 231"/>
                <a:gd name="T4" fmla="*/ 138 w 141"/>
                <a:gd name="T5" fmla="*/ 231 h 231"/>
                <a:gd name="T6" fmla="*/ 0 w 141"/>
                <a:gd name="T7" fmla="*/ 2 h 231"/>
                <a:gd name="T8" fmla="*/ 3 w 141"/>
                <a:gd name="T9" fmla="*/ 0 h 231"/>
              </a:gdLst>
              <a:ahLst/>
              <a:cxnLst>
                <a:cxn ang="0">
                  <a:pos x="T0" y="T1"/>
                </a:cxn>
                <a:cxn ang="0">
                  <a:pos x="T2" y="T3"/>
                </a:cxn>
                <a:cxn ang="0">
                  <a:pos x="T4" y="T5"/>
                </a:cxn>
                <a:cxn ang="0">
                  <a:pos x="T6" y="T7"/>
                </a:cxn>
                <a:cxn ang="0">
                  <a:pos x="T8" y="T9"/>
                </a:cxn>
              </a:cxnLst>
              <a:rect l="0" t="0" r="r" b="b"/>
              <a:pathLst>
                <a:path w="141" h="231">
                  <a:moveTo>
                    <a:pt x="3" y="0"/>
                  </a:moveTo>
                  <a:cubicBezTo>
                    <a:pt x="52" y="44"/>
                    <a:pt x="111" y="132"/>
                    <a:pt x="141" y="230"/>
                  </a:cubicBezTo>
                  <a:cubicBezTo>
                    <a:pt x="138" y="231"/>
                    <a:pt x="138" y="231"/>
                    <a:pt x="138" y="231"/>
                  </a:cubicBezTo>
                  <a:cubicBezTo>
                    <a:pt x="109" y="135"/>
                    <a:pt x="50" y="47"/>
                    <a:pt x="0" y="2"/>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8" name="觅知网-不倒翁ID:189359941"/>
            <p:cNvSpPr>
              <a:spLocks noChangeArrowheads="1"/>
            </p:cNvSpPr>
            <p:nvPr/>
          </p:nvSpPr>
          <p:spPr bwMode="auto">
            <a:xfrm>
              <a:off x="5056479" y="14633222"/>
              <a:ext cx="6943" cy="694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grpSp>
      <p:grpSp>
        <p:nvGrpSpPr>
          <p:cNvPr id="15" name="觅知网-不倒翁ID:189359941"/>
          <p:cNvGrpSpPr/>
          <p:nvPr>
            <p:custDataLst>
              <p:tags r:id="rId1"/>
            </p:custDataLst>
          </p:nvPr>
        </p:nvGrpSpPr>
        <p:grpSpPr>
          <a:xfrm>
            <a:off x="955163" y="647056"/>
            <a:ext cx="10294372" cy="6835208"/>
            <a:chOff x="1933880" y="1452820"/>
            <a:chExt cx="8655456" cy="5747008"/>
          </a:xfrm>
        </p:grpSpPr>
        <p:sp>
          <p:nvSpPr>
            <p:cNvPr id="13" name="觅知网-不倒翁ID:189359941"/>
            <p:cNvSpPr/>
            <p:nvPr/>
          </p:nvSpPr>
          <p:spPr>
            <a:xfrm rot="21314498">
              <a:off x="1933880" y="1453250"/>
              <a:ext cx="8410937" cy="5746578"/>
            </a:xfrm>
            <a:custGeom>
              <a:avLst/>
              <a:gdLst>
                <a:gd name="connsiteX0" fmla="*/ 8410936 w 8410937"/>
                <a:gd name="connsiteY0" fmla="*/ 0 h 5746578"/>
                <a:gd name="connsiteX1" fmla="*/ 8410937 w 8410937"/>
                <a:gd name="connsiteY1" fmla="*/ 5746578 h 5746578"/>
                <a:gd name="connsiteX2" fmla="*/ 0 w 8410937"/>
                <a:gd name="connsiteY2" fmla="*/ 5046446 h 5746578"/>
                <a:gd name="connsiteX3" fmla="*/ 0 w 8410937"/>
                <a:gd name="connsiteY3" fmla="*/ 0 h 5746578"/>
              </a:gdLst>
              <a:ahLst/>
              <a:cxnLst>
                <a:cxn ang="0">
                  <a:pos x="connsiteX0" y="connsiteY0"/>
                </a:cxn>
                <a:cxn ang="0">
                  <a:pos x="connsiteX1" y="connsiteY1"/>
                </a:cxn>
                <a:cxn ang="0">
                  <a:pos x="connsiteX2" y="connsiteY2"/>
                </a:cxn>
                <a:cxn ang="0">
                  <a:pos x="connsiteX3" y="connsiteY3"/>
                </a:cxn>
              </a:cxnLst>
              <a:rect l="l" t="t" r="r" b="b"/>
              <a:pathLst>
                <a:path w="8410937" h="5746578">
                  <a:moveTo>
                    <a:pt x="8410936" y="0"/>
                  </a:moveTo>
                  <a:lnTo>
                    <a:pt x="8410937" y="5746578"/>
                  </a:lnTo>
                  <a:lnTo>
                    <a:pt x="0" y="5046446"/>
                  </a:lnTo>
                  <a:lnTo>
                    <a:pt x="0" y="0"/>
                  </a:lnTo>
                  <a:close/>
                </a:path>
              </a:pathLst>
            </a:custGeom>
            <a:solidFill>
              <a:srgbClr val="344778"/>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思源黑体 CN Regular" panose="020B0500000000000000" charset="-122"/>
              </a:endParaRPr>
            </a:p>
          </p:txBody>
        </p:sp>
        <p:sp>
          <p:nvSpPr>
            <p:cNvPr id="14" name="觅知网-不倒翁ID:189359941"/>
            <p:cNvSpPr/>
            <p:nvPr/>
          </p:nvSpPr>
          <p:spPr>
            <a:xfrm>
              <a:off x="2178400" y="1452820"/>
              <a:ext cx="8410936" cy="5388246"/>
            </a:xfrm>
            <a:custGeom>
              <a:avLst/>
              <a:gdLst>
                <a:gd name="connsiteX0" fmla="*/ 0 w 8410936"/>
                <a:gd name="connsiteY0" fmla="*/ 0 h 5388246"/>
                <a:gd name="connsiteX1" fmla="*/ 8410936 w 8410936"/>
                <a:gd name="connsiteY1" fmla="*/ 0 h 5388246"/>
                <a:gd name="connsiteX2" fmla="*/ 8410936 w 8410936"/>
                <a:gd name="connsiteY2" fmla="*/ 5388246 h 5388246"/>
                <a:gd name="connsiteX3" fmla="*/ 0 w 8410936"/>
                <a:gd name="connsiteY3" fmla="*/ 5388246 h 5388246"/>
              </a:gdLst>
              <a:ahLst/>
              <a:cxnLst>
                <a:cxn ang="0">
                  <a:pos x="connsiteX0" y="connsiteY0"/>
                </a:cxn>
                <a:cxn ang="0">
                  <a:pos x="connsiteX1" y="connsiteY1"/>
                </a:cxn>
                <a:cxn ang="0">
                  <a:pos x="connsiteX2" y="connsiteY2"/>
                </a:cxn>
                <a:cxn ang="0">
                  <a:pos x="connsiteX3" y="connsiteY3"/>
                </a:cxn>
              </a:cxnLst>
              <a:rect l="l" t="t" r="r" b="b"/>
              <a:pathLst>
                <a:path w="8410936" h="5388246">
                  <a:moveTo>
                    <a:pt x="0" y="0"/>
                  </a:moveTo>
                  <a:lnTo>
                    <a:pt x="8410936" y="0"/>
                  </a:lnTo>
                  <a:lnTo>
                    <a:pt x="8410936" y="5388246"/>
                  </a:lnTo>
                  <a:lnTo>
                    <a:pt x="0" y="5388246"/>
                  </a:lnTo>
                  <a:close/>
                </a:path>
              </a:pathLst>
            </a:custGeom>
            <a:solidFill>
              <a:schemeClr val="bg1">
                <a:alpha val="93000"/>
              </a:schemeClr>
            </a:solidFill>
            <a:ln w="28575">
              <a:solidFill>
                <a:srgbClr val="344778"/>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思源黑体 CN Regular" panose="020B0500000000000000" charset="-122"/>
              </a:endParaRPr>
            </a:p>
          </p:txBody>
        </p:sp>
      </p:grpSp>
      <p:grpSp>
        <p:nvGrpSpPr>
          <p:cNvPr id="8" name="觅知网-不倒翁ID:189359941"/>
          <p:cNvGrpSpPr/>
          <p:nvPr>
            <p:custDataLst>
              <p:tags r:id="rId2"/>
            </p:custDataLst>
          </p:nvPr>
        </p:nvGrpSpPr>
        <p:grpSpPr>
          <a:xfrm>
            <a:off x="5227157" y="1844355"/>
            <a:ext cx="1728192" cy="605998"/>
            <a:chOff x="5231904" y="1742380"/>
            <a:chExt cx="1728192" cy="605998"/>
          </a:xfrm>
        </p:grpSpPr>
        <p:sp>
          <p:nvSpPr>
            <p:cNvPr id="9" name="觅知网-不倒翁ID:189359941"/>
            <p:cNvSpPr/>
            <p:nvPr/>
          </p:nvSpPr>
          <p:spPr>
            <a:xfrm>
              <a:off x="5231904" y="1742380"/>
              <a:ext cx="1728192" cy="5232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itchFamily="34" charset="-122"/>
                <a:ea typeface="微软雅黑" pitchFamily="34" charset="-122"/>
                <a:cs typeface="思源黑体 CN Regular" panose="020B0500000000000000" charset="-122"/>
              </a:endParaRPr>
            </a:p>
          </p:txBody>
        </p:sp>
        <p:sp>
          <p:nvSpPr>
            <p:cNvPr id="10" name="觅知网-不倒翁ID:189359941"/>
            <p:cNvSpPr/>
            <p:nvPr/>
          </p:nvSpPr>
          <p:spPr>
            <a:xfrm flipV="1">
              <a:off x="6041390" y="2254223"/>
              <a:ext cx="109220" cy="94155"/>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itchFamily="34" charset="-122"/>
                <a:ea typeface="微软雅黑" pitchFamily="34" charset="-122"/>
                <a:cs typeface="思源黑体 CN Regular" panose="020B0500000000000000" charset="-122"/>
              </a:endParaRPr>
            </a:p>
          </p:txBody>
        </p:sp>
      </p:grpSp>
      <p:sp>
        <p:nvSpPr>
          <p:cNvPr id="11" name="觅知网-不倒翁ID:189359941"/>
          <p:cNvSpPr txBox="1"/>
          <p:nvPr>
            <p:custDataLst>
              <p:tags r:id="rId3"/>
            </p:custDataLst>
          </p:nvPr>
        </p:nvSpPr>
        <p:spPr>
          <a:xfrm>
            <a:off x="2772021" y="2659883"/>
            <a:ext cx="6647974" cy="120032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7200" dirty="0">
                <a:solidFill>
                  <a:schemeClr val="accent1"/>
                </a:solidFill>
                <a:latin typeface="思源宋体 CN Heavy" panose="02020900000000000000" charset="-122"/>
                <a:ea typeface="思源宋体 CN Heavy" panose="02020900000000000000" charset="-122"/>
                <a:cs typeface="+mn-ea"/>
                <a:sym typeface="+mn-lt"/>
              </a:rPr>
              <a:t>仿真实验与结果</a:t>
            </a:r>
          </a:p>
        </p:txBody>
      </p:sp>
      <p:sp>
        <p:nvSpPr>
          <p:cNvPr id="12" name="觅知网-不倒翁ID:189359941"/>
          <p:cNvSpPr txBox="1"/>
          <p:nvPr/>
        </p:nvSpPr>
        <p:spPr>
          <a:xfrm>
            <a:off x="5383367" y="1880058"/>
            <a:ext cx="1415772" cy="46166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2400" dirty="0">
                <a:solidFill>
                  <a:schemeClr val="bg1"/>
                </a:solidFill>
                <a:latin typeface="+mj-ea"/>
                <a:ea typeface="+mj-ea"/>
                <a:cs typeface="思源黑体 CN Regular" panose="020B0500000000000000" charset="-122"/>
              </a:rPr>
              <a:t>第四部分</a:t>
            </a:r>
          </a:p>
        </p:txBody>
      </p:sp>
      <p:cxnSp>
        <p:nvCxnSpPr>
          <p:cNvPr id="18" name="觅知网-不倒翁ID:189359941"/>
          <p:cNvCxnSpPr/>
          <p:nvPr>
            <p:custDataLst>
              <p:tags r:id="rId4"/>
            </p:custDataLst>
          </p:nvPr>
        </p:nvCxnSpPr>
        <p:spPr>
          <a:xfrm>
            <a:off x="2964215" y="3911559"/>
            <a:ext cx="625407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 name="觅知网-不倒翁ID:189359941"/>
          <p:cNvSpPr/>
          <p:nvPr/>
        </p:nvSpPr>
        <p:spPr bwMode="auto">
          <a:xfrm>
            <a:off x="323" y="5511138"/>
            <a:ext cx="12191677" cy="1346862"/>
          </a:xfrm>
          <a:custGeom>
            <a:avLst/>
            <a:gdLst>
              <a:gd name="connsiteX0" fmla="*/ 12191677 w 12191677"/>
              <a:gd name="connsiteY0" fmla="*/ 0 h 1346862"/>
              <a:gd name="connsiteX1" fmla="*/ 12191677 w 12191677"/>
              <a:gd name="connsiteY1" fmla="*/ 1346862 h 1346862"/>
              <a:gd name="connsiteX2" fmla="*/ 0 w 12191677"/>
              <a:gd name="connsiteY2" fmla="*/ 1346862 h 1346862"/>
              <a:gd name="connsiteX3" fmla="*/ 0 w 12191677"/>
              <a:gd name="connsiteY3" fmla="*/ 42381 h 1346862"/>
              <a:gd name="connsiteX4" fmla="*/ 11935898 w 12191677"/>
              <a:gd name="connsiteY4" fmla="*/ 70915 h 13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1677" h="1346862">
                <a:moveTo>
                  <a:pt x="12191677" y="0"/>
                </a:moveTo>
                <a:lnTo>
                  <a:pt x="12191677" y="1346862"/>
                </a:lnTo>
                <a:lnTo>
                  <a:pt x="0" y="1346862"/>
                </a:lnTo>
                <a:lnTo>
                  <a:pt x="0" y="42381"/>
                </a:lnTo>
                <a:cubicBezTo>
                  <a:pt x="3090122" y="758737"/>
                  <a:pt x="8949245" y="844902"/>
                  <a:pt x="11935898" y="70915"/>
                </a:cubicBezTo>
                <a:close/>
              </a:path>
            </a:pathLst>
          </a:custGeom>
          <a:solidFill>
            <a:srgbClr val="344778"/>
          </a:solidFill>
          <a:ln w="25400" cap="flat" cmpd="sng" algn="ctr">
            <a:noFill/>
            <a:prstDash val="solid"/>
          </a:ln>
          <a:effectLst/>
        </p:spPr>
        <p:txBody>
          <a:bodyPr wrap="square" rtlCol="0" anchor="ctr">
            <a:noAutofit/>
          </a:bodyPr>
          <a:lstStyle/>
          <a:p>
            <a:pPr marL="0" marR="0" lvl="0" indent="0" algn="ctr" defTabSz="866775" rtl="0" eaLnBrk="1" fontAlgn="base" latinLnBrk="0" hangingPunct="1">
              <a:lnSpc>
                <a:spcPct val="100000"/>
              </a:lnSpc>
              <a:spcBef>
                <a:spcPct val="0"/>
              </a:spcBef>
              <a:spcAft>
                <a:spcPct val="0"/>
              </a:spcAft>
              <a:buClrTx/>
              <a:buSzTx/>
              <a:buFontTx/>
              <a:buNone/>
              <a:defRPr/>
            </a:pPr>
            <a:endParaRPr kumimoji="0" lang="zh-CN" altLang="en-US" sz="1705"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nodeType="withEffect">
                                  <p:stCondLst>
                                    <p:cond delay="0"/>
                                  </p:stCondLst>
                                  <p:iterate type="lt">
                                    <p:tmPct val="10000"/>
                                  </p:iterate>
                                  <p:childTnLst>
                                    <p:set>
                                      <p:cBhvr>
                                        <p:cTn id="6" dur="1" fill="hold">
                                          <p:stCondLst>
                                            <p:cond delay="0"/>
                                          </p:stCondLst>
                                        </p:cTn>
                                        <p:tgtEl>
                                          <p:spTgt spid="15"/>
                                        </p:tgtEl>
                                        <p:attrNameLst>
                                          <p:attrName>style.visibility</p:attrName>
                                        </p:attrNameLst>
                                      </p:cBhvr>
                                      <p:to>
                                        <p:strVal val="visible"/>
                                      </p:to>
                                    </p:set>
                                    <p:anim to="" calcmode="lin" valueType="num">
                                      <p:cBhvr>
                                        <p:cTn id="7" dur="500" fill="hold">
                                          <p:stCondLst>
                                            <p:cond delay="0"/>
                                          </p:stCondLst>
                                        </p:cTn>
                                        <p:tgtEl>
                                          <p:spTgt spid="15"/>
                                        </p:tgtEl>
                                        <p:attrNameLst>
                                          <p:attrName>ppt_x</p:attrName>
                                        </p:attrNameLst>
                                      </p:cBhvr>
                                      <p:tavLst>
                                        <p:tav tm="0" fmla="$">
                                          <p:val>
                                            <p:strVal val="#ppt_x"/>
                                          </p:val>
                                        </p:tav>
                                        <p:tav tm="100000" fmla="$">
                                          <p:val>
                                            <p:strVal val="#ppt_x"/>
                                          </p:val>
                                        </p:tav>
                                      </p:tavLst>
                                    </p:anim>
                                    <p:anim to="" calcmode="lin" valueType="num">
                                      <p:cBhvr>
                                        <p:cTn id="8" dur="500" fill="hold">
                                          <p:stCondLst>
                                            <p:cond delay="0"/>
                                          </p:stCondLst>
                                        </p:cTn>
                                        <p:tgtEl>
                                          <p:spTgt spid="15"/>
                                        </p:tgtEl>
                                        <p:attrNameLst>
                                          <p:attrName>ppt_y</p:attrName>
                                        </p:attrNameLst>
                                      </p:cBhvr>
                                      <p:tavLst>
                                        <p:tav tm="0" fmla="$">
                                          <p:val>
                                            <p:strVal val="1+#ppt_h/2"/>
                                          </p:val>
                                        </p:tav>
                                        <p:tav tm="100000" fmla="$">
                                          <p:val>
                                            <p:strVal val="#ppt_y"/>
                                          </p:val>
                                        </p:tav>
                                      </p:tavLst>
                                    </p:anim>
                                  </p:childTnLst>
                                </p:cTn>
                              </p:par>
                              <p:par>
                                <p:cTn id="9" presetID="10" presetClass="entr" presetSubtype="0" decel="100000" fill="hold" nodeType="withEffect">
                                  <p:stCondLst>
                                    <p:cond delay="500"/>
                                  </p:stCondLst>
                                  <p:childTnLst>
                                    <p:set>
                                      <p:cBhvr>
                                        <p:cTn id="10" dur="1" fill="hold">
                                          <p:stCondLst>
                                            <p:cond delay="0"/>
                                          </p:stCondLst>
                                        </p:cTn>
                                        <p:tgtEl>
                                          <p:spTgt spid="8"/>
                                        </p:tgtEl>
                                        <p:attrNameLst>
                                          <p:attrName>style.visibility</p:attrName>
                                        </p:attrNameLst>
                                      </p:cBhvr>
                                      <p:to>
                                        <p:strVal val="visible"/>
                                      </p:to>
                                    </p:set>
                                    <p:anim to="" calcmode="lin" valueType="num">
                                      <p:cBhvr>
                                        <p:cTn id="11" dur="500" fill="hold">
                                          <p:stCondLst>
                                            <p:cond delay="0"/>
                                          </p:stCondLst>
                                        </p:cTn>
                                        <p:tgtEl>
                                          <p:spTgt spid="8"/>
                                        </p:tgtEl>
                                        <p:attrNameLst>
                                          <p:attrName>ppt_w</p:attrName>
                                        </p:attrNameLst>
                                      </p:cBhvr>
                                      <p:tavLst>
                                        <p:tav tm="0" fmla="$">
                                          <p:val>
                                            <p:fltVal val="0"/>
                                          </p:val>
                                        </p:tav>
                                        <p:tav tm="100000" fmla="$">
                                          <p:val>
                                            <p:strVal val="#ppt_w"/>
                                          </p:val>
                                        </p:tav>
                                      </p:tavLst>
                                    </p:anim>
                                    <p:anim to="" calcmode="lin" valueType="num">
                                      <p:cBhvr>
                                        <p:cTn id="12" dur="500" fill="hold">
                                          <p:stCondLst>
                                            <p:cond delay="0"/>
                                          </p:stCondLst>
                                        </p:cTn>
                                        <p:tgtEl>
                                          <p:spTgt spid="8"/>
                                        </p:tgtEl>
                                        <p:attrNameLst>
                                          <p:attrName>ppt_h</p:attrName>
                                        </p:attrNameLst>
                                      </p:cBhvr>
                                      <p:tavLst>
                                        <p:tav tm="0" fmla="$">
                                          <p:val>
                                            <p:fltVal val="0"/>
                                          </p:val>
                                        </p:tav>
                                        <p:tav tm="100000" fmla="$">
                                          <p:val>
                                            <p:strVal val="#ppt_h"/>
                                          </p:val>
                                        </p:tav>
                                      </p:tavLst>
                                    </p:anim>
                                    <p:anim from="0" to="1" calcmode="lin" valueType="num">
                                      <p:cBhvr>
                                        <p:cTn id="13" dur="500" fill="hold">
                                          <p:stCondLst>
                                            <p:cond delay="0"/>
                                          </p:stCondLst>
                                        </p:cTn>
                                        <p:tgtEl>
                                          <p:spTgt spid="8"/>
                                        </p:tgtEl>
                                        <p:attrNameLst>
                                          <p:attrName>style.opacity</p:attrName>
                                        </p:attrNameLst>
                                      </p:cBhvr>
                                    </p:anim>
                                  </p:childTnLst>
                                </p:cTn>
                              </p:par>
                              <p:par>
                                <p:cTn id="14" presetID="10" presetClass="entr" presetSubtype="0" fill="hold" grpId="0" nodeType="withEffect">
                                  <p:stCondLst>
                                    <p:cond delay="250"/>
                                  </p:stCondLst>
                                  <p:iterate type="lt">
                                    <p:tmPct val="10000"/>
                                  </p:iterate>
                                  <p:childTnLst>
                                    <p:set>
                                      <p:cBhvr>
                                        <p:cTn id="15" dur="1" fill="hold">
                                          <p:stCondLst>
                                            <p:cond delay="0"/>
                                          </p:stCondLst>
                                        </p:cTn>
                                        <p:tgtEl>
                                          <p:spTgt spid="11"/>
                                        </p:tgtEl>
                                        <p:attrNameLst>
                                          <p:attrName>style.visibility</p:attrName>
                                        </p:attrNameLst>
                                      </p:cBhvr>
                                      <p:to>
                                        <p:strVal val="visible"/>
                                      </p:to>
                                    </p:set>
                                    <p:anim to="" calcmode="lin" valueType="num">
                                      <p:cBhvr>
                                        <p:cTn id="16" dur="750" fill="hold">
                                          <p:stCondLst>
                                            <p:cond delay="0"/>
                                          </p:stCondLst>
                                        </p:cTn>
                                        <p:tgtEl>
                                          <p:spTgt spid="11"/>
                                        </p:tgtEl>
                                        <p:attrNameLst>
                                          <p:attrName>ppt_h</p:attrName>
                                        </p:attrNameLst>
                                      </p:cBhvr>
                                      <p:tavLst>
                                        <p:tav tm="0" fmla="(1+min((1.5/#ppt_h),(1.5/#ppt_w))*((1-$)^7))*#ppt_h">
                                          <p:val>
                                            <p:fltVal val="0"/>
                                          </p:val>
                                        </p:tav>
                                        <p:tav tm="100000" fmla="$">
                                          <p:val>
                                            <p:fltVal val="1"/>
                                          </p:val>
                                        </p:tav>
                                      </p:tavLst>
                                    </p:anim>
                                    <p:anim to="" calcmode="lin" valueType="num">
                                      <p:cBhvr>
                                        <p:cTn id="17" dur="750" fill="hold">
                                          <p:stCondLst>
                                            <p:cond delay="0"/>
                                          </p:stCondLst>
                                        </p:cTn>
                                        <p:tgtEl>
                                          <p:spTgt spid="11"/>
                                        </p:tgtEl>
                                        <p:attrNameLst>
                                          <p:attrName>ppt_w</p:attrName>
                                        </p:attrNameLst>
                                      </p:cBhvr>
                                      <p:tavLst>
                                        <p:tav tm="0" fmla="(1+min((1.5/#ppt_h),(1.5/#ppt_w))*((1-$)^7))*#ppt_w">
                                          <p:val>
                                            <p:fltVal val="0"/>
                                          </p:val>
                                        </p:tav>
                                        <p:tav tm="100000" fmla="(1+min((2/#ppt_h),(2/#ppt_w))*((1-$)^7))*#ppt_w">
                                          <p:val>
                                            <p:fltVal val="1"/>
                                          </p:val>
                                        </p:tav>
                                      </p:tavLst>
                                    </p:anim>
                                    <p:anim to="" calcmode="lin" valueType="num">
                                      <p:cBhvr>
                                        <p:cTn id="18" dur="400" fill="hold">
                                          <p:stCondLst>
                                            <p:cond delay="0"/>
                                          </p:stCondLst>
                                        </p:cTn>
                                        <p:tgtEl>
                                          <p:spTgt spid="11"/>
                                        </p:tgtEl>
                                        <p:attrNameLst>
                                          <p:attrName>style.opacity</p:attrName>
                                        </p:attrNameLst>
                                      </p:cBhvr>
                                      <p:tavLst>
                                        <p:tav tm="0" fmla="1-(1-$)">
                                          <p:val>
                                            <p:fltVal val="0"/>
                                          </p:val>
                                        </p:tav>
                                        <p:tav tm="100000" fmla="1-(1-$)">
                                          <p:val>
                                            <p:fltVal val="1"/>
                                          </p:val>
                                        </p:tav>
                                      </p:tavLst>
                                    </p:anim>
                                  </p:childTnLst>
                                </p:cTn>
                              </p:par>
                              <p:par>
                                <p:cTn id="19" presetID="0" presetClass="entr" presetSubtype="0" decel="100000" fill="hold" nodeType="withEffect">
                                  <p:stCondLst>
                                    <p:cond delay="750"/>
                                  </p:stCondLst>
                                  <p:childTnLst>
                                    <p:set>
                                      <p:cBhvr>
                                        <p:cTn id="20" dur="1" fill="hold">
                                          <p:stCondLst>
                                            <p:cond delay="0"/>
                                          </p:stCondLst>
                                        </p:cTn>
                                        <p:tgtEl>
                                          <p:spTgt spid="18"/>
                                        </p:tgtEl>
                                        <p:attrNameLst>
                                          <p:attrName>style.visibility</p:attrName>
                                        </p:attrNameLst>
                                      </p:cBhvr>
                                      <p:to>
                                        <p:strVal val="visible"/>
                                      </p:to>
                                    </p:set>
                                    <p:anim from="0" to="1" calcmode="lin" valueType="num">
                                      <p:cBhvr>
                                        <p:cTn id="21" dur="500" fill="hold">
                                          <p:stCondLst>
                                            <p:cond delay="0"/>
                                          </p:stCondLst>
                                        </p:cTn>
                                        <p:tgtEl>
                                          <p:spTgt spid="18"/>
                                        </p:tgtEl>
                                        <p:attrNameLst>
                                          <p:attrName>style.opacity</p:attrName>
                                        </p:attrNameLst>
                                      </p:cBhvr>
                                    </p:anim>
                                    <p:anim to="" calcmode="lin" valueType="num">
                                      <p:cBhvr>
                                        <p:cTn id="22" dur="500" fill="hold">
                                          <p:stCondLst>
                                            <p:cond delay="0"/>
                                          </p:stCondLst>
                                        </p:cTn>
                                        <p:tgtEl>
                                          <p:spTgt spid="18"/>
                                        </p:tgtEl>
                                        <p:attrNameLst>
                                          <p:attrName>ppt_y</p:attrName>
                                        </p:attrNameLst>
                                      </p:cBhvr>
                                      <p:tavLst>
                                        <p:tav tm="0" fmla="$">
                                          <p:val>
                                            <p:strVal val="#ppt_y-.05"/>
                                          </p:val>
                                        </p:tav>
                                        <p:tav tm="100000" fmla="$">
                                          <p:val>
                                            <p:strVal val="#ppt_y"/>
                                          </p:val>
                                        </p:tav>
                                      </p:tavLst>
                                    </p:anim>
                                  </p:childTnLst>
                                </p:cTn>
                              </p:par>
                              <p:par>
                                <p:cTn id="23" presetID="10" presetClass="entr" presetSubtype="0" decel="100000" fill="hold" grpId="0" nodeType="withEffect">
                                  <p:stCondLst>
                                    <p:cond delay="500"/>
                                  </p:stCondLst>
                                  <p:childTnLst>
                                    <p:set>
                                      <p:cBhvr>
                                        <p:cTn id="24" dur="1" fill="hold">
                                          <p:stCondLst>
                                            <p:cond delay="0"/>
                                          </p:stCondLst>
                                        </p:cTn>
                                        <p:tgtEl>
                                          <p:spTgt spid="12"/>
                                        </p:tgtEl>
                                        <p:attrNameLst>
                                          <p:attrName>style.visibility</p:attrName>
                                        </p:attrNameLst>
                                      </p:cBhvr>
                                      <p:to>
                                        <p:strVal val="visible"/>
                                      </p:to>
                                    </p:set>
                                    <p:anim to="" calcmode="lin" valueType="num">
                                      <p:cBhvr>
                                        <p:cTn id="25" dur="500" fill="hold">
                                          <p:stCondLst>
                                            <p:cond delay="0"/>
                                          </p:stCondLst>
                                        </p:cTn>
                                        <p:tgtEl>
                                          <p:spTgt spid="12"/>
                                        </p:tgtEl>
                                        <p:attrNameLst>
                                          <p:attrName>ppt_w</p:attrName>
                                        </p:attrNameLst>
                                      </p:cBhvr>
                                      <p:tavLst>
                                        <p:tav tm="0" fmla="$">
                                          <p:val>
                                            <p:fltVal val="0"/>
                                          </p:val>
                                        </p:tav>
                                        <p:tav tm="100000" fmla="$">
                                          <p:val>
                                            <p:strVal val="#ppt_w"/>
                                          </p:val>
                                        </p:tav>
                                      </p:tavLst>
                                    </p:anim>
                                    <p:anim to="" calcmode="lin" valueType="num">
                                      <p:cBhvr>
                                        <p:cTn id="26" dur="500" fill="hold">
                                          <p:stCondLst>
                                            <p:cond delay="0"/>
                                          </p:stCondLst>
                                        </p:cTn>
                                        <p:tgtEl>
                                          <p:spTgt spid="12"/>
                                        </p:tgtEl>
                                        <p:attrNameLst>
                                          <p:attrName>ppt_h</p:attrName>
                                        </p:attrNameLst>
                                      </p:cBhvr>
                                      <p:tavLst>
                                        <p:tav tm="0" fmla="$">
                                          <p:val>
                                            <p:fltVal val="0"/>
                                          </p:val>
                                        </p:tav>
                                        <p:tav tm="100000" fmla="$">
                                          <p:val>
                                            <p:strVal val="#ppt_h"/>
                                          </p:val>
                                        </p:tav>
                                      </p:tavLst>
                                    </p:anim>
                                    <p:anim from="0" to="1" calcmode="lin" valueType="num">
                                      <p:cBhvr>
                                        <p:cTn id="27" dur="500" fill="hold">
                                          <p:stCondLst>
                                            <p:cond delay="0"/>
                                          </p:stCondLst>
                                        </p:cTn>
                                        <p:tgtEl>
                                          <p:spTgt spid="12"/>
                                        </p:tgtEl>
                                        <p:attrNameLst>
                                          <p:attrName>style.opacity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觅知网-不倒翁ID:189359941"/>
          <p:cNvSpPr txBox="1"/>
          <p:nvPr>
            <p:custDataLst>
              <p:tags r:id="rId1"/>
            </p:custDataLst>
          </p:nvPr>
        </p:nvSpPr>
        <p:spPr>
          <a:xfrm>
            <a:off x="557987" y="554591"/>
            <a:ext cx="4600135" cy="584775"/>
          </a:xfrm>
          <a:prstGeom prst="rect">
            <a:avLst/>
          </a:prstGeom>
          <a:noFill/>
        </p:spPr>
        <p:txBody>
          <a:bodyPr wrap="square" rtlCol="0">
            <a:spAutoFit/>
          </a:bodyPr>
          <a:lstStyle/>
          <a:p>
            <a:r>
              <a:rPr lang="zh-CN" altLang="en-US" sz="3200" dirty="0">
                <a:solidFill>
                  <a:schemeClr val="accent1"/>
                </a:solidFill>
                <a:latin typeface="+mj-ea"/>
                <a:ea typeface="+mj-ea"/>
                <a:cs typeface="思源黑体 CN Regular" panose="020B0500000000000000" charset="-122"/>
              </a:rPr>
              <a:t>实验环境设置</a:t>
            </a:r>
          </a:p>
        </p:txBody>
      </p:sp>
      <p:sp>
        <p:nvSpPr>
          <p:cNvPr id="19" name="觅知网-不倒翁ID:189359941"/>
          <p:cNvSpPr/>
          <p:nvPr/>
        </p:nvSpPr>
        <p:spPr>
          <a:xfrm>
            <a:off x="672917" y="1144775"/>
            <a:ext cx="1754511" cy="119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itchFamily="34" charset="-122"/>
              <a:ea typeface="微软雅黑" pitchFamily="34" charset="-122"/>
              <a:cs typeface="思源黑体 CN Regular" panose="020B0500000000000000" charset="-122"/>
            </a:endParaRPr>
          </a:p>
        </p:txBody>
      </p:sp>
      <p:cxnSp>
        <p:nvCxnSpPr>
          <p:cNvPr id="20" name="觅知网-不倒翁ID:189359941"/>
          <p:cNvCxnSpPr/>
          <p:nvPr/>
        </p:nvCxnSpPr>
        <p:spPr>
          <a:xfrm>
            <a:off x="2427425" y="1201832"/>
            <a:ext cx="9058800"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觅知网-不倒翁ID:189359941"/>
          <p:cNvSpPr>
            <a:spLocks noChangeAspect="1"/>
          </p:cNvSpPr>
          <p:nvPr/>
        </p:nvSpPr>
        <p:spPr bwMode="auto">
          <a:xfrm>
            <a:off x="9920304" y="692655"/>
            <a:ext cx="404625" cy="255675"/>
          </a:xfrm>
          <a:custGeom>
            <a:avLst/>
            <a:gdLst>
              <a:gd name="connsiteX0" fmla="*/ 104550 w 604718"/>
              <a:gd name="connsiteY0" fmla="*/ 208330 h 382112"/>
              <a:gd name="connsiteX1" fmla="*/ 156180 w 604718"/>
              <a:gd name="connsiteY1" fmla="*/ 208330 h 382112"/>
              <a:gd name="connsiteX2" fmla="*/ 261642 w 604718"/>
              <a:gd name="connsiteY2" fmla="*/ 248878 h 382112"/>
              <a:gd name="connsiteX3" fmla="*/ 298947 w 604718"/>
              <a:gd name="connsiteY3" fmla="*/ 255007 h 382112"/>
              <a:gd name="connsiteX4" fmla="*/ 340187 w 604718"/>
              <a:gd name="connsiteY4" fmla="*/ 247621 h 382112"/>
              <a:gd name="connsiteX5" fmla="*/ 433687 w 604718"/>
              <a:gd name="connsiteY5" fmla="*/ 208330 h 382112"/>
              <a:gd name="connsiteX6" fmla="*/ 490825 w 604718"/>
              <a:gd name="connsiteY6" fmla="*/ 208330 h 382112"/>
              <a:gd name="connsiteX7" fmla="*/ 490825 w 604718"/>
              <a:gd name="connsiteY7" fmla="*/ 271509 h 382112"/>
              <a:gd name="connsiteX8" fmla="*/ 458400 w 604718"/>
              <a:gd name="connsiteY8" fmla="*/ 320701 h 382112"/>
              <a:gd name="connsiteX9" fmla="*/ 329326 w 604718"/>
              <a:gd name="connsiteY9" fmla="*/ 376337 h 382112"/>
              <a:gd name="connsiteX10" fmla="*/ 264632 w 604718"/>
              <a:gd name="connsiteY10" fmla="*/ 376337 h 382112"/>
              <a:gd name="connsiteX11" fmla="*/ 136819 w 604718"/>
              <a:gd name="connsiteY11" fmla="*/ 320701 h 382112"/>
              <a:gd name="connsiteX12" fmla="*/ 104550 w 604718"/>
              <a:gd name="connsiteY12" fmla="*/ 271509 h 382112"/>
              <a:gd name="connsiteX13" fmla="*/ 300973 w 604718"/>
              <a:gd name="connsiteY13" fmla="*/ 5 h 382112"/>
              <a:gd name="connsiteX14" fmla="*/ 334162 w 604718"/>
              <a:gd name="connsiteY14" fmla="*/ 4701 h 382112"/>
              <a:gd name="connsiteX15" fmla="*/ 581267 w 604718"/>
              <a:gd name="connsiteY15" fmla="*/ 92552 h 382112"/>
              <a:gd name="connsiteX16" fmla="*/ 588822 w 604718"/>
              <a:gd name="connsiteY16" fmla="*/ 114398 h 382112"/>
              <a:gd name="connsiteX17" fmla="*/ 589136 w 604718"/>
              <a:gd name="connsiteY17" fmla="*/ 114398 h 382112"/>
              <a:gd name="connsiteX18" fmla="*/ 589136 w 604718"/>
              <a:gd name="connsiteY18" fmla="*/ 270771 h 382112"/>
              <a:gd name="connsiteX19" fmla="*/ 604718 w 604718"/>
              <a:gd name="connsiteY19" fmla="*/ 321376 h 382112"/>
              <a:gd name="connsiteX20" fmla="*/ 561278 w 604718"/>
              <a:gd name="connsiteY20" fmla="*/ 321376 h 382112"/>
              <a:gd name="connsiteX21" fmla="*/ 576388 w 604718"/>
              <a:gd name="connsiteY21" fmla="*/ 271242 h 382112"/>
              <a:gd name="connsiteX22" fmla="*/ 576388 w 604718"/>
              <a:gd name="connsiteY22" fmla="*/ 120370 h 382112"/>
              <a:gd name="connsiteX23" fmla="*/ 333376 w 604718"/>
              <a:gd name="connsiteY23" fmla="*/ 222680 h 382112"/>
              <a:gd name="connsiteX24" fmla="*/ 268058 w 604718"/>
              <a:gd name="connsiteY24" fmla="*/ 223780 h 382112"/>
              <a:gd name="connsiteX25" fmla="*/ 13556 w 604718"/>
              <a:gd name="connsiteY25" fmla="*/ 125870 h 382112"/>
              <a:gd name="connsiteX26" fmla="*/ 13714 w 604718"/>
              <a:gd name="connsiteY26" fmla="*/ 100882 h 382112"/>
              <a:gd name="connsiteX27" fmla="*/ 267901 w 604718"/>
              <a:gd name="connsiteY27" fmla="*/ 5329 h 382112"/>
              <a:gd name="connsiteX28" fmla="*/ 300973 w 604718"/>
              <a:gd name="connsiteY28" fmla="*/ 5 h 38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4718" h="382112">
                <a:moveTo>
                  <a:pt x="104550" y="208330"/>
                </a:moveTo>
                <a:lnTo>
                  <a:pt x="156180" y="208330"/>
                </a:lnTo>
                <a:lnTo>
                  <a:pt x="261642" y="248878"/>
                </a:lnTo>
                <a:cubicBezTo>
                  <a:pt x="274864" y="253907"/>
                  <a:pt x="289188" y="255007"/>
                  <a:pt x="298947" y="255007"/>
                </a:cubicBezTo>
                <a:cubicBezTo>
                  <a:pt x="314373" y="255007"/>
                  <a:pt x="329012" y="252493"/>
                  <a:pt x="340187" y="247621"/>
                </a:cubicBezTo>
                <a:lnTo>
                  <a:pt x="433687" y="208330"/>
                </a:lnTo>
                <a:lnTo>
                  <a:pt x="490825" y="208330"/>
                </a:lnTo>
                <a:lnTo>
                  <a:pt x="490825" y="271509"/>
                </a:lnTo>
                <a:cubicBezTo>
                  <a:pt x="490825" y="290998"/>
                  <a:pt x="476344" y="313000"/>
                  <a:pt x="458400" y="320701"/>
                </a:cubicBezTo>
                <a:lnTo>
                  <a:pt x="329326" y="376337"/>
                </a:lnTo>
                <a:cubicBezTo>
                  <a:pt x="311382" y="384038"/>
                  <a:pt x="282419" y="384038"/>
                  <a:pt x="264632" y="376337"/>
                </a:cubicBezTo>
                <a:lnTo>
                  <a:pt x="136819" y="320701"/>
                </a:lnTo>
                <a:cubicBezTo>
                  <a:pt x="119032" y="313000"/>
                  <a:pt x="104550" y="290998"/>
                  <a:pt x="104550" y="271509"/>
                </a:cubicBezTo>
                <a:close/>
                <a:moveTo>
                  <a:pt x="300973" y="5"/>
                </a:moveTo>
                <a:cubicBezTo>
                  <a:pt x="312954" y="-93"/>
                  <a:pt x="324955" y="1479"/>
                  <a:pt x="334162" y="4701"/>
                </a:cubicBezTo>
                <a:lnTo>
                  <a:pt x="581267" y="92552"/>
                </a:lnTo>
                <a:cubicBezTo>
                  <a:pt x="596849" y="98053"/>
                  <a:pt x="599210" y="107168"/>
                  <a:pt x="588822" y="114398"/>
                </a:cubicBezTo>
                <a:lnTo>
                  <a:pt x="589136" y="114398"/>
                </a:lnTo>
                <a:lnTo>
                  <a:pt x="589136" y="270771"/>
                </a:lnTo>
                <a:lnTo>
                  <a:pt x="604718" y="321376"/>
                </a:lnTo>
                <a:lnTo>
                  <a:pt x="561278" y="321376"/>
                </a:lnTo>
                <a:lnTo>
                  <a:pt x="576388" y="271242"/>
                </a:lnTo>
                <a:lnTo>
                  <a:pt x="576388" y="120370"/>
                </a:lnTo>
                <a:lnTo>
                  <a:pt x="333376" y="222680"/>
                </a:lnTo>
                <a:cubicBezTo>
                  <a:pt x="315433" y="230224"/>
                  <a:pt x="286158" y="230695"/>
                  <a:pt x="268058" y="223780"/>
                </a:cubicBezTo>
                <a:lnTo>
                  <a:pt x="13556" y="125870"/>
                </a:lnTo>
                <a:cubicBezTo>
                  <a:pt x="-4544" y="118798"/>
                  <a:pt x="-4544" y="107640"/>
                  <a:pt x="13714" y="100882"/>
                </a:cubicBezTo>
                <a:lnTo>
                  <a:pt x="267901" y="5329"/>
                </a:lnTo>
                <a:cubicBezTo>
                  <a:pt x="277030" y="1872"/>
                  <a:pt x="288991" y="104"/>
                  <a:pt x="300973" y="5"/>
                </a:cubicBezTo>
                <a:close/>
              </a:path>
            </a:pathLst>
          </a:custGeom>
          <a:solidFill>
            <a:schemeClr val="bg1"/>
          </a:solidFill>
          <a:ln>
            <a:noFill/>
          </a:ln>
        </p:spPr>
        <p:txBody>
          <a:bodyPr/>
          <a:lstStyle/>
          <a:p>
            <a:endParaRPr lang="zh-CN" altLang="en-US" dirty="0">
              <a:latin typeface="微软雅黑" pitchFamily="34" charset="-122"/>
              <a:ea typeface="微软雅黑" pitchFamily="34" charset="-122"/>
              <a:cs typeface="思源黑体 CN Regular" panose="020B0500000000000000" charset="-122"/>
            </a:endParaRPr>
          </a:p>
        </p:txBody>
      </p:sp>
      <p:sp>
        <p:nvSpPr>
          <p:cNvPr id="12" name="觅知网-不倒翁ID:189359941"/>
          <p:cNvSpPr/>
          <p:nvPr>
            <p:custDataLst>
              <p:tags r:id="rId2"/>
            </p:custDataLst>
          </p:nvPr>
        </p:nvSpPr>
        <p:spPr>
          <a:xfrm>
            <a:off x="1926591" y="4903212"/>
            <a:ext cx="268605" cy="287020"/>
          </a:xfrm>
          <a:custGeom>
            <a:avLst/>
            <a:gdLst/>
            <a:ahLst/>
            <a:cxnLst>
              <a:cxn ang="0">
                <a:pos x="wd2" y="hd2"/>
              </a:cxn>
              <a:cxn ang="5400000">
                <a:pos x="wd2" y="hd2"/>
              </a:cxn>
              <a:cxn ang="10800000">
                <a:pos x="wd2" y="hd2"/>
              </a:cxn>
              <a:cxn ang="16200000">
                <a:pos x="wd2" y="hd2"/>
              </a:cxn>
            </a:cxnLst>
            <a:rect l="0" t="0" r="r" b="b"/>
            <a:pathLst>
              <a:path w="21153" h="21260" extrusionOk="0">
                <a:moveTo>
                  <a:pt x="11752" y="11733"/>
                </a:moveTo>
                <a:lnTo>
                  <a:pt x="9401" y="11733"/>
                </a:lnTo>
                <a:lnTo>
                  <a:pt x="9401" y="5975"/>
                </a:lnTo>
                <a:lnTo>
                  <a:pt x="11752" y="5975"/>
                </a:lnTo>
                <a:cubicBezTo>
                  <a:pt x="11752" y="5975"/>
                  <a:pt x="11752" y="11733"/>
                  <a:pt x="11752" y="11733"/>
                </a:cubicBezTo>
                <a:close/>
                <a:moveTo>
                  <a:pt x="11752" y="15276"/>
                </a:moveTo>
                <a:lnTo>
                  <a:pt x="9401" y="15276"/>
                </a:lnTo>
                <a:lnTo>
                  <a:pt x="9401" y="12951"/>
                </a:lnTo>
                <a:lnTo>
                  <a:pt x="11752" y="12951"/>
                </a:lnTo>
                <a:cubicBezTo>
                  <a:pt x="11752" y="12951"/>
                  <a:pt x="11752" y="15276"/>
                  <a:pt x="11752" y="15276"/>
                </a:cubicBezTo>
                <a:close/>
                <a:moveTo>
                  <a:pt x="20789" y="13227"/>
                </a:moveTo>
                <a:lnTo>
                  <a:pt x="18761" y="11523"/>
                </a:lnTo>
                <a:cubicBezTo>
                  <a:pt x="18172" y="11029"/>
                  <a:pt x="18172" y="10223"/>
                  <a:pt x="18761" y="9729"/>
                </a:cubicBezTo>
                <a:lnTo>
                  <a:pt x="20789" y="8025"/>
                </a:lnTo>
                <a:cubicBezTo>
                  <a:pt x="21376" y="7532"/>
                  <a:pt x="21220" y="7072"/>
                  <a:pt x="20441" y="7001"/>
                </a:cubicBezTo>
                <a:lnTo>
                  <a:pt x="17751" y="6761"/>
                </a:lnTo>
                <a:cubicBezTo>
                  <a:pt x="16971" y="6692"/>
                  <a:pt x="16552" y="6061"/>
                  <a:pt x="16819" y="5360"/>
                </a:cubicBezTo>
                <a:lnTo>
                  <a:pt x="18247" y="1615"/>
                </a:lnTo>
                <a:cubicBezTo>
                  <a:pt x="18515" y="912"/>
                  <a:pt x="18188" y="656"/>
                  <a:pt x="17520" y="1047"/>
                </a:cubicBezTo>
                <a:lnTo>
                  <a:pt x="14346" y="2896"/>
                </a:lnTo>
                <a:cubicBezTo>
                  <a:pt x="13678" y="3285"/>
                  <a:pt x="12815" y="3072"/>
                  <a:pt x="12430" y="2423"/>
                </a:cubicBezTo>
                <a:lnTo>
                  <a:pt x="11279" y="489"/>
                </a:lnTo>
                <a:cubicBezTo>
                  <a:pt x="10893" y="-160"/>
                  <a:pt x="10255" y="-164"/>
                  <a:pt x="9860" y="481"/>
                </a:cubicBezTo>
                <a:lnTo>
                  <a:pt x="8793" y="2232"/>
                </a:lnTo>
                <a:cubicBezTo>
                  <a:pt x="8398" y="2877"/>
                  <a:pt x="7493" y="3153"/>
                  <a:pt x="6781" y="2844"/>
                </a:cubicBezTo>
                <a:lnTo>
                  <a:pt x="4900" y="2031"/>
                </a:lnTo>
                <a:cubicBezTo>
                  <a:pt x="4188" y="1723"/>
                  <a:pt x="3639" y="2080"/>
                  <a:pt x="3682" y="2825"/>
                </a:cubicBezTo>
                <a:lnTo>
                  <a:pt x="3784" y="4615"/>
                </a:lnTo>
                <a:cubicBezTo>
                  <a:pt x="3826" y="5360"/>
                  <a:pt x="3242" y="6128"/>
                  <a:pt x="2486" y="6320"/>
                </a:cubicBezTo>
                <a:lnTo>
                  <a:pt x="670" y="6780"/>
                </a:lnTo>
                <a:cubicBezTo>
                  <a:pt x="-85" y="6972"/>
                  <a:pt x="-224" y="7532"/>
                  <a:pt x="365" y="8025"/>
                </a:cubicBezTo>
                <a:lnTo>
                  <a:pt x="2394" y="9729"/>
                </a:lnTo>
                <a:cubicBezTo>
                  <a:pt x="2981" y="10223"/>
                  <a:pt x="2981" y="11029"/>
                  <a:pt x="2394" y="11523"/>
                </a:cubicBezTo>
                <a:lnTo>
                  <a:pt x="365" y="13225"/>
                </a:lnTo>
                <a:cubicBezTo>
                  <a:pt x="-224" y="13720"/>
                  <a:pt x="-68" y="14196"/>
                  <a:pt x="709" y="14285"/>
                </a:cubicBezTo>
                <a:lnTo>
                  <a:pt x="3171" y="14567"/>
                </a:lnTo>
                <a:cubicBezTo>
                  <a:pt x="3948" y="14656"/>
                  <a:pt x="4381" y="15309"/>
                  <a:pt x="4133" y="16017"/>
                </a:cubicBezTo>
                <a:lnTo>
                  <a:pt x="2869" y="19625"/>
                </a:lnTo>
                <a:cubicBezTo>
                  <a:pt x="2622" y="20333"/>
                  <a:pt x="2976" y="20609"/>
                  <a:pt x="3655" y="20240"/>
                </a:cubicBezTo>
                <a:lnTo>
                  <a:pt x="6549" y="18661"/>
                </a:lnTo>
                <a:cubicBezTo>
                  <a:pt x="7229" y="18291"/>
                  <a:pt x="8143" y="18495"/>
                  <a:pt x="8581" y="19113"/>
                </a:cubicBezTo>
                <a:lnTo>
                  <a:pt x="9782" y="20816"/>
                </a:lnTo>
                <a:cubicBezTo>
                  <a:pt x="10219" y="21436"/>
                  <a:pt x="10875" y="21403"/>
                  <a:pt x="11240" y="20741"/>
                </a:cubicBezTo>
                <a:lnTo>
                  <a:pt x="12297" y="18823"/>
                </a:lnTo>
                <a:cubicBezTo>
                  <a:pt x="12660" y="18160"/>
                  <a:pt x="13532" y="17891"/>
                  <a:pt x="14234" y="18221"/>
                </a:cubicBezTo>
                <a:lnTo>
                  <a:pt x="16272" y="19181"/>
                </a:lnTo>
                <a:cubicBezTo>
                  <a:pt x="16974" y="19511"/>
                  <a:pt x="17514" y="19172"/>
                  <a:pt x="17472" y="18427"/>
                </a:cubicBezTo>
                <a:lnTo>
                  <a:pt x="17370" y="16637"/>
                </a:lnTo>
                <a:cubicBezTo>
                  <a:pt x="17327" y="15891"/>
                  <a:pt x="17912" y="15124"/>
                  <a:pt x="18668" y="14932"/>
                </a:cubicBezTo>
                <a:lnTo>
                  <a:pt x="20482" y="14472"/>
                </a:lnTo>
                <a:cubicBezTo>
                  <a:pt x="21239" y="14280"/>
                  <a:pt x="21376" y="13720"/>
                  <a:pt x="20789" y="13227"/>
                </a:cubicBezTo>
                <a:close/>
              </a:path>
            </a:pathLst>
          </a:custGeom>
          <a:solidFill>
            <a:srgbClr val="FFFFFF"/>
          </a:solidFill>
          <a:ln w="12700">
            <a:noFill/>
            <a:miter lim="400000"/>
          </a:ln>
        </p:spPr>
        <p:txBody>
          <a:bodyPr anchor="ctr"/>
          <a:lstStyle/>
          <a:p>
            <a:pPr algn="ctr"/>
            <a:endParaRPr dirty="0">
              <a:solidFill>
                <a:schemeClr val="tx1">
                  <a:lumMod val="65000"/>
                  <a:lumOff val="35000"/>
                </a:schemeClr>
              </a:solidFill>
              <a:latin typeface="微软雅黑" pitchFamily="34" charset="-122"/>
              <a:ea typeface="微软雅黑" pitchFamily="34" charset="-122"/>
              <a:cs typeface="+mn-ea"/>
              <a:sym typeface="思源黑体 CN Regular" panose="020B0500000000000000" charset="-122"/>
            </a:endParaRPr>
          </a:p>
        </p:txBody>
      </p:sp>
      <p:sp>
        <p:nvSpPr>
          <p:cNvPr id="34" name="觅知网-不倒翁ID:189359941"/>
          <p:cNvSpPr txBox="1"/>
          <p:nvPr>
            <p:custDataLst>
              <p:tags r:id="rId3"/>
            </p:custDataLst>
          </p:nvPr>
        </p:nvSpPr>
        <p:spPr>
          <a:xfrm>
            <a:off x="5142866" y="3235216"/>
            <a:ext cx="5391151" cy="1061829"/>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just" hangingPunct="0">
              <a:lnSpc>
                <a:spcPct val="150000"/>
              </a:lnSpc>
              <a:buFont typeface="思源黑体 CN Regular" panose="020B0500000000000000" charset="-122"/>
              <a:buNone/>
            </a:pPr>
            <a:r>
              <a:rPr lang="zh-CN" altLang="en-US" sz="1400" dirty="0">
                <a:solidFill>
                  <a:schemeClr val="bg1"/>
                </a:solidFill>
                <a:latin typeface="微软雅黑" pitchFamily="34" charset="-122"/>
                <a:ea typeface="微软雅黑" pitchFamily="34" charset="-122"/>
                <a:cs typeface="+mn-ea"/>
                <a:sym typeface="+mn-lt"/>
              </a:rPr>
              <a:t>单击此处输入你的正文，文字是您思想的提炼，为了最终演示发布的良好效果，请尽量言简意赅的阐述观点；根据需要可酌情增减文字，以便观者可以准确理解您所传达的信息。</a:t>
            </a:r>
          </a:p>
        </p:txBody>
      </p:sp>
      <p:sp>
        <p:nvSpPr>
          <p:cNvPr id="35" name="觅知网-不倒翁ID:189359941"/>
          <p:cNvSpPr txBox="1"/>
          <p:nvPr>
            <p:custDataLst>
              <p:tags r:id="rId4"/>
            </p:custDataLst>
          </p:nvPr>
        </p:nvSpPr>
        <p:spPr>
          <a:xfrm>
            <a:off x="5142865" y="2503379"/>
            <a:ext cx="5023485" cy="8299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dist">
              <a:defRPr/>
            </a:pPr>
            <a:r>
              <a:rPr kumimoji="1" lang="zh-CN" altLang="en-US" sz="4800" kern="0" dirty="0">
                <a:ln w="25400">
                  <a:noFill/>
                </a:ln>
                <a:solidFill>
                  <a:schemeClr val="bg1"/>
                </a:solidFill>
                <a:latin typeface="+mj-ea"/>
                <a:ea typeface="+mj-ea"/>
                <a:cs typeface="思源黑体 CN Regular" panose="020B0500000000000000" charset="-122"/>
                <a:sym typeface="+mn-ea"/>
              </a:rPr>
              <a:t>请添加标题</a:t>
            </a:r>
          </a:p>
        </p:txBody>
      </p:sp>
      <p:sp>
        <p:nvSpPr>
          <p:cNvPr id="36" name="觅知网-不倒翁ID:189359941"/>
          <p:cNvSpPr txBox="1"/>
          <p:nvPr>
            <p:custDataLst>
              <p:tags r:id="rId5"/>
            </p:custDataLst>
          </p:nvPr>
        </p:nvSpPr>
        <p:spPr>
          <a:xfrm>
            <a:off x="5142866" y="1611837"/>
            <a:ext cx="1889239" cy="92333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5400" dirty="0">
                <a:solidFill>
                  <a:schemeClr val="bg1"/>
                </a:solidFill>
                <a:latin typeface="思源黑体 CN Bold" panose="020B0800000000000000" pitchFamily="34" charset="-122"/>
                <a:ea typeface="思源黑体 CN Bold" panose="020B0800000000000000" pitchFamily="34" charset="-122"/>
                <a:cs typeface="思源黑体 CN Regular" panose="020B0500000000000000" charset="-122"/>
                <a:sym typeface="+mn-ea"/>
              </a:rPr>
              <a:t>20XX</a:t>
            </a:r>
          </a:p>
        </p:txBody>
      </p:sp>
      <p:cxnSp>
        <p:nvCxnSpPr>
          <p:cNvPr id="37" name="觅知网-不倒翁ID:189359941"/>
          <p:cNvCxnSpPr/>
          <p:nvPr>
            <p:custDataLst>
              <p:tags r:id="rId6"/>
            </p:custDataLst>
          </p:nvPr>
        </p:nvCxnSpPr>
        <p:spPr>
          <a:xfrm>
            <a:off x="6960096" y="2060848"/>
            <a:ext cx="2797811" cy="0"/>
          </a:xfrm>
          <a:prstGeom prst="line">
            <a:avLst/>
          </a:prstGeom>
          <a:solidFill>
            <a:srgbClr val="C00000"/>
          </a:solidFill>
          <a:ln>
            <a:solidFill>
              <a:schemeClr val="bg1"/>
            </a:solidFill>
          </a:ln>
        </p:spPr>
        <p:style>
          <a:lnRef idx="1">
            <a:schemeClr val="accent1"/>
          </a:lnRef>
          <a:fillRef idx="0">
            <a:schemeClr val="accent1"/>
          </a:fillRef>
          <a:effectRef idx="0">
            <a:schemeClr val="accent1"/>
          </a:effectRef>
          <a:fontRef idx="minor">
            <a:schemeClr val="tx1"/>
          </a:fontRef>
        </p:style>
      </p:cxnSp>
      <p:sp>
        <p:nvSpPr>
          <p:cNvPr id="39" name="觅知网-不倒翁ID:189359941"/>
          <p:cNvSpPr>
            <a:spLocks noChangeAspect="1"/>
          </p:cNvSpPr>
          <p:nvPr>
            <p:custDataLst>
              <p:tags r:id="rId7"/>
            </p:custDataLst>
          </p:nvPr>
        </p:nvSpPr>
        <p:spPr bwMode="auto">
          <a:xfrm>
            <a:off x="3541396" y="4914642"/>
            <a:ext cx="268605" cy="267368"/>
          </a:xfrm>
          <a:custGeom>
            <a:avLst/>
            <a:gdLst>
              <a:gd name="T0" fmla="*/ 6215 w 6887"/>
              <a:gd name="T1" fmla="*/ 4656 h 6866"/>
              <a:gd name="T2" fmla="*/ 6161 w 6887"/>
              <a:gd name="T3" fmla="*/ 4568 h 6866"/>
              <a:gd name="T4" fmla="*/ 5045 w 6887"/>
              <a:gd name="T5" fmla="*/ 3452 h 6866"/>
              <a:gd name="T6" fmla="*/ 6799 w 6887"/>
              <a:gd name="T7" fmla="*/ 1699 h 6866"/>
              <a:gd name="T8" fmla="*/ 6799 w 6887"/>
              <a:gd name="T9" fmla="*/ 1380 h 6866"/>
              <a:gd name="T10" fmla="*/ 5523 w 6887"/>
              <a:gd name="T11" fmla="*/ 105 h 6866"/>
              <a:gd name="T12" fmla="*/ 5364 w 6887"/>
              <a:gd name="T13" fmla="*/ 39 h 6866"/>
              <a:gd name="T14" fmla="*/ 5205 w 6887"/>
              <a:gd name="T15" fmla="*/ 105 h 6866"/>
              <a:gd name="T16" fmla="*/ 4726 w 6887"/>
              <a:gd name="T17" fmla="*/ 583 h 6866"/>
              <a:gd name="T18" fmla="*/ 5364 w 6887"/>
              <a:gd name="T19" fmla="*/ 1221 h 6866"/>
              <a:gd name="T20" fmla="*/ 5364 w 6887"/>
              <a:gd name="T21" fmla="*/ 1540 h 6866"/>
              <a:gd name="T22" fmla="*/ 5205 w 6887"/>
              <a:gd name="T23" fmla="*/ 1606 h 6866"/>
              <a:gd name="T24" fmla="*/ 5045 w 6887"/>
              <a:gd name="T25" fmla="*/ 1540 h 6866"/>
              <a:gd name="T26" fmla="*/ 4408 w 6887"/>
              <a:gd name="T27" fmla="*/ 902 h 6866"/>
              <a:gd name="T28" fmla="*/ 4089 w 6887"/>
              <a:gd name="T29" fmla="*/ 1221 h 6866"/>
              <a:gd name="T30" fmla="*/ 4726 w 6887"/>
              <a:gd name="T31" fmla="*/ 1858 h 6866"/>
              <a:gd name="T32" fmla="*/ 4726 w 6887"/>
              <a:gd name="T33" fmla="*/ 2177 h 6866"/>
              <a:gd name="T34" fmla="*/ 4567 w 6887"/>
              <a:gd name="T35" fmla="*/ 2243 h 6866"/>
              <a:gd name="T36" fmla="*/ 4408 w 6887"/>
              <a:gd name="T37" fmla="*/ 2177 h 6866"/>
              <a:gd name="T38" fmla="*/ 3770 w 6887"/>
              <a:gd name="T39" fmla="*/ 1540 h 6866"/>
              <a:gd name="T40" fmla="*/ 3451 w 6887"/>
              <a:gd name="T41" fmla="*/ 1858 h 6866"/>
              <a:gd name="T42" fmla="*/ 1857 w 6887"/>
              <a:gd name="T43" fmla="*/ 265 h 6866"/>
              <a:gd name="T44" fmla="*/ 901 w 6887"/>
              <a:gd name="T45" fmla="*/ 265 h 6866"/>
              <a:gd name="T46" fmla="*/ 263 w 6887"/>
              <a:gd name="T47" fmla="*/ 902 h 6866"/>
              <a:gd name="T48" fmla="*/ 263 w 6887"/>
              <a:gd name="T49" fmla="*/ 1858 h 6866"/>
              <a:gd name="T50" fmla="*/ 1857 w 6887"/>
              <a:gd name="T51" fmla="*/ 3452 h 6866"/>
              <a:gd name="T52" fmla="*/ 1539 w 6887"/>
              <a:gd name="T53" fmla="*/ 3771 h 6866"/>
              <a:gd name="T54" fmla="*/ 2176 w 6887"/>
              <a:gd name="T55" fmla="*/ 4409 h 6866"/>
              <a:gd name="T56" fmla="*/ 2176 w 6887"/>
              <a:gd name="T57" fmla="*/ 4727 h 6866"/>
              <a:gd name="T58" fmla="*/ 2017 w 6887"/>
              <a:gd name="T59" fmla="*/ 4794 h 6866"/>
              <a:gd name="T60" fmla="*/ 1857 w 6887"/>
              <a:gd name="T61" fmla="*/ 4727 h 6866"/>
              <a:gd name="T62" fmla="*/ 1220 w 6887"/>
              <a:gd name="T63" fmla="*/ 4090 h 6866"/>
              <a:gd name="T64" fmla="*/ 901 w 6887"/>
              <a:gd name="T65" fmla="*/ 4409 h 6866"/>
              <a:gd name="T66" fmla="*/ 1539 w 6887"/>
              <a:gd name="T67" fmla="*/ 5046 h 6866"/>
              <a:gd name="T68" fmla="*/ 1539 w 6887"/>
              <a:gd name="T69" fmla="*/ 5365 h 6866"/>
              <a:gd name="T70" fmla="*/ 1379 w 6887"/>
              <a:gd name="T71" fmla="*/ 5431 h 6866"/>
              <a:gd name="T72" fmla="*/ 1220 w 6887"/>
              <a:gd name="T73" fmla="*/ 5365 h 6866"/>
              <a:gd name="T74" fmla="*/ 582 w 6887"/>
              <a:gd name="T75" fmla="*/ 4728 h 6866"/>
              <a:gd name="T76" fmla="*/ 104 w 6887"/>
              <a:gd name="T77" fmla="*/ 5206 h 6866"/>
              <a:gd name="T78" fmla="*/ 104 w 6887"/>
              <a:gd name="T79" fmla="*/ 5525 h 6866"/>
              <a:gd name="T80" fmla="*/ 1379 w 6887"/>
              <a:gd name="T81" fmla="*/ 6800 h 6866"/>
              <a:gd name="T82" fmla="*/ 1539 w 6887"/>
              <a:gd name="T83" fmla="*/ 6866 h 6866"/>
              <a:gd name="T84" fmla="*/ 1698 w 6887"/>
              <a:gd name="T85" fmla="*/ 6800 h 6866"/>
              <a:gd name="T86" fmla="*/ 3451 w 6887"/>
              <a:gd name="T87" fmla="*/ 5046 h 6866"/>
              <a:gd name="T88" fmla="*/ 4567 w 6887"/>
              <a:gd name="T89" fmla="*/ 6162 h 6866"/>
              <a:gd name="T90" fmla="*/ 4655 w 6887"/>
              <a:gd name="T91" fmla="*/ 6217 h 6866"/>
              <a:gd name="T92" fmla="*/ 6568 w 6887"/>
              <a:gd name="T93" fmla="*/ 6854 h 6866"/>
              <a:gd name="T94" fmla="*/ 6639 w 6887"/>
              <a:gd name="T95" fmla="*/ 6866 h 6866"/>
              <a:gd name="T96" fmla="*/ 6799 w 6887"/>
              <a:gd name="T97" fmla="*/ 6800 h 6866"/>
              <a:gd name="T98" fmla="*/ 6853 w 6887"/>
              <a:gd name="T99" fmla="*/ 6569 h 6866"/>
              <a:gd name="T100" fmla="*/ 6215 w 6887"/>
              <a:gd name="T101" fmla="*/ 4656 h 6866"/>
              <a:gd name="T102" fmla="*/ 4726 w 6887"/>
              <a:gd name="T103" fmla="*/ 5684 h 6866"/>
              <a:gd name="T104" fmla="*/ 1379 w 6887"/>
              <a:gd name="T105" fmla="*/ 2337 h 6866"/>
              <a:gd name="T106" fmla="*/ 1698 w 6887"/>
              <a:gd name="T107" fmla="*/ 2018 h 6866"/>
              <a:gd name="T108" fmla="*/ 5045 w 6887"/>
              <a:gd name="T109" fmla="*/ 5365 h 6866"/>
              <a:gd name="T110" fmla="*/ 4726 w 6887"/>
              <a:gd name="T111" fmla="*/ 5684 h 6866"/>
              <a:gd name="T112" fmla="*/ 5364 w 6887"/>
              <a:gd name="T113" fmla="*/ 5046 h 6866"/>
              <a:gd name="T114" fmla="*/ 2017 w 6887"/>
              <a:gd name="T115" fmla="*/ 1699 h 6866"/>
              <a:gd name="T116" fmla="*/ 2336 w 6887"/>
              <a:gd name="T117" fmla="*/ 1380 h 6866"/>
              <a:gd name="T118" fmla="*/ 5683 w 6887"/>
              <a:gd name="T119" fmla="*/ 4728 h 6866"/>
              <a:gd name="T120" fmla="*/ 5364 w 6887"/>
              <a:gd name="T121" fmla="*/ 5046 h 6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6887" h="6866">
                <a:moveTo>
                  <a:pt x="6215" y="4656"/>
                </a:moveTo>
                <a:cubicBezTo>
                  <a:pt x="6205" y="4626"/>
                  <a:pt x="6186" y="4593"/>
                  <a:pt x="6161" y="4568"/>
                </a:cubicBezTo>
                <a:lnTo>
                  <a:pt x="5045" y="3452"/>
                </a:lnTo>
                <a:lnTo>
                  <a:pt x="6799" y="1699"/>
                </a:lnTo>
                <a:cubicBezTo>
                  <a:pt x="6887" y="1611"/>
                  <a:pt x="6887" y="1468"/>
                  <a:pt x="6799" y="1380"/>
                </a:cubicBezTo>
                <a:lnTo>
                  <a:pt x="5523" y="105"/>
                </a:lnTo>
                <a:cubicBezTo>
                  <a:pt x="5481" y="63"/>
                  <a:pt x="5424" y="39"/>
                  <a:pt x="5364" y="39"/>
                </a:cubicBezTo>
                <a:cubicBezTo>
                  <a:pt x="5304" y="39"/>
                  <a:pt x="5247" y="63"/>
                  <a:pt x="5205" y="105"/>
                </a:cubicBezTo>
                <a:lnTo>
                  <a:pt x="4726" y="583"/>
                </a:lnTo>
                <a:lnTo>
                  <a:pt x="5364" y="1221"/>
                </a:lnTo>
                <a:cubicBezTo>
                  <a:pt x="5452" y="1309"/>
                  <a:pt x="5452" y="1452"/>
                  <a:pt x="5364" y="1540"/>
                </a:cubicBezTo>
                <a:cubicBezTo>
                  <a:pt x="5320" y="1584"/>
                  <a:pt x="5262" y="1606"/>
                  <a:pt x="5205" y="1606"/>
                </a:cubicBezTo>
                <a:cubicBezTo>
                  <a:pt x="5147" y="1606"/>
                  <a:pt x="5089" y="1584"/>
                  <a:pt x="5045" y="1540"/>
                </a:cubicBezTo>
                <a:lnTo>
                  <a:pt x="4408" y="902"/>
                </a:lnTo>
                <a:lnTo>
                  <a:pt x="4089" y="1221"/>
                </a:lnTo>
                <a:lnTo>
                  <a:pt x="4726" y="1858"/>
                </a:lnTo>
                <a:cubicBezTo>
                  <a:pt x="4815" y="1946"/>
                  <a:pt x="4815" y="2089"/>
                  <a:pt x="4726" y="2177"/>
                </a:cubicBezTo>
                <a:cubicBezTo>
                  <a:pt x="4682" y="2221"/>
                  <a:pt x="4625" y="2243"/>
                  <a:pt x="4567" y="2243"/>
                </a:cubicBezTo>
                <a:cubicBezTo>
                  <a:pt x="4509" y="2243"/>
                  <a:pt x="4452" y="2221"/>
                  <a:pt x="4408" y="2177"/>
                </a:cubicBezTo>
                <a:lnTo>
                  <a:pt x="3770" y="1540"/>
                </a:lnTo>
                <a:lnTo>
                  <a:pt x="3451" y="1858"/>
                </a:lnTo>
                <a:cubicBezTo>
                  <a:pt x="2668" y="1075"/>
                  <a:pt x="1987" y="394"/>
                  <a:pt x="1857" y="265"/>
                </a:cubicBezTo>
                <a:cubicBezTo>
                  <a:pt x="1593" y="0"/>
                  <a:pt x="1165" y="0"/>
                  <a:pt x="901" y="265"/>
                </a:cubicBezTo>
                <a:lnTo>
                  <a:pt x="263" y="902"/>
                </a:lnTo>
                <a:cubicBezTo>
                  <a:pt x="0" y="1166"/>
                  <a:pt x="0" y="1595"/>
                  <a:pt x="263" y="1858"/>
                </a:cubicBezTo>
                <a:lnTo>
                  <a:pt x="1857" y="3452"/>
                </a:lnTo>
                <a:lnTo>
                  <a:pt x="1539" y="3771"/>
                </a:lnTo>
                <a:lnTo>
                  <a:pt x="2176" y="4409"/>
                </a:lnTo>
                <a:cubicBezTo>
                  <a:pt x="2264" y="4497"/>
                  <a:pt x="2264" y="4639"/>
                  <a:pt x="2176" y="4727"/>
                </a:cubicBezTo>
                <a:cubicBezTo>
                  <a:pt x="2132" y="4772"/>
                  <a:pt x="2074" y="4794"/>
                  <a:pt x="2017" y="4794"/>
                </a:cubicBezTo>
                <a:cubicBezTo>
                  <a:pt x="1959" y="4794"/>
                  <a:pt x="1901" y="4772"/>
                  <a:pt x="1857" y="4727"/>
                </a:cubicBezTo>
                <a:lnTo>
                  <a:pt x="1220" y="4090"/>
                </a:lnTo>
                <a:lnTo>
                  <a:pt x="901" y="4409"/>
                </a:lnTo>
                <a:lnTo>
                  <a:pt x="1539" y="5046"/>
                </a:lnTo>
                <a:cubicBezTo>
                  <a:pt x="1627" y="5134"/>
                  <a:pt x="1627" y="5277"/>
                  <a:pt x="1539" y="5365"/>
                </a:cubicBezTo>
                <a:cubicBezTo>
                  <a:pt x="1495" y="5409"/>
                  <a:pt x="1437" y="5431"/>
                  <a:pt x="1379" y="5431"/>
                </a:cubicBezTo>
                <a:cubicBezTo>
                  <a:pt x="1322" y="5431"/>
                  <a:pt x="1264" y="5409"/>
                  <a:pt x="1220" y="5365"/>
                </a:cubicBezTo>
                <a:lnTo>
                  <a:pt x="582" y="4728"/>
                </a:lnTo>
                <a:lnTo>
                  <a:pt x="104" y="5206"/>
                </a:lnTo>
                <a:cubicBezTo>
                  <a:pt x="16" y="5294"/>
                  <a:pt x="16" y="5436"/>
                  <a:pt x="104" y="5525"/>
                </a:cubicBezTo>
                <a:lnTo>
                  <a:pt x="1379" y="6800"/>
                </a:lnTo>
                <a:cubicBezTo>
                  <a:pt x="1421" y="6842"/>
                  <a:pt x="1479" y="6866"/>
                  <a:pt x="1539" y="6866"/>
                </a:cubicBezTo>
                <a:cubicBezTo>
                  <a:pt x="1598" y="6866"/>
                  <a:pt x="1656" y="6842"/>
                  <a:pt x="1698" y="6800"/>
                </a:cubicBezTo>
                <a:lnTo>
                  <a:pt x="3451" y="5046"/>
                </a:lnTo>
                <a:lnTo>
                  <a:pt x="4567" y="6162"/>
                </a:lnTo>
                <a:cubicBezTo>
                  <a:pt x="4592" y="6187"/>
                  <a:pt x="4624" y="6206"/>
                  <a:pt x="4655" y="6217"/>
                </a:cubicBezTo>
                <a:lnTo>
                  <a:pt x="6568" y="6854"/>
                </a:lnTo>
                <a:cubicBezTo>
                  <a:pt x="6591" y="6862"/>
                  <a:pt x="6615" y="6866"/>
                  <a:pt x="6639" y="6866"/>
                </a:cubicBezTo>
                <a:cubicBezTo>
                  <a:pt x="6698" y="6866"/>
                  <a:pt x="6756" y="6843"/>
                  <a:pt x="6799" y="6800"/>
                </a:cubicBezTo>
                <a:cubicBezTo>
                  <a:pt x="6859" y="6739"/>
                  <a:pt x="6880" y="6650"/>
                  <a:pt x="6853" y="6569"/>
                </a:cubicBezTo>
                <a:lnTo>
                  <a:pt x="6215" y="4656"/>
                </a:lnTo>
                <a:close/>
                <a:moveTo>
                  <a:pt x="4726" y="5684"/>
                </a:moveTo>
                <a:lnTo>
                  <a:pt x="1379" y="2337"/>
                </a:lnTo>
                <a:lnTo>
                  <a:pt x="1698" y="2018"/>
                </a:lnTo>
                <a:lnTo>
                  <a:pt x="5045" y="5365"/>
                </a:lnTo>
                <a:lnTo>
                  <a:pt x="4726" y="5684"/>
                </a:lnTo>
                <a:close/>
                <a:moveTo>
                  <a:pt x="5364" y="5046"/>
                </a:moveTo>
                <a:lnTo>
                  <a:pt x="2017" y="1699"/>
                </a:lnTo>
                <a:lnTo>
                  <a:pt x="2336" y="1380"/>
                </a:lnTo>
                <a:lnTo>
                  <a:pt x="5683" y="4728"/>
                </a:lnTo>
                <a:lnTo>
                  <a:pt x="5364" y="5046"/>
                </a:ln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latin typeface="微软雅黑" pitchFamily="34" charset="-122"/>
              <a:ea typeface="微软雅黑" pitchFamily="34" charset="-122"/>
              <a:cs typeface="思源黑体 CN Regular" panose="020B0500000000000000" charset="-122"/>
            </a:endParaRPr>
          </a:p>
        </p:txBody>
      </p:sp>
      <p:pic>
        <p:nvPicPr>
          <p:cNvPr id="41" name="觅知网-不倒翁ID:189359941" descr="毕业帽"/>
          <p:cNvPicPr>
            <a:picLocks noChangeAspect="1"/>
          </p:cNvPicPr>
          <p:nvPr>
            <p:custDataLst>
              <p:tags r:id="rId8"/>
            </p:custDataLst>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697766" y="4851881"/>
            <a:ext cx="405561" cy="405561"/>
          </a:xfrm>
          <a:prstGeom prst="rect">
            <a:avLst/>
          </a:prstGeom>
          <a:effectLst/>
        </p:spPr>
      </p:pic>
      <p:pic>
        <p:nvPicPr>
          <p:cNvPr id="43" name="觅知网-不倒翁ID:189359941"/>
          <p:cNvPicPr>
            <a:picLocks noChangeAspect="1"/>
          </p:cNvPicPr>
          <p:nvPr>
            <p:custDataLst>
              <p:tags r:id="rId9"/>
            </p:custDataLst>
          </p:nvPr>
        </p:nvPicPr>
        <p:blipFill>
          <a:blip r:embed="rId14"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976544" y="4918816"/>
            <a:ext cx="329025" cy="263220"/>
          </a:xfrm>
          <a:prstGeom prst="rect">
            <a:avLst/>
          </a:prstGeom>
        </p:spPr>
      </p:pic>
      <p:graphicFrame>
        <p:nvGraphicFramePr>
          <p:cNvPr id="2" name="图示 1">
            <a:extLst>
              <a:ext uri="{FF2B5EF4-FFF2-40B4-BE49-F238E27FC236}">
                <a16:creationId xmlns:a16="http://schemas.microsoft.com/office/drawing/2014/main" id="{F717F9B5-C711-BF5C-E4F5-FF4F6384939F}"/>
              </a:ext>
            </a:extLst>
          </p:cNvPr>
          <p:cNvGraphicFramePr/>
          <p:nvPr>
            <p:extLst>
              <p:ext uri="{D42A27DB-BD31-4B8C-83A1-F6EECF244321}">
                <p14:modId xmlns:p14="http://schemas.microsoft.com/office/powerpoint/2010/main" val="2009426130"/>
              </p:ext>
            </p:extLst>
          </p:nvPr>
        </p:nvGraphicFramePr>
        <p:xfrm>
          <a:off x="2032000" y="1455334"/>
          <a:ext cx="8128000" cy="5070009"/>
        </p:xfrm>
        <a:graphic>
          <a:graphicData uri="http://schemas.openxmlformats.org/drawingml/2006/diagram">
            <dgm:relIds xmlns:dgm="http://schemas.openxmlformats.org/drawingml/2006/diagram" xmlns:r="http://schemas.openxmlformats.org/officeDocument/2006/relationships" r:dm="rId16" r:lo="rId17" r:qs="rId18" r:cs="rId19"/>
          </a:graphicData>
        </a:graphic>
      </p:graphicFrame>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0"/>
                                  </p:stCondLst>
                                  <p:iterate type="lt">
                                    <p:tmPct val="10000"/>
                                  </p:iterate>
                                  <p:childTnLst>
                                    <p:set>
                                      <p:cBhvr>
                                        <p:cTn id="6" dur="1" fill="hold">
                                          <p:stCondLst>
                                            <p:cond delay="0"/>
                                          </p:stCondLst>
                                        </p:cTn>
                                        <p:tgtEl>
                                          <p:spTgt spid="18"/>
                                        </p:tgtEl>
                                        <p:attrNameLst>
                                          <p:attrName>style.visibility</p:attrName>
                                        </p:attrNameLst>
                                      </p:cBhvr>
                                      <p:to>
                                        <p:strVal val="visible"/>
                                      </p:to>
                                    </p:set>
                                    <p:anim from="0" to="1" calcmode="lin" valueType="num">
                                      <p:cBhvr>
                                        <p:cTn id="7" dur="500" fill="hold">
                                          <p:stCondLst>
                                            <p:cond delay="0"/>
                                          </p:stCondLst>
                                        </p:cTn>
                                        <p:tgtEl>
                                          <p:spTgt spid="18"/>
                                        </p:tgtEl>
                                        <p:attrNameLst>
                                          <p:attrName>style.opacity</p:attrName>
                                        </p:attrNameLst>
                                      </p:cBhvr>
                                    </p:anim>
                                    <p:anim to="" calcmode="lin" valueType="num">
                                      <p:cBhvr>
                                        <p:cTn id="8" dur="500" fill="hold">
                                          <p:stCondLst>
                                            <p:cond delay="0"/>
                                          </p:stCondLst>
                                        </p:cTn>
                                        <p:tgtEl>
                                          <p:spTgt spid="18"/>
                                        </p:tgtEl>
                                        <p:attrNameLst>
                                          <p:attrName>ppt_y</p:attrName>
                                        </p:attrNameLst>
                                      </p:cBhvr>
                                      <p:tavLst>
                                        <p:tav tm="0" fmla="$">
                                          <p:val>
                                            <p:strVal val="#ppt_y+.05"/>
                                          </p:val>
                                        </p:tav>
                                        <p:tav tm="100000" fmla="$">
                                          <p:val>
                                            <p:strVal val="#ppt_y"/>
                                          </p:val>
                                        </p:tav>
                                      </p:tavLst>
                                    </p:anim>
                                  </p:childTnLst>
                                </p:cTn>
                              </p:par>
                              <p:par>
                                <p:cTn id="9" presetID="0" presetClass="entr" presetSubtype="0" decel="100000" fill="hold" grpId="0" nodeType="withEffect">
                                  <p:stCondLst>
                                    <p:cond delay="500"/>
                                  </p:stCondLst>
                                  <p:childTnLst>
                                    <p:set>
                                      <p:cBhvr>
                                        <p:cTn id="10" dur="1" fill="hold">
                                          <p:stCondLst>
                                            <p:cond delay="0"/>
                                          </p:stCondLst>
                                        </p:cTn>
                                        <p:tgtEl>
                                          <p:spTgt spid="34"/>
                                        </p:tgtEl>
                                        <p:attrNameLst>
                                          <p:attrName>style.visibility</p:attrName>
                                        </p:attrNameLst>
                                      </p:cBhvr>
                                      <p:to>
                                        <p:strVal val="visible"/>
                                      </p:to>
                                    </p:set>
                                    <p:anim from="0" to="1" calcmode="lin" valueType="num">
                                      <p:cBhvr>
                                        <p:cTn id="11" dur="500" fill="hold">
                                          <p:stCondLst>
                                            <p:cond delay="0"/>
                                          </p:stCondLst>
                                        </p:cTn>
                                        <p:tgtEl>
                                          <p:spTgt spid="34"/>
                                        </p:tgtEl>
                                        <p:attrNameLst>
                                          <p:attrName>style.opacity</p:attrName>
                                        </p:attrNameLst>
                                      </p:cBhvr>
                                    </p:anim>
                                    <p:anim to="" calcmode="lin" valueType="num">
                                      <p:cBhvr>
                                        <p:cTn id="12" dur="500" fill="hold">
                                          <p:stCondLst>
                                            <p:cond delay="0"/>
                                          </p:stCondLst>
                                        </p:cTn>
                                        <p:tgtEl>
                                          <p:spTgt spid="34"/>
                                        </p:tgtEl>
                                        <p:attrNameLst>
                                          <p:attrName>ppt_x</p:attrName>
                                        </p:attrNameLst>
                                      </p:cBhvr>
                                      <p:tavLst>
                                        <p:tav tm="0" fmla="$">
                                          <p:val>
                                            <p:strVal val="#ppt_x+.05"/>
                                          </p:val>
                                        </p:tav>
                                        <p:tav tm="100000" fmla="$">
                                          <p:val>
                                            <p:strVal val="#ppt_x"/>
                                          </p:val>
                                        </p:tav>
                                      </p:tavLst>
                                    </p:anim>
                                  </p:childTnLst>
                                </p:cTn>
                              </p:par>
                              <p:par>
                                <p:cTn id="13" presetID="0" presetClass="entr" presetSubtype="0" decel="100000" fill="hold" grpId="0" nodeType="withEffect">
                                  <p:stCondLst>
                                    <p:cond delay="500"/>
                                  </p:stCondLst>
                                  <p:childTnLst>
                                    <p:set>
                                      <p:cBhvr>
                                        <p:cTn id="14" dur="1" fill="hold">
                                          <p:stCondLst>
                                            <p:cond delay="0"/>
                                          </p:stCondLst>
                                        </p:cTn>
                                        <p:tgtEl>
                                          <p:spTgt spid="35"/>
                                        </p:tgtEl>
                                        <p:attrNameLst>
                                          <p:attrName>style.visibility</p:attrName>
                                        </p:attrNameLst>
                                      </p:cBhvr>
                                      <p:to>
                                        <p:strVal val="visible"/>
                                      </p:to>
                                    </p:set>
                                    <p:anim from="0" to="1" calcmode="lin" valueType="num">
                                      <p:cBhvr>
                                        <p:cTn id="15" dur="500" fill="hold">
                                          <p:stCondLst>
                                            <p:cond delay="0"/>
                                          </p:stCondLst>
                                        </p:cTn>
                                        <p:tgtEl>
                                          <p:spTgt spid="35"/>
                                        </p:tgtEl>
                                        <p:attrNameLst>
                                          <p:attrName>style.opacity</p:attrName>
                                        </p:attrNameLst>
                                      </p:cBhvr>
                                    </p:anim>
                                    <p:anim to="" calcmode="lin" valueType="num">
                                      <p:cBhvr>
                                        <p:cTn id="16" dur="500" fill="hold">
                                          <p:stCondLst>
                                            <p:cond delay="0"/>
                                          </p:stCondLst>
                                        </p:cTn>
                                        <p:tgtEl>
                                          <p:spTgt spid="35"/>
                                        </p:tgtEl>
                                        <p:attrNameLst>
                                          <p:attrName>ppt_x</p:attrName>
                                        </p:attrNameLst>
                                      </p:cBhvr>
                                      <p:tavLst>
                                        <p:tav tm="0" fmla="$">
                                          <p:val>
                                            <p:strVal val="#ppt_x+.05"/>
                                          </p:val>
                                        </p:tav>
                                        <p:tav tm="100000" fmla="$">
                                          <p:val>
                                            <p:strVal val="#ppt_x"/>
                                          </p:val>
                                        </p:tav>
                                      </p:tavLst>
                                    </p:anim>
                                  </p:childTnLst>
                                </p:cTn>
                              </p:par>
                              <p:par>
                                <p:cTn id="17" presetID="0" presetClass="entr" presetSubtype="0" decel="100000" fill="hold" grpId="0" nodeType="withEffect">
                                  <p:stCondLst>
                                    <p:cond delay="500"/>
                                  </p:stCondLst>
                                  <p:childTnLst>
                                    <p:set>
                                      <p:cBhvr>
                                        <p:cTn id="18" dur="1" fill="hold">
                                          <p:stCondLst>
                                            <p:cond delay="0"/>
                                          </p:stCondLst>
                                        </p:cTn>
                                        <p:tgtEl>
                                          <p:spTgt spid="36"/>
                                        </p:tgtEl>
                                        <p:attrNameLst>
                                          <p:attrName>style.visibility</p:attrName>
                                        </p:attrNameLst>
                                      </p:cBhvr>
                                      <p:to>
                                        <p:strVal val="visible"/>
                                      </p:to>
                                    </p:set>
                                    <p:anim from="0" to="1" calcmode="lin" valueType="num">
                                      <p:cBhvr>
                                        <p:cTn id="19" dur="500" fill="hold">
                                          <p:stCondLst>
                                            <p:cond delay="0"/>
                                          </p:stCondLst>
                                        </p:cTn>
                                        <p:tgtEl>
                                          <p:spTgt spid="36"/>
                                        </p:tgtEl>
                                        <p:attrNameLst>
                                          <p:attrName>style.opacity</p:attrName>
                                        </p:attrNameLst>
                                      </p:cBhvr>
                                    </p:anim>
                                    <p:anim to="" calcmode="lin" valueType="num">
                                      <p:cBhvr>
                                        <p:cTn id="20" dur="500" fill="hold">
                                          <p:stCondLst>
                                            <p:cond delay="0"/>
                                          </p:stCondLst>
                                        </p:cTn>
                                        <p:tgtEl>
                                          <p:spTgt spid="36"/>
                                        </p:tgtEl>
                                        <p:attrNameLst>
                                          <p:attrName>ppt_x</p:attrName>
                                        </p:attrNameLst>
                                      </p:cBhvr>
                                      <p:tavLst>
                                        <p:tav tm="0" fmla="$">
                                          <p:val>
                                            <p:strVal val="#ppt_x+.05"/>
                                          </p:val>
                                        </p:tav>
                                        <p:tav tm="100000" fmla="$">
                                          <p:val>
                                            <p:strVal val="#ppt_x"/>
                                          </p:val>
                                        </p:tav>
                                      </p:tavLst>
                                    </p:anim>
                                  </p:childTnLst>
                                </p:cTn>
                              </p:par>
                              <p:par>
                                <p:cTn id="21" presetID="0" presetClass="entr" presetSubtype="0" decel="100000" fill="hold" nodeType="withEffect">
                                  <p:stCondLst>
                                    <p:cond delay="500"/>
                                  </p:stCondLst>
                                  <p:childTnLst>
                                    <p:set>
                                      <p:cBhvr>
                                        <p:cTn id="22" dur="1" fill="hold">
                                          <p:stCondLst>
                                            <p:cond delay="0"/>
                                          </p:stCondLst>
                                        </p:cTn>
                                        <p:tgtEl>
                                          <p:spTgt spid="37"/>
                                        </p:tgtEl>
                                        <p:attrNameLst>
                                          <p:attrName>style.visibility</p:attrName>
                                        </p:attrNameLst>
                                      </p:cBhvr>
                                      <p:to>
                                        <p:strVal val="visible"/>
                                      </p:to>
                                    </p:set>
                                    <p:anim from="0" to="1" calcmode="lin" valueType="num">
                                      <p:cBhvr>
                                        <p:cTn id="23" dur="500" fill="hold">
                                          <p:stCondLst>
                                            <p:cond delay="0"/>
                                          </p:stCondLst>
                                        </p:cTn>
                                        <p:tgtEl>
                                          <p:spTgt spid="37"/>
                                        </p:tgtEl>
                                        <p:attrNameLst>
                                          <p:attrName>style.opacity</p:attrName>
                                        </p:attrNameLst>
                                      </p:cBhvr>
                                    </p:anim>
                                    <p:anim to="" calcmode="lin" valueType="num">
                                      <p:cBhvr>
                                        <p:cTn id="24" dur="500" fill="hold">
                                          <p:stCondLst>
                                            <p:cond delay="0"/>
                                          </p:stCondLst>
                                        </p:cTn>
                                        <p:tgtEl>
                                          <p:spTgt spid="37"/>
                                        </p:tgtEl>
                                        <p:attrNameLst>
                                          <p:attrName>ppt_x</p:attrName>
                                        </p:attrNameLst>
                                      </p:cBhvr>
                                      <p:tavLst>
                                        <p:tav tm="0" fmla="$">
                                          <p:val>
                                            <p:strVal val="#ppt_x+.05"/>
                                          </p:val>
                                        </p:tav>
                                        <p:tav tm="100000" fmla="$">
                                          <p:val>
                                            <p:strVal val="#ppt_x"/>
                                          </p:val>
                                        </p:tav>
                                      </p:tavLst>
                                    </p:anim>
                                  </p:childTnLst>
                                </p:cTn>
                              </p:par>
                              <p:par>
                                <p:cTn id="25" presetID="10" presetClass="entr" presetSubtype="0" decel="100000" fill="hold" grpId="0" nodeType="withEffect">
                                  <p:stCondLst>
                                    <p:cond delay="750"/>
                                  </p:stCondLst>
                                  <p:childTnLst>
                                    <p:set>
                                      <p:cBhvr>
                                        <p:cTn id="26" dur="1" fill="hold">
                                          <p:stCondLst>
                                            <p:cond delay="0"/>
                                          </p:stCondLst>
                                        </p:cTn>
                                        <p:tgtEl>
                                          <p:spTgt spid="12"/>
                                        </p:tgtEl>
                                        <p:attrNameLst>
                                          <p:attrName>style.visibility</p:attrName>
                                        </p:attrNameLst>
                                      </p:cBhvr>
                                      <p:to>
                                        <p:strVal val="visible"/>
                                      </p:to>
                                    </p:set>
                                    <p:anim from="0" to="1" calcmode="lin" valueType="num">
                                      <p:cBhvr>
                                        <p:cTn id="27" dur="500" fill="hold">
                                          <p:stCondLst>
                                            <p:cond delay="0"/>
                                          </p:stCondLst>
                                        </p:cTn>
                                        <p:tgtEl>
                                          <p:spTgt spid="12"/>
                                        </p:tgtEl>
                                        <p:attrNameLst>
                                          <p:attrName>style.opacity</p:attrName>
                                        </p:attrNameLst>
                                      </p:cBhvr>
                                    </p:anim>
                                    <p:anim to="" calcmode="lin" valueType="num">
                                      <p:cBhvr>
                                        <p:cTn id="28" dur="500" fill="hold">
                                          <p:stCondLst>
                                            <p:cond delay="0"/>
                                          </p:stCondLst>
                                        </p:cTn>
                                        <p:tgtEl>
                                          <p:spTgt spid="12"/>
                                        </p:tgtEl>
                                        <p:attrNameLst>
                                          <p:attrName>ppt_y</p:attrName>
                                        </p:attrNameLst>
                                      </p:cBhvr>
                                      <p:tavLst>
                                        <p:tav tm="0" fmla="$">
                                          <p:val>
                                            <p:strVal val="#ppt_y+.05"/>
                                          </p:val>
                                        </p:tav>
                                        <p:tav tm="100000" fmla="$">
                                          <p:val>
                                            <p:strVal val="#ppt_y"/>
                                          </p:val>
                                        </p:tav>
                                      </p:tavLst>
                                    </p:anim>
                                  </p:childTnLst>
                                </p:cTn>
                              </p:par>
                              <p:par>
                                <p:cTn id="29" presetID="10" presetClass="entr" presetSubtype="0" decel="100000" fill="hold" grpId="0" nodeType="withEffect">
                                  <p:stCondLst>
                                    <p:cond delay="750"/>
                                  </p:stCondLst>
                                  <p:childTnLst>
                                    <p:set>
                                      <p:cBhvr>
                                        <p:cTn id="30" dur="1" fill="hold">
                                          <p:stCondLst>
                                            <p:cond delay="0"/>
                                          </p:stCondLst>
                                        </p:cTn>
                                        <p:tgtEl>
                                          <p:spTgt spid="39"/>
                                        </p:tgtEl>
                                        <p:attrNameLst>
                                          <p:attrName>style.visibility</p:attrName>
                                        </p:attrNameLst>
                                      </p:cBhvr>
                                      <p:to>
                                        <p:strVal val="visible"/>
                                      </p:to>
                                    </p:set>
                                    <p:anim from="0" to="1" calcmode="lin" valueType="num">
                                      <p:cBhvr>
                                        <p:cTn id="31" dur="500" fill="hold">
                                          <p:stCondLst>
                                            <p:cond delay="0"/>
                                          </p:stCondLst>
                                        </p:cTn>
                                        <p:tgtEl>
                                          <p:spTgt spid="39"/>
                                        </p:tgtEl>
                                        <p:attrNameLst>
                                          <p:attrName>style.opacity</p:attrName>
                                        </p:attrNameLst>
                                      </p:cBhvr>
                                    </p:anim>
                                    <p:anim to="" calcmode="lin" valueType="num">
                                      <p:cBhvr>
                                        <p:cTn id="32" dur="500" fill="hold">
                                          <p:stCondLst>
                                            <p:cond delay="0"/>
                                          </p:stCondLst>
                                        </p:cTn>
                                        <p:tgtEl>
                                          <p:spTgt spid="39"/>
                                        </p:tgtEl>
                                        <p:attrNameLst>
                                          <p:attrName>ppt_y</p:attrName>
                                        </p:attrNameLst>
                                      </p:cBhvr>
                                      <p:tavLst>
                                        <p:tav tm="0" fmla="$">
                                          <p:val>
                                            <p:strVal val="#ppt_y+.05"/>
                                          </p:val>
                                        </p:tav>
                                        <p:tav tm="100000" fmla="$">
                                          <p:val>
                                            <p:strVal val="#ppt_y"/>
                                          </p:val>
                                        </p:tav>
                                      </p:tavLst>
                                    </p:anim>
                                  </p:childTnLst>
                                </p:cTn>
                              </p:par>
                              <p:par>
                                <p:cTn id="33" presetID="10" presetClass="entr" presetSubtype="0" decel="100000" fill="hold" nodeType="withEffect">
                                  <p:stCondLst>
                                    <p:cond delay="750"/>
                                  </p:stCondLst>
                                  <p:childTnLst>
                                    <p:set>
                                      <p:cBhvr>
                                        <p:cTn id="34" dur="1" fill="hold">
                                          <p:stCondLst>
                                            <p:cond delay="0"/>
                                          </p:stCondLst>
                                        </p:cTn>
                                        <p:tgtEl>
                                          <p:spTgt spid="41"/>
                                        </p:tgtEl>
                                        <p:attrNameLst>
                                          <p:attrName>style.visibility</p:attrName>
                                        </p:attrNameLst>
                                      </p:cBhvr>
                                      <p:to>
                                        <p:strVal val="visible"/>
                                      </p:to>
                                    </p:set>
                                    <p:anim from="0" to="1" calcmode="lin" valueType="num">
                                      <p:cBhvr>
                                        <p:cTn id="35" dur="500" fill="hold">
                                          <p:stCondLst>
                                            <p:cond delay="0"/>
                                          </p:stCondLst>
                                        </p:cTn>
                                        <p:tgtEl>
                                          <p:spTgt spid="41"/>
                                        </p:tgtEl>
                                        <p:attrNameLst>
                                          <p:attrName>style.opacity</p:attrName>
                                        </p:attrNameLst>
                                      </p:cBhvr>
                                    </p:anim>
                                    <p:anim to="" calcmode="lin" valueType="num">
                                      <p:cBhvr>
                                        <p:cTn id="36" dur="500" fill="hold">
                                          <p:stCondLst>
                                            <p:cond delay="0"/>
                                          </p:stCondLst>
                                        </p:cTn>
                                        <p:tgtEl>
                                          <p:spTgt spid="41"/>
                                        </p:tgtEl>
                                        <p:attrNameLst>
                                          <p:attrName>ppt_y</p:attrName>
                                        </p:attrNameLst>
                                      </p:cBhvr>
                                      <p:tavLst>
                                        <p:tav tm="0" fmla="$">
                                          <p:val>
                                            <p:strVal val="#ppt_y+.05"/>
                                          </p:val>
                                        </p:tav>
                                        <p:tav tm="100000" fmla="$">
                                          <p:val>
                                            <p:strVal val="#ppt_y"/>
                                          </p:val>
                                        </p:tav>
                                      </p:tavLst>
                                    </p:anim>
                                  </p:childTnLst>
                                </p:cTn>
                              </p:par>
                              <p:par>
                                <p:cTn id="37" presetID="10" presetClass="entr" presetSubtype="0" decel="100000" fill="hold" nodeType="withEffect">
                                  <p:stCondLst>
                                    <p:cond delay="750"/>
                                  </p:stCondLst>
                                  <p:childTnLst>
                                    <p:set>
                                      <p:cBhvr>
                                        <p:cTn id="38" dur="1" fill="hold">
                                          <p:stCondLst>
                                            <p:cond delay="0"/>
                                          </p:stCondLst>
                                        </p:cTn>
                                        <p:tgtEl>
                                          <p:spTgt spid="43"/>
                                        </p:tgtEl>
                                        <p:attrNameLst>
                                          <p:attrName>style.visibility</p:attrName>
                                        </p:attrNameLst>
                                      </p:cBhvr>
                                      <p:to>
                                        <p:strVal val="visible"/>
                                      </p:to>
                                    </p:set>
                                    <p:anim from="0" to="1" calcmode="lin" valueType="num">
                                      <p:cBhvr>
                                        <p:cTn id="39" dur="500" fill="hold">
                                          <p:stCondLst>
                                            <p:cond delay="0"/>
                                          </p:stCondLst>
                                        </p:cTn>
                                        <p:tgtEl>
                                          <p:spTgt spid="43"/>
                                        </p:tgtEl>
                                        <p:attrNameLst>
                                          <p:attrName>style.opacity</p:attrName>
                                        </p:attrNameLst>
                                      </p:cBhvr>
                                    </p:anim>
                                    <p:anim to="" calcmode="lin" valueType="num">
                                      <p:cBhvr>
                                        <p:cTn id="40" dur="500" fill="hold">
                                          <p:stCondLst>
                                            <p:cond delay="0"/>
                                          </p:stCondLst>
                                        </p:cTn>
                                        <p:tgtEl>
                                          <p:spTgt spid="43"/>
                                        </p:tgtEl>
                                        <p:attrNameLst>
                                          <p:attrName>ppt_y</p:attrName>
                                        </p:attrNameLst>
                                      </p:cBhvr>
                                      <p:tavLst>
                                        <p:tav tm="0" fmla="$">
                                          <p:val>
                                            <p:strVal val="#ppt_y+.05"/>
                                          </p:val>
                                        </p:tav>
                                        <p:tav tm="100000" fmla="$">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2" grpId="0" animBg="1"/>
      <p:bldP spid="34" grpId="0"/>
      <p:bldP spid="35" grpId="0"/>
      <p:bldP spid="36" grpId="0"/>
      <p:bldP spid="3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觅知网-不倒翁ID:189359941"/>
          <p:cNvSpPr txBox="1"/>
          <p:nvPr>
            <p:custDataLst>
              <p:tags r:id="rId1"/>
            </p:custDataLst>
          </p:nvPr>
        </p:nvSpPr>
        <p:spPr>
          <a:xfrm>
            <a:off x="557987" y="554591"/>
            <a:ext cx="4600135" cy="584775"/>
          </a:xfrm>
          <a:prstGeom prst="rect">
            <a:avLst/>
          </a:prstGeom>
          <a:noFill/>
        </p:spPr>
        <p:txBody>
          <a:bodyPr wrap="square" rtlCol="0">
            <a:spAutoFit/>
          </a:bodyPr>
          <a:lstStyle/>
          <a:p>
            <a:r>
              <a:rPr lang="zh-CN" altLang="en-US" sz="3200" dirty="0">
                <a:solidFill>
                  <a:schemeClr val="accent1"/>
                </a:solidFill>
                <a:latin typeface="+mj-ea"/>
                <a:ea typeface="+mj-ea"/>
                <a:cs typeface="思源黑体 CN Regular" panose="020B0500000000000000" charset="-122"/>
              </a:rPr>
              <a:t>实验设计</a:t>
            </a:r>
          </a:p>
        </p:txBody>
      </p:sp>
      <p:sp>
        <p:nvSpPr>
          <p:cNvPr id="19" name="觅知网-不倒翁ID:189359941"/>
          <p:cNvSpPr/>
          <p:nvPr/>
        </p:nvSpPr>
        <p:spPr>
          <a:xfrm>
            <a:off x="672917" y="1144775"/>
            <a:ext cx="1754511" cy="119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itchFamily="34" charset="-122"/>
              <a:ea typeface="微软雅黑" pitchFamily="34" charset="-122"/>
              <a:cs typeface="思源黑体 CN Regular" panose="020B0500000000000000" charset="-122"/>
            </a:endParaRPr>
          </a:p>
        </p:txBody>
      </p:sp>
      <p:cxnSp>
        <p:nvCxnSpPr>
          <p:cNvPr id="20" name="觅知网-不倒翁ID:189359941"/>
          <p:cNvCxnSpPr/>
          <p:nvPr/>
        </p:nvCxnSpPr>
        <p:spPr>
          <a:xfrm>
            <a:off x="2427425" y="1201832"/>
            <a:ext cx="9058800"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觅知网-不倒翁ID:189359941"/>
          <p:cNvSpPr>
            <a:spLocks noChangeAspect="1"/>
          </p:cNvSpPr>
          <p:nvPr/>
        </p:nvSpPr>
        <p:spPr bwMode="auto">
          <a:xfrm>
            <a:off x="9920304" y="692655"/>
            <a:ext cx="404625" cy="255675"/>
          </a:xfrm>
          <a:custGeom>
            <a:avLst/>
            <a:gdLst>
              <a:gd name="connsiteX0" fmla="*/ 104550 w 604718"/>
              <a:gd name="connsiteY0" fmla="*/ 208330 h 382112"/>
              <a:gd name="connsiteX1" fmla="*/ 156180 w 604718"/>
              <a:gd name="connsiteY1" fmla="*/ 208330 h 382112"/>
              <a:gd name="connsiteX2" fmla="*/ 261642 w 604718"/>
              <a:gd name="connsiteY2" fmla="*/ 248878 h 382112"/>
              <a:gd name="connsiteX3" fmla="*/ 298947 w 604718"/>
              <a:gd name="connsiteY3" fmla="*/ 255007 h 382112"/>
              <a:gd name="connsiteX4" fmla="*/ 340187 w 604718"/>
              <a:gd name="connsiteY4" fmla="*/ 247621 h 382112"/>
              <a:gd name="connsiteX5" fmla="*/ 433687 w 604718"/>
              <a:gd name="connsiteY5" fmla="*/ 208330 h 382112"/>
              <a:gd name="connsiteX6" fmla="*/ 490825 w 604718"/>
              <a:gd name="connsiteY6" fmla="*/ 208330 h 382112"/>
              <a:gd name="connsiteX7" fmla="*/ 490825 w 604718"/>
              <a:gd name="connsiteY7" fmla="*/ 271509 h 382112"/>
              <a:gd name="connsiteX8" fmla="*/ 458400 w 604718"/>
              <a:gd name="connsiteY8" fmla="*/ 320701 h 382112"/>
              <a:gd name="connsiteX9" fmla="*/ 329326 w 604718"/>
              <a:gd name="connsiteY9" fmla="*/ 376337 h 382112"/>
              <a:gd name="connsiteX10" fmla="*/ 264632 w 604718"/>
              <a:gd name="connsiteY10" fmla="*/ 376337 h 382112"/>
              <a:gd name="connsiteX11" fmla="*/ 136819 w 604718"/>
              <a:gd name="connsiteY11" fmla="*/ 320701 h 382112"/>
              <a:gd name="connsiteX12" fmla="*/ 104550 w 604718"/>
              <a:gd name="connsiteY12" fmla="*/ 271509 h 382112"/>
              <a:gd name="connsiteX13" fmla="*/ 300973 w 604718"/>
              <a:gd name="connsiteY13" fmla="*/ 5 h 382112"/>
              <a:gd name="connsiteX14" fmla="*/ 334162 w 604718"/>
              <a:gd name="connsiteY14" fmla="*/ 4701 h 382112"/>
              <a:gd name="connsiteX15" fmla="*/ 581267 w 604718"/>
              <a:gd name="connsiteY15" fmla="*/ 92552 h 382112"/>
              <a:gd name="connsiteX16" fmla="*/ 588822 w 604718"/>
              <a:gd name="connsiteY16" fmla="*/ 114398 h 382112"/>
              <a:gd name="connsiteX17" fmla="*/ 589136 w 604718"/>
              <a:gd name="connsiteY17" fmla="*/ 114398 h 382112"/>
              <a:gd name="connsiteX18" fmla="*/ 589136 w 604718"/>
              <a:gd name="connsiteY18" fmla="*/ 270771 h 382112"/>
              <a:gd name="connsiteX19" fmla="*/ 604718 w 604718"/>
              <a:gd name="connsiteY19" fmla="*/ 321376 h 382112"/>
              <a:gd name="connsiteX20" fmla="*/ 561278 w 604718"/>
              <a:gd name="connsiteY20" fmla="*/ 321376 h 382112"/>
              <a:gd name="connsiteX21" fmla="*/ 576388 w 604718"/>
              <a:gd name="connsiteY21" fmla="*/ 271242 h 382112"/>
              <a:gd name="connsiteX22" fmla="*/ 576388 w 604718"/>
              <a:gd name="connsiteY22" fmla="*/ 120370 h 382112"/>
              <a:gd name="connsiteX23" fmla="*/ 333376 w 604718"/>
              <a:gd name="connsiteY23" fmla="*/ 222680 h 382112"/>
              <a:gd name="connsiteX24" fmla="*/ 268058 w 604718"/>
              <a:gd name="connsiteY24" fmla="*/ 223780 h 382112"/>
              <a:gd name="connsiteX25" fmla="*/ 13556 w 604718"/>
              <a:gd name="connsiteY25" fmla="*/ 125870 h 382112"/>
              <a:gd name="connsiteX26" fmla="*/ 13714 w 604718"/>
              <a:gd name="connsiteY26" fmla="*/ 100882 h 382112"/>
              <a:gd name="connsiteX27" fmla="*/ 267901 w 604718"/>
              <a:gd name="connsiteY27" fmla="*/ 5329 h 382112"/>
              <a:gd name="connsiteX28" fmla="*/ 300973 w 604718"/>
              <a:gd name="connsiteY28" fmla="*/ 5 h 38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4718" h="382112">
                <a:moveTo>
                  <a:pt x="104550" y="208330"/>
                </a:moveTo>
                <a:lnTo>
                  <a:pt x="156180" y="208330"/>
                </a:lnTo>
                <a:lnTo>
                  <a:pt x="261642" y="248878"/>
                </a:lnTo>
                <a:cubicBezTo>
                  <a:pt x="274864" y="253907"/>
                  <a:pt x="289188" y="255007"/>
                  <a:pt x="298947" y="255007"/>
                </a:cubicBezTo>
                <a:cubicBezTo>
                  <a:pt x="314373" y="255007"/>
                  <a:pt x="329012" y="252493"/>
                  <a:pt x="340187" y="247621"/>
                </a:cubicBezTo>
                <a:lnTo>
                  <a:pt x="433687" y="208330"/>
                </a:lnTo>
                <a:lnTo>
                  <a:pt x="490825" y="208330"/>
                </a:lnTo>
                <a:lnTo>
                  <a:pt x="490825" y="271509"/>
                </a:lnTo>
                <a:cubicBezTo>
                  <a:pt x="490825" y="290998"/>
                  <a:pt x="476344" y="313000"/>
                  <a:pt x="458400" y="320701"/>
                </a:cubicBezTo>
                <a:lnTo>
                  <a:pt x="329326" y="376337"/>
                </a:lnTo>
                <a:cubicBezTo>
                  <a:pt x="311382" y="384038"/>
                  <a:pt x="282419" y="384038"/>
                  <a:pt x="264632" y="376337"/>
                </a:cubicBezTo>
                <a:lnTo>
                  <a:pt x="136819" y="320701"/>
                </a:lnTo>
                <a:cubicBezTo>
                  <a:pt x="119032" y="313000"/>
                  <a:pt x="104550" y="290998"/>
                  <a:pt x="104550" y="271509"/>
                </a:cubicBezTo>
                <a:close/>
                <a:moveTo>
                  <a:pt x="300973" y="5"/>
                </a:moveTo>
                <a:cubicBezTo>
                  <a:pt x="312954" y="-93"/>
                  <a:pt x="324955" y="1479"/>
                  <a:pt x="334162" y="4701"/>
                </a:cubicBezTo>
                <a:lnTo>
                  <a:pt x="581267" y="92552"/>
                </a:lnTo>
                <a:cubicBezTo>
                  <a:pt x="596849" y="98053"/>
                  <a:pt x="599210" y="107168"/>
                  <a:pt x="588822" y="114398"/>
                </a:cubicBezTo>
                <a:lnTo>
                  <a:pt x="589136" y="114398"/>
                </a:lnTo>
                <a:lnTo>
                  <a:pt x="589136" y="270771"/>
                </a:lnTo>
                <a:lnTo>
                  <a:pt x="604718" y="321376"/>
                </a:lnTo>
                <a:lnTo>
                  <a:pt x="561278" y="321376"/>
                </a:lnTo>
                <a:lnTo>
                  <a:pt x="576388" y="271242"/>
                </a:lnTo>
                <a:lnTo>
                  <a:pt x="576388" y="120370"/>
                </a:lnTo>
                <a:lnTo>
                  <a:pt x="333376" y="222680"/>
                </a:lnTo>
                <a:cubicBezTo>
                  <a:pt x="315433" y="230224"/>
                  <a:pt x="286158" y="230695"/>
                  <a:pt x="268058" y="223780"/>
                </a:cubicBezTo>
                <a:lnTo>
                  <a:pt x="13556" y="125870"/>
                </a:lnTo>
                <a:cubicBezTo>
                  <a:pt x="-4544" y="118798"/>
                  <a:pt x="-4544" y="107640"/>
                  <a:pt x="13714" y="100882"/>
                </a:cubicBezTo>
                <a:lnTo>
                  <a:pt x="267901" y="5329"/>
                </a:lnTo>
                <a:cubicBezTo>
                  <a:pt x="277030" y="1872"/>
                  <a:pt x="288991" y="104"/>
                  <a:pt x="300973" y="5"/>
                </a:cubicBezTo>
                <a:close/>
              </a:path>
            </a:pathLst>
          </a:custGeom>
          <a:solidFill>
            <a:schemeClr val="bg1"/>
          </a:solidFill>
          <a:ln>
            <a:noFill/>
          </a:ln>
        </p:spPr>
        <p:txBody>
          <a:bodyPr/>
          <a:lstStyle/>
          <a:p>
            <a:endParaRPr lang="zh-CN" altLang="en-US" dirty="0">
              <a:latin typeface="微软雅黑" pitchFamily="34" charset="-122"/>
              <a:ea typeface="微软雅黑" pitchFamily="34" charset="-122"/>
              <a:cs typeface="思源黑体 CN Regular" panose="020B0500000000000000" charset="-122"/>
            </a:endParaRPr>
          </a:p>
        </p:txBody>
      </p:sp>
      <p:pic>
        <p:nvPicPr>
          <p:cNvPr id="43" name="觅知网-不倒翁ID:189359941"/>
          <p:cNvPicPr>
            <a:picLocks noChangeAspect="1"/>
          </p:cNvPicPr>
          <p:nvPr>
            <p:custDataLst>
              <p:tags r:id="rId2"/>
            </p:custDataLst>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946033" y="2017322"/>
            <a:ext cx="305716" cy="305716"/>
          </a:xfrm>
          <a:prstGeom prst="rect">
            <a:avLst/>
          </a:prstGeom>
        </p:spPr>
      </p:pic>
      <p:pic>
        <p:nvPicPr>
          <p:cNvPr id="44" name="觅知网-不倒翁ID:189359941"/>
          <p:cNvPicPr>
            <a:picLocks noChangeAspect="1"/>
          </p:cNvPicPr>
          <p:nvPr>
            <p:custDataLst>
              <p:tags r:id="rId3"/>
            </p:custDataLst>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949619" y="2845341"/>
            <a:ext cx="305460" cy="305460"/>
          </a:xfrm>
          <a:prstGeom prst="rect">
            <a:avLst/>
          </a:prstGeom>
        </p:spPr>
      </p:pic>
      <p:sp>
        <p:nvSpPr>
          <p:cNvPr id="45" name="觅知网-不倒翁ID:189359941"/>
          <p:cNvSpPr/>
          <p:nvPr>
            <p:custDataLst>
              <p:tags r:id="rId4"/>
            </p:custDataLst>
          </p:nvPr>
        </p:nvSpPr>
        <p:spPr bwMode="auto">
          <a:xfrm>
            <a:off x="5959020" y="3679667"/>
            <a:ext cx="285376" cy="274454"/>
          </a:xfrm>
          <a:custGeom>
            <a:avLst/>
            <a:gdLst>
              <a:gd name="connsiteX0" fmla="*/ 61288 w 609549"/>
              <a:gd name="connsiteY0" fmla="*/ 383285 h 586216"/>
              <a:gd name="connsiteX1" fmla="*/ 71162 w 609549"/>
              <a:gd name="connsiteY1" fmla="*/ 387101 h 586216"/>
              <a:gd name="connsiteX2" fmla="*/ 120018 w 609549"/>
              <a:gd name="connsiteY2" fmla="*/ 435892 h 586216"/>
              <a:gd name="connsiteX3" fmla="*/ 120018 w 609549"/>
              <a:gd name="connsiteY3" fmla="*/ 454200 h 586216"/>
              <a:gd name="connsiteX4" fmla="*/ 56639 w 609549"/>
              <a:gd name="connsiteY4" fmla="*/ 517543 h 586216"/>
              <a:gd name="connsiteX5" fmla="*/ 35592 w 609549"/>
              <a:gd name="connsiteY5" fmla="*/ 513644 h 586216"/>
              <a:gd name="connsiteX6" fmla="*/ 51877 w 609549"/>
              <a:gd name="connsiteY6" fmla="*/ 388099 h 586216"/>
              <a:gd name="connsiteX7" fmla="*/ 61288 w 609549"/>
              <a:gd name="connsiteY7" fmla="*/ 383285 h 586216"/>
              <a:gd name="connsiteX8" fmla="*/ 235245 w 609549"/>
              <a:gd name="connsiteY8" fmla="*/ 302810 h 586216"/>
              <a:gd name="connsiteX9" fmla="*/ 306042 w 609549"/>
              <a:gd name="connsiteY9" fmla="*/ 373466 h 586216"/>
              <a:gd name="connsiteX10" fmla="*/ 258717 w 609549"/>
              <a:gd name="connsiteY10" fmla="*/ 420680 h 586216"/>
              <a:gd name="connsiteX11" fmla="*/ 230246 w 609549"/>
              <a:gd name="connsiteY11" fmla="*/ 550152 h 586216"/>
              <a:gd name="connsiteX12" fmla="*/ 92223 w 609549"/>
              <a:gd name="connsiteY12" fmla="*/ 575305 h 586216"/>
              <a:gd name="connsiteX13" fmla="*/ 88748 w 609549"/>
              <a:gd name="connsiteY13" fmla="*/ 556143 h 586216"/>
              <a:gd name="connsiteX14" fmla="*/ 165115 w 609549"/>
              <a:gd name="connsiteY14" fmla="*/ 479877 h 586216"/>
              <a:gd name="connsiteX15" fmla="*/ 165115 w 609549"/>
              <a:gd name="connsiteY15" fmla="*/ 446308 h 586216"/>
              <a:gd name="connsiteX16" fmla="*/ 88700 w 609549"/>
              <a:gd name="connsiteY16" fmla="*/ 369995 h 586216"/>
              <a:gd name="connsiteX17" fmla="*/ 92128 w 609549"/>
              <a:gd name="connsiteY17" fmla="*/ 350976 h 586216"/>
              <a:gd name="connsiteX18" fmla="*/ 189111 w 609549"/>
              <a:gd name="connsiteY18" fmla="*/ 348884 h 586216"/>
              <a:gd name="connsiteX19" fmla="*/ 257958 w 609549"/>
              <a:gd name="connsiteY19" fmla="*/ 161679 h 586216"/>
              <a:gd name="connsiteX20" fmla="*/ 317251 w 609549"/>
              <a:gd name="connsiteY20" fmla="*/ 220879 h 586216"/>
              <a:gd name="connsiteX21" fmla="*/ 388070 w 609549"/>
              <a:gd name="connsiteY21" fmla="*/ 291586 h 586216"/>
              <a:gd name="connsiteX22" fmla="*/ 604906 w 609549"/>
              <a:gd name="connsiteY22" fmla="*/ 508130 h 586216"/>
              <a:gd name="connsiteX23" fmla="*/ 604906 w 609549"/>
              <a:gd name="connsiteY23" fmla="*/ 530526 h 586216"/>
              <a:gd name="connsiteX24" fmla="*/ 556567 w 609549"/>
              <a:gd name="connsiteY24" fmla="*/ 578789 h 586216"/>
              <a:gd name="connsiteX25" fmla="*/ 545327 w 609549"/>
              <a:gd name="connsiteY25" fmla="*/ 583449 h 586216"/>
              <a:gd name="connsiteX26" fmla="*/ 534135 w 609549"/>
              <a:gd name="connsiteY26" fmla="*/ 578789 h 586216"/>
              <a:gd name="connsiteX27" fmla="*/ 317251 w 609549"/>
              <a:gd name="connsiteY27" fmla="*/ 362293 h 586216"/>
              <a:gd name="connsiteX28" fmla="*/ 246481 w 609549"/>
              <a:gd name="connsiteY28" fmla="*/ 291586 h 586216"/>
              <a:gd name="connsiteX29" fmla="*/ 187140 w 609549"/>
              <a:gd name="connsiteY29" fmla="*/ 232339 h 586216"/>
              <a:gd name="connsiteX30" fmla="*/ 58606 w 609549"/>
              <a:gd name="connsiteY30" fmla="*/ 160814 h 586216"/>
              <a:gd name="connsiteX31" fmla="*/ 126401 w 609549"/>
              <a:gd name="connsiteY31" fmla="*/ 228498 h 586216"/>
              <a:gd name="connsiteX32" fmla="*/ 111975 w 609549"/>
              <a:gd name="connsiteY32" fmla="*/ 242899 h 586216"/>
              <a:gd name="connsiteX33" fmla="*/ 119307 w 609549"/>
              <a:gd name="connsiteY33" fmla="*/ 250219 h 586216"/>
              <a:gd name="connsiteX34" fmla="*/ 119307 w 609549"/>
              <a:gd name="connsiteY34" fmla="*/ 277692 h 586216"/>
              <a:gd name="connsiteX35" fmla="*/ 115641 w 609549"/>
              <a:gd name="connsiteY35" fmla="*/ 281352 h 586216"/>
              <a:gd name="connsiteX36" fmla="*/ 88123 w 609549"/>
              <a:gd name="connsiteY36" fmla="*/ 281352 h 586216"/>
              <a:gd name="connsiteX37" fmla="*/ 5712 w 609549"/>
              <a:gd name="connsiteY37" fmla="*/ 199029 h 586216"/>
              <a:gd name="connsiteX38" fmla="*/ 5712 w 609549"/>
              <a:gd name="connsiteY38" fmla="*/ 171604 h 586216"/>
              <a:gd name="connsiteX39" fmla="*/ 9378 w 609549"/>
              <a:gd name="connsiteY39" fmla="*/ 167944 h 586216"/>
              <a:gd name="connsiteX40" fmla="*/ 36849 w 609549"/>
              <a:gd name="connsiteY40" fmla="*/ 167944 h 586216"/>
              <a:gd name="connsiteX41" fmla="*/ 44180 w 609549"/>
              <a:gd name="connsiteY41" fmla="*/ 175264 h 586216"/>
              <a:gd name="connsiteX42" fmla="*/ 585775 w 609549"/>
              <a:gd name="connsiteY42" fmla="*/ 66370 h 586216"/>
              <a:gd name="connsiteX43" fmla="*/ 595263 w 609549"/>
              <a:gd name="connsiteY43" fmla="*/ 73839 h 586216"/>
              <a:gd name="connsiteX44" fmla="*/ 578978 w 609549"/>
              <a:gd name="connsiteY44" fmla="*/ 199341 h 586216"/>
              <a:gd name="connsiteX45" fmla="*/ 559693 w 609549"/>
              <a:gd name="connsiteY45" fmla="*/ 200387 h 586216"/>
              <a:gd name="connsiteX46" fmla="*/ 510789 w 609549"/>
              <a:gd name="connsiteY46" fmla="*/ 151612 h 586216"/>
              <a:gd name="connsiteX47" fmla="*/ 510789 w 609549"/>
              <a:gd name="connsiteY47" fmla="*/ 133262 h 586216"/>
              <a:gd name="connsiteX48" fmla="*/ 574216 w 609549"/>
              <a:gd name="connsiteY48" fmla="*/ 69988 h 586216"/>
              <a:gd name="connsiteX49" fmla="*/ 585775 w 609549"/>
              <a:gd name="connsiteY49" fmla="*/ 66370 h 586216"/>
              <a:gd name="connsiteX50" fmla="*/ 158702 w 609549"/>
              <a:gd name="connsiteY50" fmla="*/ 26758 h 586216"/>
              <a:gd name="connsiteX51" fmla="*/ 172463 w 609549"/>
              <a:gd name="connsiteY51" fmla="*/ 32464 h 586216"/>
              <a:gd name="connsiteX52" fmla="*/ 179701 w 609549"/>
              <a:gd name="connsiteY52" fmla="*/ 39691 h 586216"/>
              <a:gd name="connsiteX53" fmla="*/ 246935 w 609549"/>
              <a:gd name="connsiteY53" fmla="*/ 106831 h 586216"/>
              <a:gd name="connsiteX54" fmla="*/ 254886 w 609549"/>
              <a:gd name="connsiteY54" fmla="*/ 114819 h 586216"/>
              <a:gd name="connsiteX55" fmla="*/ 257600 w 609549"/>
              <a:gd name="connsiteY55" fmla="*/ 138879 h 586216"/>
              <a:gd name="connsiteX56" fmla="*/ 254886 w 609549"/>
              <a:gd name="connsiteY56" fmla="*/ 142255 h 586216"/>
              <a:gd name="connsiteX57" fmla="*/ 252315 w 609549"/>
              <a:gd name="connsiteY57" fmla="*/ 144823 h 586216"/>
              <a:gd name="connsiteX58" fmla="*/ 246696 w 609549"/>
              <a:gd name="connsiteY58" fmla="*/ 150434 h 586216"/>
              <a:gd name="connsiteX59" fmla="*/ 175892 w 609549"/>
              <a:gd name="connsiteY59" fmla="*/ 221140 h 586216"/>
              <a:gd name="connsiteX60" fmla="*/ 172463 w 609549"/>
              <a:gd name="connsiteY60" fmla="*/ 224611 h 586216"/>
              <a:gd name="connsiteX61" fmla="*/ 170130 w 609549"/>
              <a:gd name="connsiteY61" fmla="*/ 226560 h 586216"/>
              <a:gd name="connsiteX62" fmla="*/ 162274 w 609549"/>
              <a:gd name="connsiteY62" fmla="*/ 229936 h 586216"/>
              <a:gd name="connsiteX63" fmla="*/ 158702 w 609549"/>
              <a:gd name="connsiteY63" fmla="*/ 230269 h 586216"/>
              <a:gd name="connsiteX64" fmla="*/ 144942 w 609549"/>
              <a:gd name="connsiteY64" fmla="*/ 224611 h 586216"/>
              <a:gd name="connsiteX65" fmla="*/ 137609 w 609549"/>
              <a:gd name="connsiteY65" fmla="*/ 217288 h 586216"/>
              <a:gd name="connsiteX66" fmla="*/ 69804 w 609549"/>
              <a:gd name="connsiteY66" fmla="*/ 149578 h 586216"/>
              <a:gd name="connsiteX67" fmla="*/ 62519 w 609549"/>
              <a:gd name="connsiteY67" fmla="*/ 142255 h 586216"/>
              <a:gd name="connsiteX68" fmla="*/ 62519 w 609549"/>
              <a:gd name="connsiteY68" fmla="*/ 114819 h 586216"/>
              <a:gd name="connsiteX69" fmla="*/ 144942 w 609549"/>
              <a:gd name="connsiteY69" fmla="*/ 32464 h 586216"/>
              <a:gd name="connsiteX70" fmla="*/ 158702 w 609549"/>
              <a:gd name="connsiteY70" fmla="*/ 26758 h 586216"/>
              <a:gd name="connsiteX71" fmla="*/ 254809 w 609549"/>
              <a:gd name="connsiteY71" fmla="*/ 6542 h 586216"/>
              <a:gd name="connsiteX72" fmla="*/ 321015 w 609549"/>
              <a:gd name="connsiteY72" fmla="*/ 29913 h 586216"/>
              <a:gd name="connsiteX73" fmla="*/ 260017 w 609549"/>
              <a:gd name="connsiteY73" fmla="*/ 97465 h 586216"/>
              <a:gd name="connsiteX74" fmla="*/ 193067 w 609549"/>
              <a:gd name="connsiteY74" fmla="*/ 30626 h 586216"/>
              <a:gd name="connsiteX75" fmla="*/ 254809 w 609549"/>
              <a:gd name="connsiteY75" fmla="*/ 6542 h 586216"/>
              <a:gd name="connsiteX76" fmla="*/ 503105 w 609549"/>
              <a:gd name="connsiteY76" fmla="*/ 953 h 586216"/>
              <a:gd name="connsiteX77" fmla="*/ 538560 w 609549"/>
              <a:gd name="connsiteY77" fmla="*/ 10911 h 586216"/>
              <a:gd name="connsiteX78" fmla="*/ 542083 w 609549"/>
              <a:gd name="connsiteY78" fmla="*/ 30073 h 586216"/>
              <a:gd name="connsiteX79" fmla="*/ 465709 w 609549"/>
              <a:gd name="connsiteY79" fmla="*/ 106341 h 586216"/>
              <a:gd name="connsiteX80" fmla="*/ 465709 w 609549"/>
              <a:gd name="connsiteY80" fmla="*/ 139911 h 586216"/>
              <a:gd name="connsiteX81" fmla="*/ 542131 w 609549"/>
              <a:gd name="connsiteY81" fmla="*/ 216227 h 586216"/>
              <a:gd name="connsiteX82" fmla="*/ 538655 w 609549"/>
              <a:gd name="connsiteY82" fmla="*/ 235246 h 586216"/>
              <a:gd name="connsiteX83" fmla="*/ 442187 w 609549"/>
              <a:gd name="connsiteY83" fmla="*/ 237528 h 586216"/>
              <a:gd name="connsiteX84" fmla="*/ 399238 w 609549"/>
              <a:gd name="connsiteY84" fmla="*/ 280370 h 586216"/>
              <a:gd name="connsiteX85" fmla="*/ 328482 w 609549"/>
              <a:gd name="connsiteY85" fmla="*/ 209712 h 586216"/>
              <a:gd name="connsiteX86" fmla="*/ 372240 w 609549"/>
              <a:gd name="connsiteY86" fmla="*/ 166015 h 586216"/>
              <a:gd name="connsiteX87" fmla="*/ 400571 w 609549"/>
              <a:gd name="connsiteY87" fmla="*/ 36064 h 586216"/>
              <a:gd name="connsiteX88" fmla="*/ 503105 w 609549"/>
              <a:gd name="connsiteY88" fmla="*/ 953 h 586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609549" h="586216">
                <a:moveTo>
                  <a:pt x="61288" y="383285"/>
                </a:moveTo>
                <a:cubicBezTo>
                  <a:pt x="64829" y="383106"/>
                  <a:pt x="68448" y="384367"/>
                  <a:pt x="71162" y="387101"/>
                </a:cubicBezTo>
                <a:lnTo>
                  <a:pt x="120018" y="435892"/>
                </a:lnTo>
                <a:cubicBezTo>
                  <a:pt x="125113" y="440933"/>
                  <a:pt x="125113" y="449160"/>
                  <a:pt x="120018" y="454200"/>
                </a:cubicBezTo>
                <a:lnTo>
                  <a:pt x="56639" y="517543"/>
                </a:lnTo>
                <a:cubicBezTo>
                  <a:pt x="50211" y="523963"/>
                  <a:pt x="39211" y="522013"/>
                  <a:pt x="35592" y="513644"/>
                </a:cubicBezTo>
                <a:cubicBezTo>
                  <a:pt x="17783" y="472794"/>
                  <a:pt x="23211" y="424288"/>
                  <a:pt x="51877" y="388099"/>
                </a:cubicBezTo>
                <a:cubicBezTo>
                  <a:pt x="54282" y="385079"/>
                  <a:pt x="57746" y="383463"/>
                  <a:pt x="61288" y="383285"/>
                </a:cubicBezTo>
                <a:close/>
                <a:moveTo>
                  <a:pt x="235245" y="302810"/>
                </a:moveTo>
                <a:lnTo>
                  <a:pt x="306042" y="373466"/>
                </a:lnTo>
                <a:lnTo>
                  <a:pt x="258717" y="420680"/>
                </a:lnTo>
                <a:cubicBezTo>
                  <a:pt x="274667" y="464329"/>
                  <a:pt x="265192" y="515300"/>
                  <a:pt x="230246" y="550152"/>
                </a:cubicBezTo>
                <a:cubicBezTo>
                  <a:pt x="192919" y="587430"/>
                  <a:pt x="137644" y="595798"/>
                  <a:pt x="92223" y="575305"/>
                </a:cubicBezTo>
                <a:cubicBezTo>
                  <a:pt x="84701" y="571882"/>
                  <a:pt x="82892" y="561992"/>
                  <a:pt x="88748" y="556143"/>
                </a:cubicBezTo>
                <a:lnTo>
                  <a:pt x="165115" y="479877"/>
                </a:lnTo>
                <a:cubicBezTo>
                  <a:pt x="174399" y="470605"/>
                  <a:pt x="174399" y="455580"/>
                  <a:pt x="165115" y="446308"/>
                </a:cubicBezTo>
                <a:lnTo>
                  <a:pt x="88700" y="369995"/>
                </a:lnTo>
                <a:cubicBezTo>
                  <a:pt x="82844" y="364194"/>
                  <a:pt x="84653" y="354399"/>
                  <a:pt x="92128" y="350976"/>
                </a:cubicBezTo>
                <a:cubicBezTo>
                  <a:pt x="122789" y="337092"/>
                  <a:pt x="157973" y="336379"/>
                  <a:pt x="189111" y="348884"/>
                </a:cubicBezTo>
                <a:close/>
                <a:moveTo>
                  <a:pt x="257958" y="161679"/>
                </a:moveTo>
                <a:lnTo>
                  <a:pt x="317251" y="220879"/>
                </a:lnTo>
                <a:lnTo>
                  <a:pt x="388070" y="291586"/>
                </a:lnTo>
                <a:lnTo>
                  <a:pt x="604906" y="508130"/>
                </a:lnTo>
                <a:cubicBezTo>
                  <a:pt x="611097" y="514311"/>
                  <a:pt x="611097" y="524344"/>
                  <a:pt x="604906" y="530526"/>
                </a:cubicBezTo>
                <a:lnTo>
                  <a:pt x="556567" y="578789"/>
                </a:lnTo>
                <a:cubicBezTo>
                  <a:pt x="553471" y="581880"/>
                  <a:pt x="549423" y="583449"/>
                  <a:pt x="545327" y="583449"/>
                </a:cubicBezTo>
                <a:cubicBezTo>
                  <a:pt x="541279" y="583449"/>
                  <a:pt x="537231" y="581880"/>
                  <a:pt x="534135" y="578789"/>
                </a:cubicBezTo>
                <a:lnTo>
                  <a:pt x="317251" y="362293"/>
                </a:lnTo>
                <a:lnTo>
                  <a:pt x="246481" y="291586"/>
                </a:lnTo>
                <a:lnTo>
                  <a:pt x="187140" y="232339"/>
                </a:lnTo>
                <a:close/>
                <a:moveTo>
                  <a:pt x="58606" y="160814"/>
                </a:moveTo>
                <a:lnTo>
                  <a:pt x="126401" y="228498"/>
                </a:lnTo>
                <a:lnTo>
                  <a:pt x="111975" y="242899"/>
                </a:lnTo>
                <a:lnTo>
                  <a:pt x="119307" y="250219"/>
                </a:lnTo>
                <a:cubicBezTo>
                  <a:pt x="126877" y="257824"/>
                  <a:pt x="126877" y="270087"/>
                  <a:pt x="119307" y="277692"/>
                </a:cubicBezTo>
                <a:lnTo>
                  <a:pt x="115641" y="281352"/>
                </a:lnTo>
                <a:cubicBezTo>
                  <a:pt x="108024" y="288909"/>
                  <a:pt x="95741" y="288909"/>
                  <a:pt x="88123" y="281352"/>
                </a:cubicBezTo>
                <a:lnTo>
                  <a:pt x="5712" y="199029"/>
                </a:lnTo>
                <a:cubicBezTo>
                  <a:pt x="-1905" y="191424"/>
                  <a:pt x="-1905" y="179161"/>
                  <a:pt x="5712" y="171604"/>
                </a:cubicBezTo>
                <a:lnTo>
                  <a:pt x="9378" y="167944"/>
                </a:lnTo>
                <a:cubicBezTo>
                  <a:pt x="16948" y="160339"/>
                  <a:pt x="29231" y="160339"/>
                  <a:pt x="36849" y="167944"/>
                </a:cubicBezTo>
                <a:lnTo>
                  <a:pt x="44180" y="175264"/>
                </a:lnTo>
                <a:close/>
                <a:moveTo>
                  <a:pt x="585775" y="66370"/>
                </a:moveTo>
                <a:cubicBezTo>
                  <a:pt x="589775" y="67101"/>
                  <a:pt x="593430" y="69680"/>
                  <a:pt x="595263" y="73839"/>
                </a:cubicBezTo>
                <a:cubicBezTo>
                  <a:pt x="613072" y="114675"/>
                  <a:pt x="607644" y="163212"/>
                  <a:pt x="578978" y="199341"/>
                </a:cubicBezTo>
                <a:cubicBezTo>
                  <a:pt x="574168" y="205379"/>
                  <a:pt x="565121" y="205854"/>
                  <a:pt x="559693" y="200387"/>
                </a:cubicBezTo>
                <a:lnTo>
                  <a:pt x="510789" y="151612"/>
                </a:lnTo>
                <a:cubicBezTo>
                  <a:pt x="505742" y="146526"/>
                  <a:pt x="505742" y="138349"/>
                  <a:pt x="510789" y="133262"/>
                </a:cubicBezTo>
                <a:lnTo>
                  <a:pt x="574216" y="69988"/>
                </a:lnTo>
                <a:cubicBezTo>
                  <a:pt x="577430" y="66756"/>
                  <a:pt x="581775" y="65639"/>
                  <a:pt x="585775" y="66370"/>
                </a:cubicBezTo>
                <a:close/>
                <a:moveTo>
                  <a:pt x="158702" y="26758"/>
                </a:moveTo>
                <a:cubicBezTo>
                  <a:pt x="163655" y="26758"/>
                  <a:pt x="168654" y="28660"/>
                  <a:pt x="172463" y="32464"/>
                </a:cubicBezTo>
                <a:lnTo>
                  <a:pt x="179701" y="39691"/>
                </a:lnTo>
                <a:lnTo>
                  <a:pt x="246935" y="106831"/>
                </a:lnTo>
                <a:lnTo>
                  <a:pt x="254886" y="114819"/>
                </a:lnTo>
                <a:cubicBezTo>
                  <a:pt x="261457" y="121334"/>
                  <a:pt x="262362" y="131414"/>
                  <a:pt x="257600" y="138879"/>
                </a:cubicBezTo>
                <a:cubicBezTo>
                  <a:pt x="256839" y="140068"/>
                  <a:pt x="255934" y="141209"/>
                  <a:pt x="254886" y="142255"/>
                </a:cubicBezTo>
                <a:lnTo>
                  <a:pt x="252315" y="144823"/>
                </a:lnTo>
                <a:lnTo>
                  <a:pt x="246696" y="150434"/>
                </a:lnTo>
                <a:lnTo>
                  <a:pt x="175892" y="221140"/>
                </a:lnTo>
                <a:lnTo>
                  <a:pt x="172463" y="224611"/>
                </a:lnTo>
                <a:cubicBezTo>
                  <a:pt x="171702" y="225324"/>
                  <a:pt x="170940" y="225990"/>
                  <a:pt x="170130" y="226560"/>
                </a:cubicBezTo>
                <a:cubicBezTo>
                  <a:pt x="167749" y="228319"/>
                  <a:pt x="165083" y="229413"/>
                  <a:pt x="162274" y="229936"/>
                </a:cubicBezTo>
                <a:cubicBezTo>
                  <a:pt x="161083" y="230174"/>
                  <a:pt x="159893" y="230269"/>
                  <a:pt x="158702" y="230269"/>
                </a:cubicBezTo>
                <a:cubicBezTo>
                  <a:pt x="153703" y="230269"/>
                  <a:pt x="148751" y="228367"/>
                  <a:pt x="144942" y="224611"/>
                </a:cubicBezTo>
                <a:lnTo>
                  <a:pt x="137609" y="217288"/>
                </a:lnTo>
                <a:lnTo>
                  <a:pt x="69804" y="149578"/>
                </a:lnTo>
                <a:lnTo>
                  <a:pt x="62519" y="142255"/>
                </a:lnTo>
                <a:cubicBezTo>
                  <a:pt x="54900" y="134647"/>
                  <a:pt x="54900" y="122380"/>
                  <a:pt x="62519" y="114819"/>
                </a:cubicBezTo>
                <a:lnTo>
                  <a:pt x="144942" y="32464"/>
                </a:lnTo>
                <a:cubicBezTo>
                  <a:pt x="148751" y="28660"/>
                  <a:pt x="153750" y="26758"/>
                  <a:pt x="158702" y="26758"/>
                </a:cubicBezTo>
                <a:close/>
                <a:moveTo>
                  <a:pt x="254809" y="6542"/>
                </a:moveTo>
                <a:cubicBezTo>
                  <a:pt x="277279" y="4029"/>
                  <a:pt x="300492" y="9424"/>
                  <a:pt x="321015" y="29913"/>
                </a:cubicBezTo>
                <a:cubicBezTo>
                  <a:pt x="380347" y="89193"/>
                  <a:pt x="337205" y="46124"/>
                  <a:pt x="260017" y="97465"/>
                </a:cubicBezTo>
                <a:lnTo>
                  <a:pt x="193067" y="30626"/>
                </a:lnTo>
                <a:cubicBezTo>
                  <a:pt x="210614" y="19479"/>
                  <a:pt x="232340" y="9056"/>
                  <a:pt x="254809" y="6542"/>
                </a:cubicBezTo>
                <a:close/>
                <a:moveTo>
                  <a:pt x="503105" y="953"/>
                </a:moveTo>
                <a:cubicBezTo>
                  <a:pt x="515252" y="2468"/>
                  <a:pt x="527216" y="5788"/>
                  <a:pt x="538560" y="10911"/>
                </a:cubicBezTo>
                <a:cubicBezTo>
                  <a:pt x="546131" y="14334"/>
                  <a:pt x="547940" y="24224"/>
                  <a:pt x="542083" y="30073"/>
                </a:cubicBezTo>
                <a:lnTo>
                  <a:pt x="465709" y="106341"/>
                </a:lnTo>
                <a:cubicBezTo>
                  <a:pt x="456424" y="115613"/>
                  <a:pt x="456424" y="130639"/>
                  <a:pt x="465709" y="139911"/>
                </a:cubicBezTo>
                <a:lnTo>
                  <a:pt x="542131" y="216227"/>
                </a:lnTo>
                <a:cubicBezTo>
                  <a:pt x="547940" y="222028"/>
                  <a:pt x="546178" y="231823"/>
                  <a:pt x="538655" y="235246"/>
                </a:cubicBezTo>
                <a:cubicBezTo>
                  <a:pt x="508181" y="249035"/>
                  <a:pt x="473184" y="249844"/>
                  <a:pt x="442187" y="237528"/>
                </a:cubicBezTo>
                <a:lnTo>
                  <a:pt x="399238" y="280370"/>
                </a:lnTo>
                <a:lnTo>
                  <a:pt x="328482" y="209712"/>
                </a:lnTo>
                <a:lnTo>
                  <a:pt x="372240" y="166015"/>
                </a:lnTo>
                <a:cubicBezTo>
                  <a:pt x="356051" y="122270"/>
                  <a:pt x="365527" y="71060"/>
                  <a:pt x="400571" y="36064"/>
                </a:cubicBezTo>
                <a:cubicBezTo>
                  <a:pt x="428569" y="8106"/>
                  <a:pt x="466664" y="-3592"/>
                  <a:pt x="503105" y="953"/>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4B6564"/>
              </a:solidFill>
              <a:effectLst/>
              <a:uLnTx/>
              <a:uFillTx/>
              <a:latin typeface="微软雅黑" pitchFamily="34" charset="-122"/>
              <a:ea typeface="微软雅黑" pitchFamily="34" charset="-122"/>
              <a:cs typeface="思源黑体 CN Regular" panose="020B0500000000000000" charset="-122"/>
            </a:endParaRPr>
          </a:p>
        </p:txBody>
      </p:sp>
      <p:sp>
        <p:nvSpPr>
          <p:cNvPr id="46" name="觅知网-不倒翁ID:189359941"/>
          <p:cNvSpPr/>
          <p:nvPr>
            <p:custDataLst>
              <p:tags r:id="rId5"/>
            </p:custDataLst>
          </p:nvPr>
        </p:nvSpPr>
        <p:spPr bwMode="auto">
          <a:xfrm>
            <a:off x="5929720" y="4521077"/>
            <a:ext cx="340123" cy="251624"/>
          </a:xfrm>
          <a:custGeom>
            <a:avLst/>
            <a:gdLst>
              <a:gd name="T0" fmla="*/ 278945 h 440259"/>
              <a:gd name="T1" fmla="*/ 278945 h 440259"/>
              <a:gd name="T2" fmla="*/ 278945 h 440259"/>
              <a:gd name="T3" fmla="*/ 278945 h 440259"/>
              <a:gd name="T4" fmla="*/ 278945 h 440259"/>
              <a:gd name="T5" fmla="*/ 278945 h 440259"/>
              <a:gd name="T6" fmla="*/ 278945 h 440259"/>
              <a:gd name="T7" fmla="*/ 278945 h 440259"/>
              <a:gd name="T8" fmla="*/ 278945 h 440259"/>
              <a:gd name="T9" fmla="*/ 278945 h 440259"/>
              <a:gd name="T10" fmla="*/ 278945 h 440259"/>
              <a:gd name="T11" fmla="*/ 278945 h 440259"/>
              <a:gd name="T12" fmla="*/ 278945 h 440259"/>
              <a:gd name="T13" fmla="*/ 278945 h 440259"/>
              <a:gd name="T14" fmla="*/ 278945 h 440259"/>
              <a:gd name="T15" fmla="*/ 278945 h 440259"/>
              <a:gd name="T16" fmla="*/ 278945 h 440259"/>
              <a:gd name="T17" fmla="*/ 278945 h 440259"/>
              <a:gd name="T18" fmla="*/ 278945 h 440259"/>
              <a:gd name="T19" fmla="*/ 278945 h 440259"/>
              <a:gd name="T20" fmla="*/ 278945 h 440259"/>
              <a:gd name="T21" fmla="*/ 278945 h 440259"/>
              <a:gd name="T22" fmla="*/ 278945 h 440259"/>
              <a:gd name="T23" fmla="*/ 278945 h 440259"/>
              <a:gd name="T24" fmla="*/ 278945 h 440259"/>
              <a:gd name="T25" fmla="*/ 278945 h 440259"/>
              <a:gd name="T26" fmla="*/ 278945 h 440259"/>
              <a:gd name="T27" fmla="*/ 278945 h 440259"/>
              <a:gd name="T28" fmla="*/ 278945 h 440259"/>
              <a:gd name="T29" fmla="*/ 278945 h 440259"/>
              <a:gd name="T30" fmla="*/ 88862 h 440259"/>
              <a:gd name="T31" fmla="*/ 88862 h 440259"/>
              <a:gd name="T32" fmla="*/ 278945 h 440259"/>
              <a:gd name="T33" fmla="*/ 278945 h 440259"/>
              <a:gd name="T34" fmla="*/ 278945 h 440259"/>
              <a:gd name="T35" fmla="*/ 278945 h 440259"/>
              <a:gd name="T36" fmla="*/ 278945 h 440259"/>
              <a:gd name="T37" fmla="*/ 278945 h 440259"/>
              <a:gd name="T38" fmla="*/ 278945 h 440259"/>
              <a:gd name="T39" fmla="*/ 278945 h 440259"/>
              <a:gd name="T40" fmla="*/ 278945 h 440259"/>
              <a:gd name="T41" fmla="*/ 278945 h 440259"/>
              <a:gd name="T42" fmla="*/ 278945 h 440259"/>
              <a:gd name="T43" fmla="*/ 278945 h 440259"/>
              <a:gd name="T44" fmla="*/ 278945 h 440259"/>
              <a:gd name="T45" fmla="*/ 278945 h 440259"/>
              <a:gd name="T46" fmla="*/ 278945 h 440259"/>
              <a:gd name="T47" fmla="*/ 278945 h 440259"/>
              <a:gd name="T48" fmla="*/ 278945 h 440259"/>
              <a:gd name="T49" fmla="*/ 278945 h 440259"/>
              <a:gd name="T50" fmla="*/ 278945 h 440259"/>
              <a:gd name="T51" fmla="*/ 278945 h 440259"/>
              <a:gd name="T52" fmla="*/ 278945 h 440259"/>
              <a:gd name="T53" fmla="*/ 278945 h 440259"/>
              <a:gd name="T54" fmla="*/ 278945 h 440259"/>
              <a:gd name="T55" fmla="*/ 278945 h 440259"/>
              <a:gd name="T56" fmla="*/ 278945 h 440259"/>
              <a:gd name="T57" fmla="*/ 278945 h 440259"/>
              <a:gd name="T58" fmla="*/ 278945 h 440259"/>
              <a:gd name="T59" fmla="*/ 278945 h 440259"/>
              <a:gd name="T60" fmla="*/ 278945 h 440259"/>
              <a:gd name="T61" fmla="*/ 278945 h 440259"/>
              <a:gd name="T62" fmla="*/ 278945 h 440259"/>
              <a:gd name="T63" fmla="*/ 278945 h 440259"/>
              <a:gd name="T64" fmla="*/ 278945 h 440259"/>
              <a:gd name="T65" fmla="*/ 278945 h 440259"/>
              <a:gd name="T66" fmla="*/ 278945 h 440259"/>
              <a:gd name="T67" fmla="*/ 278945 h 440259"/>
              <a:gd name="T68" fmla="*/ 278945 h 440259"/>
              <a:gd name="T69" fmla="*/ 278945 h 440259"/>
              <a:gd name="T70" fmla="*/ 278945 h 440259"/>
              <a:gd name="T71" fmla="*/ 278945 h 440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608" h="4896">
                <a:moveTo>
                  <a:pt x="6608" y="638"/>
                </a:moveTo>
                <a:lnTo>
                  <a:pt x="6608" y="2638"/>
                </a:lnTo>
                <a:cubicBezTo>
                  <a:pt x="6608" y="2638"/>
                  <a:pt x="6180" y="2723"/>
                  <a:pt x="6092" y="2734"/>
                </a:cubicBezTo>
                <a:cubicBezTo>
                  <a:pt x="6004" y="2745"/>
                  <a:pt x="5728" y="2834"/>
                  <a:pt x="5528" y="2642"/>
                </a:cubicBezTo>
                <a:cubicBezTo>
                  <a:pt x="5219" y="2346"/>
                  <a:pt x="4122" y="1254"/>
                  <a:pt x="4122" y="1254"/>
                </a:cubicBezTo>
                <a:cubicBezTo>
                  <a:pt x="4122" y="1254"/>
                  <a:pt x="3932" y="1069"/>
                  <a:pt x="3629" y="1229"/>
                </a:cubicBezTo>
                <a:cubicBezTo>
                  <a:pt x="3350" y="1376"/>
                  <a:pt x="2936" y="1592"/>
                  <a:pt x="2764" y="1675"/>
                </a:cubicBezTo>
                <a:cubicBezTo>
                  <a:pt x="2437" y="1849"/>
                  <a:pt x="2167" y="1574"/>
                  <a:pt x="2167" y="1364"/>
                </a:cubicBezTo>
                <a:cubicBezTo>
                  <a:pt x="2167" y="1201"/>
                  <a:pt x="2269" y="1090"/>
                  <a:pt x="2414" y="1009"/>
                </a:cubicBezTo>
                <a:cubicBezTo>
                  <a:pt x="2808" y="770"/>
                  <a:pt x="3637" y="305"/>
                  <a:pt x="3983" y="121"/>
                </a:cubicBezTo>
                <a:cubicBezTo>
                  <a:pt x="4193" y="9"/>
                  <a:pt x="4344" y="0"/>
                  <a:pt x="4633" y="243"/>
                </a:cubicBezTo>
                <a:cubicBezTo>
                  <a:pt x="4988" y="541"/>
                  <a:pt x="5304" y="814"/>
                  <a:pt x="5304" y="814"/>
                </a:cubicBezTo>
                <a:cubicBezTo>
                  <a:pt x="5304" y="814"/>
                  <a:pt x="5407" y="900"/>
                  <a:pt x="5571" y="865"/>
                </a:cubicBezTo>
                <a:cubicBezTo>
                  <a:pt x="5975" y="780"/>
                  <a:pt x="6608" y="638"/>
                  <a:pt x="6608" y="638"/>
                </a:cubicBezTo>
                <a:close/>
                <a:moveTo>
                  <a:pt x="2241" y="4027"/>
                </a:moveTo>
                <a:cubicBezTo>
                  <a:pt x="2294" y="3891"/>
                  <a:pt x="2277" y="3738"/>
                  <a:pt x="2175" y="3633"/>
                </a:cubicBezTo>
                <a:cubicBezTo>
                  <a:pt x="2083" y="3540"/>
                  <a:pt x="1950" y="3515"/>
                  <a:pt x="1822" y="3544"/>
                </a:cubicBezTo>
                <a:cubicBezTo>
                  <a:pt x="1858" y="3418"/>
                  <a:pt x="1838" y="3283"/>
                  <a:pt x="1746" y="3188"/>
                </a:cubicBezTo>
                <a:cubicBezTo>
                  <a:pt x="1654" y="3095"/>
                  <a:pt x="1521" y="3070"/>
                  <a:pt x="1394" y="3099"/>
                </a:cubicBezTo>
                <a:cubicBezTo>
                  <a:pt x="1429" y="2973"/>
                  <a:pt x="1409" y="2838"/>
                  <a:pt x="1317" y="2744"/>
                </a:cubicBezTo>
                <a:cubicBezTo>
                  <a:pt x="1173" y="2596"/>
                  <a:pt x="924" y="2602"/>
                  <a:pt x="760" y="2758"/>
                </a:cubicBezTo>
                <a:cubicBezTo>
                  <a:pt x="597" y="2915"/>
                  <a:pt x="492" y="3198"/>
                  <a:pt x="638" y="3365"/>
                </a:cubicBezTo>
                <a:cubicBezTo>
                  <a:pt x="783" y="3531"/>
                  <a:pt x="950" y="3430"/>
                  <a:pt x="1077" y="3401"/>
                </a:cubicBezTo>
                <a:cubicBezTo>
                  <a:pt x="1042" y="3527"/>
                  <a:pt x="936" y="3645"/>
                  <a:pt x="1066" y="3810"/>
                </a:cubicBezTo>
                <a:cubicBezTo>
                  <a:pt x="1197" y="3975"/>
                  <a:pt x="1378" y="3875"/>
                  <a:pt x="1506" y="3846"/>
                </a:cubicBezTo>
                <a:cubicBezTo>
                  <a:pt x="1470" y="3972"/>
                  <a:pt x="1369" y="4101"/>
                  <a:pt x="1494" y="4254"/>
                </a:cubicBezTo>
                <a:cubicBezTo>
                  <a:pt x="1621" y="4408"/>
                  <a:pt x="1829" y="4326"/>
                  <a:pt x="1966" y="4283"/>
                </a:cubicBezTo>
                <a:cubicBezTo>
                  <a:pt x="1913" y="4419"/>
                  <a:pt x="1799" y="4566"/>
                  <a:pt x="1945" y="4730"/>
                </a:cubicBezTo>
                <a:cubicBezTo>
                  <a:pt x="2090" y="4896"/>
                  <a:pt x="2426" y="4819"/>
                  <a:pt x="2590" y="4663"/>
                </a:cubicBezTo>
                <a:cubicBezTo>
                  <a:pt x="2753" y="4506"/>
                  <a:pt x="2769" y="4258"/>
                  <a:pt x="2625" y="4110"/>
                </a:cubicBezTo>
                <a:cubicBezTo>
                  <a:pt x="2526" y="4008"/>
                  <a:pt x="2378" y="3985"/>
                  <a:pt x="2241" y="4027"/>
                </a:cubicBezTo>
                <a:close/>
                <a:moveTo>
                  <a:pt x="5233" y="2987"/>
                </a:moveTo>
                <a:cubicBezTo>
                  <a:pt x="4047" y="1802"/>
                  <a:pt x="4605" y="2359"/>
                  <a:pt x="3967" y="1720"/>
                </a:cubicBezTo>
                <a:cubicBezTo>
                  <a:pt x="3967" y="1720"/>
                  <a:pt x="3775" y="1529"/>
                  <a:pt x="3523" y="1640"/>
                </a:cubicBezTo>
                <a:cubicBezTo>
                  <a:pt x="3346" y="1718"/>
                  <a:pt x="3117" y="1824"/>
                  <a:pt x="2945" y="1905"/>
                </a:cubicBezTo>
                <a:cubicBezTo>
                  <a:pt x="2757" y="2004"/>
                  <a:pt x="2621" y="2034"/>
                  <a:pt x="2557" y="2034"/>
                </a:cubicBezTo>
                <a:cubicBezTo>
                  <a:pt x="2192" y="2031"/>
                  <a:pt x="1896" y="1738"/>
                  <a:pt x="1896" y="1373"/>
                </a:cubicBezTo>
                <a:cubicBezTo>
                  <a:pt x="1896" y="1137"/>
                  <a:pt x="2022" y="931"/>
                  <a:pt x="2209" y="814"/>
                </a:cubicBezTo>
                <a:cubicBezTo>
                  <a:pt x="2472" y="632"/>
                  <a:pt x="3078" y="310"/>
                  <a:pt x="3078" y="310"/>
                </a:cubicBezTo>
                <a:cubicBezTo>
                  <a:pt x="3078" y="310"/>
                  <a:pt x="2894" y="76"/>
                  <a:pt x="2489" y="76"/>
                </a:cubicBezTo>
                <a:cubicBezTo>
                  <a:pt x="2085" y="76"/>
                  <a:pt x="1240" y="629"/>
                  <a:pt x="1240" y="629"/>
                </a:cubicBezTo>
                <a:cubicBezTo>
                  <a:pt x="1240" y="629"/>
                  <a:pt x="1000" y="783"/>
                  <a:pt x="659" y="644"/>
                </a:cubicBezTo>
                <a:lnTo>
                  <a:pt x="0" y="415"/>
                </a:lnTo>
                <a:lnTo>
                  <a:pt x="0" y="2704"/>
                </a:lnTo>
                <a:cubicBezTo>
                  <a:pt x="0" y="2704"/>
                  <a:pt x="188" y="2758"/>
                  <a:pt x="357" y="2827"/>
                </a:cubicBezTo>
                <a:cubicBezTo>
                  <a:pt x="395" y="2719"/>
                  <a:pt x="457" y="2618"/>
                  <a:pt x="542" y="2535"/>
                </a:cubicBezTo>
                <a:cubicBezTo>
                  <a:pt x="822" y="2268"/>
                  <a:pt x="1287" y="2265"/>
                  <a:pt x="1542" y="2528"/>
                </a:cubicBezTo>
                <a:cubicBezTo>
                  <a:pt x="1619" y="2608"/>
                  <a:pt x="1673" y="2703"/>
                  <a:pt x="1700" y="2808"/>
                </a:cubicBezTo>
                <a:cubicBezTo>
                  <a:pt x="1803" y="2840"/>
                  <a:pt x="1896" y="2896"/>
                  <a:pt x="1971" y="2973"/>
                </a:cubicBezTo>
                <a:cubicBezTo>
                  <a:pt x="2048" y="3053"/>
                  <a:pt x="2101" y="3148"/>
                  <a:pt x="2129" y="3253"/>
                </a:cubicBezTo>
                <a:cubicBezTo>
                  <a:pt x="2231" y="3285"/>
                  <a:pt x="2324" y="3341"/>
                  <a:pt x="2399" y="3418"/>
                </a:cubicBezTo>
                <a:cubicBezTo>
                  <a:pt x="2484" y="3505"/>
                  <a:pt x="2540" y="3611"/>
                  <a:pt x="2566" y="3725"/>
                </a:cubicBezTo>
                <a:cubicBezTo>
                  <a:pt x="2674" y="3756"/>
                  <a:pt x="2771" y="3814"/>
                  <a:pt x="2849" y="3894"/>
                </a:cubicBezTo>
                <a:cubicBezTo>
                  <a:pt x="3002" y="4051"/>
                  <a:pt x="3056" y="4265"/>
                  <a:pt x="3023" y="4471"/>
                </a:cubicBezTo>
                <a:cubicBezTo>
                  <a:pt x="3024" y="4471"/>
                  <a:pt x="3024" y="4471"/>
                  <a:pt x="3024" y="4472"/>
                </a:cubicBezTo>
                <a:cubicBezTo>
                  <a:pt x="3027" y="4475"/>
                  <a:pt x="3119" y="4578"/>
                  <a:pt x="3177" y="4636"/>
                </a:cubicBezTo>
                <a:cubicBezTo>
                  <a:pt x="3290" y="4749"/>
                  <a:pt x="3475" y="4749"/>
                  <a:pt x="3588" y="4636"/>
                </a:cubicBezTo>
                <a:cubicBezTo>
                  <a:pt x="3700" y="4523"/>
                  <a:pt x="3701" y="4339"/>
                  <a:pt x="3588" y="4225"/>
                </a:cubicBezTo>
                <a:cubicBezTo>
                  <a:pt x="3584" y="4221"/>
                  <a:pt x="3180" y="3799"/>
                  <a:pt x="3213" y="3766"/>
                </a:cubicBezTo>
                <a:cubicBezTo>
                  <a:pt x="3245" y="3734"/>
                  <a:pt x="3759" y="4269"/>
                  <a:pt x="3769" y="4279"/>
                </a:cubicBezTo>
                <a:cubicBezTo>
                  <a:pt x="3882" y="4391"/>
                  <a:pt x="4066" y="4391"/>
                  <a:pt x="4179" y="4279"/>
                </a:cubicBezTo>
                <a:cubicBezTo>
                  <a:pt x="4292" y="4166"/>
                  <a:pt x="4292" y="3981"/>
                  <a:pt x="4179" y="3868"/>
                </a:cubicBezTo>
                <a:cubicBezTo>
                  <a:pt x="4174" y="3863"/>
                  <a:pt x="4151" y="3841"/>
                  <a:pt x="4142" y="3832"/>
                </a:cubicBezTo>
                <a:cubicBezTo>
                  <a:pt x="4142" y="3832"/>
                  <a:pt x="3632" y="3378"/>
                  <a:pt x="3671" y="3339"/>
                </a:cubicBezTo>
                <a:cubicBezTo>
                  <a:pt x="3710" y="3300"/>
                  <a:pt x="4343" y="3891"/>
                  <a:pt x="4345" y="3891"/>
                </a:cubicBezTo>
                <a:cubicBezTo>
                  <a:pt x="4458" y="3993"/>
                  <a:pt x="4634" y="3992"/>
                  <a:pt x="4743" y="3883"/>
                </a:cubicBezTo>
                <a:cubicBezTo>
                  <a:pt x="4850" y="3776"/>
                  <a:pt x="4852" y="3608"/>
                  <a:pt x="4758" y="3494"/>
                </a:cubicBezTo>
                <a:cubicBezTo>
                  <a:pt x="4756" y="3488"/>
                  <a:pt x="4275" y="2986"/>
                  <a:pt x="4312" y="2948"/>
                </a:cubicBezTo>
                <a:cubicBezTo>
                  <a:pt x="4351" y="2910"/>
                  <a:pt x="4826" y="3400"/>
                  <a:pt x="4827" y="3401"/>
                </a:cubicBezTo>
                <a:cubicBezTo>
                  <a:pt x="4940" y="3513"/>
                  <a:pt x="5124" y="3513"/>
                  <a:pt x="5238" y="3401"/>
                </a:cubicBezTo>
                <a:cubicBezTo>
                  <a:pt x="5350" y="3288"/>
                  <a:pt x="5350" y="3103"/>
                  <a:pt x="5238" y="2990"/>
                </a:cubicBezTo>
                <a:cubicBezTo>
                  <a:pt x="5236" y="2989"/>
                  <a:pt x="5234" y="2988"/>
                  <a:pt x="5233" y="2987"/>
                </a:cubicBezTo>
                <a:close/>
              </a:path>
            </a:pathLst>
          </a:custGeom>
          <a:solidFill>
            <a:schemeClr val="bg1"/>
          </a:solidFill>
          <a:ln>
            <a:noFill/>
          </a:ln>
        </p:spPr>
        <p:txBody>
          <a:bodyPr wrap="square" lIns="91440" tIns="45720" rIns="91440" bIns="45720">
            <a:normAutofit fontScale="70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4B6564"/>
              </a:solidFill>
              <a:effectLst/>
              <a:uLnTx/>
              <a:uFillTx/>
              <a:latin typeface="微软雅黑" pitchFamily="34" charset="-122"/>
              <a:ea typeface="微软雅黑" pitchFamily="34" charset="-122"/>
              <a:cs typeface="思源黑体 CN Regular" panose="020B0500000000000000" charset="-122"/>
            </a:endParaRPr>
          </a:p>
        </p:txBody>
      </p:sp>
      <p:sp>
        <p:nvSpPr>
          <p:cNvPr id="47" name="觅知网-不倒翁ID:189359941"/>
          <p:cNvSpPr/>
          <p:nvPr>
            <p:custDataLst>
              <p:tags r:id="rId6"/>
            </p:custDataLst>
          </p:nvPr>
        </p:nvSpPr>
        <p:spPr bwMode="auto">
          <a:xfrm>
            <a:off x="5966031" y="5328562"/>
            <a:ext cx="292711" cy="255518"/>
          </a:xfrm>
          <a:custGeom>
            <a:avLst/>
            <a:gdLst>
              <a:gd name="connsiteX0" fmla="*/ 424975 w 608697"/>
              <a:gd name="connsiteY0" fmla="*/ 168488 h 531358"/>
              <a:gd name="connsiteX1" fmla="*/ 387604 w 608697"/>
              <a:gd name="connsiteY1" fmla="*/ 205806 h 531358"/>
              <a:gd name="connsiteX2" fmla="*/ 424975 w 608697"/>
              <a:gd name="connsiteY2" fmla="*/ 243124 h 531358"/>
              <a:gd name="connsiteX3" fmla="*/ 462346 w 608697"/>
              <a:gd name="connsiteY3" fmla="*/ 205806 h 531358"/>
              <a:gd name="connsiteX4" fmla="*/ 424975 w 608697"/>
              <a:gd name="connsiteY4" fmla="*/ 168488 h 531358"/>
              <a:gd name="connsiteX5" fmla="*/ 287947 w 608697"/>
              <a:gd name="connsiteY5" fmla="*/ 168488 h 531358"/>
              <a:gd name="connsiteX6" fmla="*/ 250576 w 608697"/>
              <a:gd name="connsiteY6" fmla="*/ 205806 h 531358"/>
              <a:gd name="connsiteX7" fmla="*/ 287947 w 608697"/>
              <a:gd name="connsiteY7" fmla="*/ 243124 h 531358"/>
              <a:gd name="connsiteX8" fmla="*/ 325318 w 608697"/>
              <a:gd name="connsiteY8" fmla="*/ 205806 h 531358"/>
              <a:gd name="connsiteX9" fmla="*/ 287947 w 608697"/>
              <a:gd name="connsiteY9" fmla="*/ 168488 h 531358"/>
              <a:gd name="connsiteX10" fmla="*/ 102356 w 608697"/>
              <a:gd name="connsiteY10" fmla="*/ 121231 h 531358"/>
              <a:gd name="connsiteX11" fmla="*/ 98850 w 608697"/>
              <a:gd name="connsiteY11" fmla="*/ 127711 h 531358"/>
              <a:gd name="connsiteX12" fmla="*/ 76842 w 608697"/>
              <a:gd name="connsiteY12" fmla="*/ 217990 h 531358"/>
              <a:gd name="connsiteX13" fmla="*/ 98850 w 608697"/>
              <a:gd name="connsiteY13" fmla="*/ 308194 h 531358"/>
              <a:gd name="connsiteX14" fmla="*/ 157488 w 608697"/>
              <a:gd name="connsiteY14" fmla="*/ 380223 h 531358"/>
              <a:gd name="connsiteX15" fmla="*/ 344668 w 608697"/>
              <a:gd name="connsiteY15" fmla="*/ 444729 h 531358"/>
              <a:gd name="connsiteX16" fmla="*/ 370257 w 608697"/>
              <a:gd name="connsiteY16" fmla="*/ 443687 h 531358"/>
              <a:gd name="connsiteX17" fmla="*/ 236717 w 608697"/>
              <a:gd name="connsiteY17" fmla="*/ 477876 h 531358"/>
              <a:gd name="connsiteX18" fmla="*/ 198072 w 608697"/>
              <a:gd name="connsiteY18" fmla="*/ 475344 h 531358"/>
              <a:gd name="connsiteX19" fmla="*/ 82437 w 608697"/>
              <a:gd name="connsiteY19" fmla="*/ 531284 h 531358"/>
              <a:gd name="connsiteX20" fmla="*/ 81542 w 608697"/>
              <a:gd name="connsiteY20" fmla="*/ 531358 h 531358"/>
              <a:gd name="connsiteX21" fmla="*/ 75051 w 608697"/>
              <a:gd name="connsiteY21" fmla="*/ 527857 h 531358"/>
              <a:gd name="connsiteX22" fmla="*/ 74753 w 608697"/>
              <a:gd name="connsiteY22" fmla="*/ 519738 h 531358"/>
              <a:gd name="connsiteX23" fmla="*/ 88778 w 608697"/>
              <a:gd name="connsiteY23" fmla="*/ 435046 h 531358"/>
              <a:gd name="connsiteX24" fmla="*/ 0 w 608697"/>
              <a:gd name="connsiteY24" fmla="*/ 282198 h 531358"/>
              <a:gd name="connsiteX25" fmla="*/ 102356 w 608697"/>
              <a:gd name="connsiteY25" fmla="*/ 121231 h 531358"/>
              <a:gd name="connsiteX26" fmla="*/ 356424 w 608697"/>
              <a:gd name="connsiteY26" fmla="*/ 0 h 531358"/>
              <a:gd name="connsiteX27" fmla="*/ 608697 w 608697"/>
              <a:gd name="connsiteY27" fmla="*/ 211244 h 531358"/>
              <a:gd name="connsiteX28" fmla="*/ 518290 w 608697"/>
              <a:gd name="connsiteY28" fmla="*/ 373401 h 531358"/>
              <a:gd name="connsiteX29" fmla="*/ 531941 w 608697"/>
              <a:gd name="connsiteY29" fmla="*/ 441109 h 531358"/>
              <a:gd name="connsiteX30" fmla="*/ 531120 w 608697"/>
              <a:gd name="connsiteY30" fmla="*/ 465391 h 531358"/>
              <a:gd name="connsiteX31" fmla="*/ 511577 w 608697"/>
              <a:gd name="connsiteY31" fmla="*/ 475894 h 531358"/>
              <a:gd name="connsiteX32" fmla="*/ 509041 w 608697"/>
              <a:gd name="connsiteY32" fmla="*/ 475745 h 531358"/>
              <a:gd name="connsiteX33" fmla="*/ 391408 w 608697"/>
              <a:gd name="connsiteY33" fmla="*/ 420476 h 531358"/>
              <a:gd name="connsiteX34" fmla="*/ 356424 w 608697"/>
              <a:gd name="connsiteY34" fmla="*/ 422487 h 531358"/>
              <a:gd name="connsiteX35" fmla="*/ 104225 w 608697"/>
              <a:gd name="connsiteY35" fmla="*/ 211244 h 531358"/>
              <a:gd name="connsiteX36" fmla="*/ 356424 w 608697"/>
              <a:gd name="connsiteY36" fmla="*/ 0 h 531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8697" h="531358">
                <a:moveTo>
                  <a:pt x="424975" y="168488"/>
                </a:moveTo>
                <a:cubicBezTo>
                  <a:pt x="404312" y="168488"/>
                  <a:pt x="387604" y="185248"/>
                  <a:pt x="387604" y="205806"/>
                </a:cubicBezTo>
                <a:cubicBezTo>
                  <a:pt x="387604" y="226439"/>
                  <a:pt x="404312" y="243124"/>
                  <a:pt x="424975" y="243124"/>
                </a:cubicBezTo>
                <a:cubicBezTo>
                  <a:pt x="445562" y="243124"/>
                  <a:pt x="462346" y="226439"/>
                  <a:pt x="462346" y="205806"/>
                </a:cubicBezTo>
                <a:cubicBezTo>
                  <a:pt x="462346" y="185248"/>
                  <a:pt x="445637" y="168488"/>
                  <a:pt x="424975" y="168488"/>
                </a:cubicBezTo>
                <a:close/>
                <a:moveTo>
                  <a:pt x="287947" y="168488"/>
                </a:moveTo>
                <a:cubicBezTo>
                  <a:pt x="267285" y="168488"/>
                  <a:pt x="250576" y="185248"/>
                  <a:pt x="250576" y="205806"/>
                </a:cubicBezTo>
                <a:cubicBezTo>
                  <a:pt x="250576" y="226439"/>
                  <a:pt x="267285" y="243124"/>
                  <a:pt x="287947" y="243124"/>
                </a:cubicBezTo>
                <a:cubicBezTo>
                  <a:pt x="308610" y="243124"/>
                  <a:pt x="325318" y="226439"/>
                  <a:pt x="325318" y="205806"/>
                </a:cubicBezTo>
                <a:cubicBezTo>
                  <a:pt x="325318" y="185248"/>
                  <a:pt x="308610" y="168488"/>
                  <a:pt x="287947" y="168488"/>
                </a:cubicBezTo>
                <a:close/>
                <a:moveTo>
                  <a:pt x="102356" y="121231"/>
                </a:moveTo>
                <a:cubicBezTo>
                  <a:pt x="101162" y="123317"/>
                  <a:pt x="99969" y="125477"/>
                  <a:pt x="98850" y="127711"/>
                </a:cubicBezTo>
                <a:cubicBezTo>
                  <a:pt x="84227" y="156240"/>
                  <a:pt x="76842" y="186631"/>
                  <a:pt x="76842" y="217990"/>
                </a:cubicBezTo>
                <a:cubicBezTo>
                  <a:pt x="76842" y="249275"/>
                  <a:pt x="84227" y="279666"/>
                  <a:pt x="98850" y="308194"/>
                </a:cubicBezTo>
                <a:cubicBezTo>
                  <a:pt x="112726" y="335308"/>
                  <a:pt x="132496" y="359516"/>
                  <a:pt x="157488" y="380223"/>
                </a:cubicBezTo>
                <a:cubicBezTo>
                  <a:pt x="207845" y="421787"/>
                  <a:pt x="274317" y="444729"/>
                  <a:pt x="344668" y="444729"/>
                </a:cubicBezTo>
                <a:cubicBezTo>
                  <a:pt x="353173" y="444729"/>
                  <a:pt x="361752" y="444357"/>
                  <a:pt x="370257" y="443687"/>
                </a:cubicBezTo>
                <a:cubicBezTo>
                  <a:pt x="332209" y="465288"/>
                  <a:pt x="286254" y="477876"/>
                  <a:pt x="236717" y="477876"/>
                </a:cubicBezTo>
                <a:cubicBezTo>
                  <a:pt x="223736" y="477876"/>
                  <a:pt x="210755" y="477057"/>
                  <a:pt x="198072" y="475344"/>
                </a:cubicBezTo>
                <a:cubicBezTo>
                  <a:pt x="160397" y="499478"/>
                  <a:pt x="110637" y="528155"/>
                  <a:pt x="82437" y="531284"/>
                </a:cubicBezTo>
                <a:cubicBezTo>
                  <a:pt x="82138" y="531358"/>
                  <a:pt x="81840" y="531358"/>
                  <a:pt x="81542" y="531358"/>
                </a:cubicBezTo>
                <a:cubicBezTo>
                  <a:pt x="78930" y="531358"/>
                  <a:pt x="76469" y="530017"/>
                  <a:pt x="75051" y="527857"/>
                </a:cubicBezTo>
                <a:cubicBezTo>
                  <a:pt x="73410" y="525399"/>
                  <a:pt x="73335" y="522271"/>
                  <a:pt x="74753" y="519738"/>
                </a:cubicBezTo>
                <a:cubicBezTo>
                  <a:pt x="75051" y="519291"/>
                  <a:pt x="99223" y="476014"/>
                  <a:pt x="88778" y="435046"/>
                </a:cubicBezTo>
                <a:cubicBezTo>
                  <a:pt x="32303" y="397653"/>
                  <a:pt x="0" y="342160"/>
                  <a:pt x="0" y="282198"/>
                </a:cubicBezTo>
                <a:cubicBezTo>
                  <a:pt x="0" y="215532"/>
                  <a:pt x="40584" y="156538"/>
                  <a:pt x="102356" y="121231"/>
                </a:cubicBezTo>
                <a:close/>
                <a:moveTo>
                  <a:pt x="356424" y="0"/>
                </a:moveTo>
                <a:cubicBezTo>
                  <a:pt x="495540" y="0"/>
                  <a:pt x="608697" y="94747"/>
                  <a:pt x="608697" y="211244"/>
                </a:cubicBezTo>
                <a:cubicBezTo>
                  <a:pt x="608697" y="274408"/>
                  <a:pt x="575802" y="333178"/>
                  <a:pt x="518290" y="373401"/>
                </a:cubicBezTo>
                <a:cubicBezTo>
                  <a:pt x="512845" y="406324"/>
                  <a:pt x="531717" y="440811"/>
                  <a:pt x="531941" y="441109"/>
                </a:cubicBezTo>
                <a:cubicBezTo>
                  <a:pt x="536267" y="448781"/>
                  <a:pt x="535969" y="458092"/>
                  <a:pt x="531120" y="465391"/>
                </a:cubicBezTo>
                <a:cubicBezTo>
                  <a:pt x="526794" y="472021"/>
                  <a:pt x="519484" y="475894"/>
                  <a:pt x="511577" y="475894"/>
                </a:cubicBezTo>
                <a:cubicBezTo>
                  <a:pt x="510756" y="475894"/>
                  <a:pt x="509936" y="475894"/>
                  <a:pt x="509041" y="475745"/>
                </a:cubicBezTo>
                <a:cubicBezTo>
                  <a:pt x="484574" y="473064"/>
                  <a:pt x="444966" y="454442"/>
                  <a:pt x="391408" y="420476"/>
                </a:cubicBezTo>
                <a:cubicBezTo>
                  <a:pt x="379920" y="421817"/>
                  <a:pt x="368135" y="422487"/>
                  <a:pt x="356424" y="422487"/>
                </a:cubicBezTo>
                <a:cubicBezTo>
                  <a:pt x="217382" y="422487"/>
                  <a:pt x="104225" y="327741"/>
                  <a:pt x="104225" y="211244"/>
                </a:cubicBezTo>
                <a:cubicBezTo>
                  <a:pt x="104225" y="94747"/>
                  <a:pt x="217382" y="0"/>
                  <a:pt x="356424" y="0"/>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4B6564"/>
              </a:solidFill>
              <a:effectLst/>
              <a:uLnTx/>
              <a:uFillTx/>
              <a:latin typeface="微软雅黑" pitchFamily="34" charset="-122"/>
              <a:ea typeface="微软雅黑" pitchFamily="34" charset="-122"/>
              <a:cs typeface="思源黑体 CN Regular" panose="020B0500000000000000" charset="-122"/>
            </a:endParaRPr>
          </a:p>
        </p:txBody>
      </p:sp>
      <p:sp>
        <p:nvSpPr>
          <p:cNvPr id="17" name="文本框 16">
            <a:extLst>
              <a:ext uri="{FF2B5EF4-FFF2-40B4-BE49-F238E27FC236}">
                <a16:creationId xmlns:a16="http://schemas.microsoft.com/office/drawing/2014/main" id="{CF9DF799-0A86-20EE-BF4E-77D54D17FAA9}"/>
              </a:ext>
            </a:extLst>
          </p:cNvPr>
          <p:cNvSpPr txBox="1"/>
          <p:nvPr/>
        </p:nvSpPr>
        <p:spPr>
          <a:xfrm>
            <a:off x="672917" y="1484784"/>
            <a:ext cx="10813308" cy="646331"/>
          </a:xfrm>
          <a:prstGeom prst="rect">
            <a:avLst/>
          </a:prstGeom>
          <a:noFill/>
        </p:spPr>
        <p:txBody>
          <a:bodyPr wrap="square" rtlCol="0">
            <a:spAutoFit/>
          </a:bodyPr>
          <a:lstStyle/>
          <a:p>
            <a:r>
              <a:rPr lang="zh-CN" altLang="en-US" dirty="0"/>
              <a:t>为了探究</a:t>
            </a:r>
            <a:r>
              <a:rPr lang="en-US" altLang="zh-CN" dirty="0" err="1"/>
              <a:t>planTFC</a:t>
            </a:r>
            <a:r>
              <a:rPr lang="zh-CN" altLang="en-US" dirty="0"/>
              <a:t>模型相比</a:t>
            </a:r>
            <a:r>
              <a:rPr lang="en-US" altLang="zh-CN" dirty="0" err="1"/>
              <a:t>planTF</a:t>
            </a:r>
            <a:r>
              <a:rPr lang="zh-CN" altLang="en-US" dirty="0"/>
              <a:t>的提升以及对比学习和高斯噪声分别的效果，本文设计了一个对比试验和一个消融实验来具体探究，实验的设计如下。</a:t>
            </a:r>
          </a:p>
        </p:txBody>
      </p:sp>
      <p:pic>
        <p:nvPicPr>
          <p:cNvPr id="26" name="图片 25">
            <a:extLst>
              <a:ext uri="{FF2B5EF4-FFF2-40B4-BE49-F238E27FC236}">
                <a16:creationId xmlns:a16="http://schemas.microsoft.com/office/drawing/2014/main" id="{FDA22938-FE73-D13F-A2F5-AC5E0FE6531A}"/>
              </a:ext>
            </a:extLst>
          </p:cNvPr>
          <p:cNvPicPr>
            <a:picLocks noChangeAspect="1"/>
          </p:cNvPicPr>
          <p:nvPr/>
        </p:nvPicPr>
        <p:blipFill>
          <a:blip r:embed="rId13"/>
          <a:stretch>
            <a:fillRect/>
          </a:stretch>
        </p:blipFill>
        <p:spPr>
          <a:xfrm>
            <a:off x="2639616" y="2323038"/>
            <a:ext cx="6912767" cy="300552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0"/>
                                  </p:stCondLst>
                                  <p:iterate type="lt">
                                    <p:tmPct val="10000"/>
                                  </p:iterate>
                                  <p:childTnLst>
                                    <p:set>
                                      <p:cBhvr>
                                        <p:cTn id="6" dur="1" fill="hold">
                                          <p:stCondLst>
                                            <p:cond delay="0"/>
                                          </p:stCondLst>
                                        </p:cTn>
                                        <p:tgtEl>
                                          <p:spTgt spid="18"/>
                                        </p:tgtEl>
                                        <p:attrNameLst>
                                          <p:attrName>style.visibility</p:attrName>
                                        </p:attrNameLst>
                                      </p:cBhvr>
                                      <p:to>
                                        <p:strVal val="visible"/>
                                      </p:to>
                                    </p:set>
                                    <p:anim from="0" to="1" calcmode="lin" valueType="num">
                                      <p:cBhvr>
                                        <p:cTn id="7" dur="500" fill="hold">
                                          <p:stCondLst>
                                            <p:cond delay="0"/>
                                          </p:stCondLst>
                                        </p:cTn>
                                        <p:tgtEl>
                                          <p:spTgt spid="18"/>
                                        </p:tgtEl>
                                        <p:attrNameLst>
                                          <p:attrName>style.opacity</p:attrName>
                                        </p:attrNameLst>
                                      </p:cBhvr>
                                    </p:anim>
                                    <p:anim to="" calcmode="lin" valueType="num">
                                      <p:cBhvr>
                                        <p:cTn id="8" dur="500" fill="hold">
                                          <p:stCondLst>
                                            <p:cond delay="0"/>
                                          </p:stCondLst>
                                        </p:cTn>
                                        <p:tgtEl>
                                          <p:spTgt spid="18"/>
                                        </p:tgtEl>
                                        <p:attrNameLst>
                                          <p:attrName>ppt_y</p:attrName>
                                        </p:attrNameLst>
                                      </p:cBhvr>
                                      <p:tavLst>
                                        <p:tav tm="0" fmla="$">
                                          <p:val>
                                            <p:strVal val="#ppt_y+.05"/>
                                          </p:val>
                                        </p:tav>
                                        <p:tav tm="100000" fmla="$">
                                          <p:val>
                                            <p:strVal val="#ppt_y"/>
                                          </p:val>
                                        </p:tav>
                                      </p:tavLst>
                                    </p:anim>
                                  </p:childTnLst>
                                </p:cTn>
                              </p:par>
                              <p:par>
                                <p:cTn id="9" presetID="10" presetClass="entr" presetSubtype="0" decel="100000" fill="hold" nodeType="withEffect">
                                  <p:stCondLst>
                                    <p:cond delay="500"/>
                                  </p:stCondLst>
                                  <p:childTnLst>
                                    <p:set>
                                      <p:cBhvr>
                                        <p:cTn id="10" dur="1" fill="hold">
                                          <p:stCondLst>
                                            <p:cond delay="0"/>
                                          </p:stCondLst>
                                        </p:cTn>
                                        <p:tgtEl>
                                          <p:spTgt spid="43"/>
                                        </p:tgtEl>
                                        <p:attrNameLst>
                                          <p:attrName>style.visibility</p:attrName>
                                        </p:attrNameLst>
                                      </p:cBhvr>
                                      <p:to>
                                        <p:strVal val="visible"/>
                                      </p:to>
                                    </p:set>
                                    <p:anim to="" calcmode="lin" valueType="num">
                                      <p:cBhvr>
                                        <p:cTn id="11" dur="500" fill="hold">
                                          <p:stCondLst>
                                            <p:cond delay="0"/>
                                          </p:stCondLst>
                                        </p:cTn>
                                        <p:tgtEl>
                                          <p:spTgt spid="43"/>
                                        </p:tgtEl>
                                        <p:attrNameLst>
                                          <p:attrName>ppt_w</p:attrName>
                                        </p:attrNameLst>
                                      </p:cBhvr>
                                      <p:tavLst>
                                        <p:tav tm="0" fmla="$">
                                          <p:val>
                                            <p:fltVal val="0"/>
                                          </p:val>
                                        </p:tav>
                                        <p:tav tm="100000" fmla="$">
                                          <p:val>
                                            <p:strVal val="#ppt_w"/>
                                          </p:val>
                                        </p:tav>
                                      </p:tavLst>
                                    </p:anim>
                                    <p:anim to="" calcmode="lin" valueType="num">
                                      <p:cBhvr>
                                        <p:cTn id="12" dur="500" fill="hold">
                                          <p:stCondLst>
                                            <p:cond delay="0"/>
                                          </p:stCondLst>
                                        </p:cTn>
                                        <p:tgtEl>
                                          <p:spTgt spid="43"/>
                                        </p:tgtEl>
                                        <p:attrNameLst>
                                          <p:attrName>ppt_h</p:attrName>
                                        </p:attrNameLst>
                                      </p:cBhvr>
                                      <p:tavLst>
                                        <p:tav tm="0" fmla="$">
                                          <p:val>
                                            <p:fltVal val="0"/>
                                          </p:val>
                                        </p:tav>
                                        <p:tav tm="100000" fmla="$">
                                          <p:val>
                                            <p:strVal val="#ppt_h"/>
                                          </p:val>
                                        </p:tav>
                                      </p:tavLst>
                                    </p:anim>
                                    <p:anim from="0" to="1" calcmode="lin" valueType="num">
                                      <p:cBhvr>
                                        <p:cTn id="13" dur="500" fill="hold">
                                          <p:stCondLst>
                                            <p:cond delay="0"/>
                                          </p:stCondLst>
                                        </p:cTn>
                                        <p:tgtEl>
                                          <p:spTgt spid="43"/>
                                        </p:tgtEl>
                                        <p:attrNameLst>
                                          <p:attrName>style.opacity</p:attrName>
                                        </p:attrNameLst>
                                      </p:cBhvr>
                                    </p:anim>
                                  </p:childTnLst>
                                </p:cTn>
                              </p:par>
                              <p:par>
                                <p:cTn id="14" presetID="10" presetClass="entr" presetSubtype="0" decel="100000" fill="hold" nodeType="withEffect">
                                  <p:stCondLst>
                                    <p:cond delay="500"/>
                                  </p:stCondLst>
                                  <p:childTnLst>
                                    <p:set>
                                      <p:cBhvr>
                                        <p:cTn id="15" dur="1" fill="hold">
                                          <p:stCondLst>
                                            <p:cond delay="0"/>
                                          </p:stCondLst>
                                        </p:cTn>
                                        <p:tgtEl>
                                          <p:spTgt spid="44"/>
                                        </p:tgtEl>
                                        <p:attrNameLst>
                                          <p:attrName>style.visibility</p:attrName>
                                        </p:attrNameLst>
                                      </p:cBhvr>
                                      <p:to>
                                        <p:strVal val="visible"/>
                                      </p:to>
                                    </p:set>
                                    <p:anim to="" calcmode="lin" valueType="num">
                                      <p:cBhvr>
                                        <p:cTn id="16" dur="500" fill="hold">
                                          <p:stCondLst>
                                            <p:cond delay="0"/>
                                          </p:stCondLst>
                                        </p:cTn>
                                        <p:tgtEl>
                                          <p:spTgt spid="44"/>
                                        </p:tgtEl>
                                        <p:attrNameLst>
                                          <p:attrName>ppt_w</p:attrName>
                                        </p:attrNameLst>
                                      </p:cBhvr>
                                      <p:tavLst>
                                        <p:tav tm="0" fmla="$">
                                          <p:val>
                                            <p:fltVal val="0"/>
                                          </p:val>
                                        </p:tav>
                                        <p:tav tm="100000" fmla="$">
                                          <p:val>
                                            <p:strVal val="#ppt_w"/>
                                          </p:val>
                                        </p:tav>
                                      </p:tavLst>
                                    </p:anim>
                                    <p:anim to="" calcmode="lin" valueType="num">
                                      <p:cBhvr>
                                        <p:cTn id="17" dur="500" fill="hold">
                                          <p:stCondLst>
                                            <p:cond delay="0"/>
                                          </p:stCondLst>
                                        </p:cTn>
                                        <p:tgtEl>
                                          <p:spTgt spid="44"/>
                                        </p:tgtEl>
                                        <p:attrNameLst>
                                          <p:attrName>ppt_h</p:attrName>
                                        </p:attrNameLst>
                                      </p:cBhvr>
                                      <p:tavLst>
                                        <p:tav tm="0" fmla="$">
                                          <p:val>
                                            <p:fltVal val="0"/>
                                          </p:val>
                                        </p:tav>
                                        <p:tav tm="100000" fmla="$">
                                          <p:val>
                                            <p:strVal val="#ppt_h"/>
                                          </p:val>
                                        </p:tav>
                                      </p:tavLst>
                                    </p:anim>
                                    <p:anim from="0" to="1" calcmode="lin" valueType="num">
                                      <p:cBhvr>
                                        <p:cTn id="18" dur="500" fill="hold">
                                          <p:stCondLst>
                                            <p:cond delay="0"/>
                                          </p:stCondLst>
                                        </p:cTn>
                                        <p:tgtEl>
                                          <p:spTgt spid="44"/>
                                        </p:tgtEl>
                                        <p:attrNameLst>
                                          <p:attrName>style.opacity</p:attrName>
                                        </p:attrNameLst>
                                      </p:cBhvr>
                                    </p:anim>
                                  </p:childTnLst>
                                </p:cTn>
                              </p:par>
                              <p:par>
                                <p:cTn id="19" presetID="10" presetClass="entr" presetSubtype="0" decel="100000" fill="hold" grpId="0" nodeType="withEffect">
                                  <p:stCondLst>
                                    <p:cond delay="500"/>
                                  </p:stCondLst>
                                  <p:childTnLst>
                                    <p:set>
                                      <p:cBhvr>
                                        <p:cTn id="20" dur="1" fill="hold">
                                          <p:stCondLst>
                                            <p:cond delay="0"/>
                                          </p:stCondLst>
                                        </p:cTn>
                                        <p:tgtEl>
                                          <p:spTgt spid="45"/>
                                        </p:tgtEl>
                                        <p:attrNameLst>
                                          <p:attrName>style.visibility</p:attrName>
                                        </p:attrNameLst>
                                      </p:cBhvr>
                                      <p:to>
                                        <p:strVal val="visible"/>
                                      </p:to>
                                    </p:set>
                                    <p:anim to="" calcmode="lin" valueType="num">
                                      <p:cBhvr>
                                        <p:cTn id="21" dur="500" fill="hold">
                                          <p:stCondLst>
                                            <p:cond delay="0"/>
                                          </p:stCondLst>
                                        </p:cTn>
                                        <p:tgtEl>
                                          <p:spTgt spid="45"/>
                                        </p:tgtEl>
                                        <p:attrNameLst>
                                          <p:attrName>ppt_w</p:attrName>
                                        </p:attrNameLst>
                                      </p:cBhvr>
                                      <p:tavLst>
                                        <p:tav tm="0" fmla="$">
                                          <p:val>
                                            <p:fltVal val="0"/>
                                          </p:val>
                                        </p:tav>
                                        <p:tav tm="100000" fmla="$">
                                          <p:val>
                                            <p:strVal val="#ppt_w"/>
                                          </p:val>
                                        </p:tav>
                                      </p:tavLst>
                                    </p:anim>
                                    <p:anim to="" calcmode="lin" valueType="num">
                                      <p:cBhvr>
                                        <p:cTn id="22" dur="500" fill="hold">
                                          <p:stCondLst>
                                            <p:cond delay="0"/>
                                          </p:stCondLst>
                                        </p:cTn>
                                        <p:tgtEl>
                                          <p:spTgt spid="45"/>
                                        </p:tgtEl>
                                        <p:attrNameLst>
                                          <p:attrName>ppt_h</p:attrName>
                                        </p:attrNameLst>
                                      </p:cBhvr>
                                      <p:tavLst>
                                        <p:tav tm="0" fmla="$">
                                          <p:val>
                                            <p:fltVal val="0"/>
                                          </p:val>
                                        </p:tav>
                                        <p:tav tm="100000" fmla="$">
                                          <p:val>
                                            <p:strVal val="#ppt_h"/>
                                          </p:val>
                                        </p:tav>
                                      </p:tavLst>
                                    </p:anim>
                                    <p:anim from="0" to="1" calcmode="lin" valueType="num">
                                      <p:cBhvr>
                                        <p:cTn id="23" dur="500" fill="hold">
                                          <p:stCondLst>
                                            <p:cond delay="0"/>
                                          </p:stCondLst>
                                        </p:cTn>
                                        <p:tgtEl>
                                          <p:spTgt spid="45"/>
                                        </p:tgtEl>
                                        <p:attrNameLst>
                                          <p:attrName>style.opacity</p:attrName>
                                        </p:attrNameLst>
                                      </p:cBhvr>
                                    </p:anim>
                                  </p:childTnLst>
                                </p:cTn>
                              </p:par>
                              <p:par>
                                <p:cTn id="24" presetID="10" presetClass="entr" presetSubtype="0" decel="100000" fill="hold" grpId="0" nodeType="withEffect">
                                  <p:stCondLst>
                                    <p:cond delay="500"/>
                                  </p:stCondLst>
                                  <p:childTnLst>
                                    <p:set>
                                      <p:cBhvr>
                                        <p:cTn id="25" dur="1" fill="hold">
                                          <p:stCondLst>
                                            <p:cond delay="0"/>
                                          </p:stCondLst>
                                        </p:cTn>
                                        <p:tgtEl>
                                          <p:spTgt spid="46"/>
                                        </p:tgtEl>
                                        <p:attrNameLst>
                                          <p:attrName>style.visibility</p:attrName>
                                        </p:attrNameLst>
                                      </p:cBhvr>
                                      <p:to>
                                        <p:strVal val="visible"/>
                                      </p:to>
                                    </p:set>
                                    <p:anim to="" calcmode="lin" valueType="num">
                                      <p:cBhvr>
                                        <p:cTn id="26" dur="500" fill="hold">
                                          <p:stCondLst>
                                            <p:cond delay="0"/>
                                          </p:stCondLst>
                                        </p:cTn>
                                        <p:tgtEl>
                                          <p:spTgt spid="46"/>
                                        </p:tgtEl>
                                        <p:attrNameLst>
                                          <p:attrName>ppt_w</p:attrName>
                                        </p:attrNameLst>
                                      </p:cBhvr>
                                      <p:tavLst>
                                        <p:tav tm="0" fmla="$">
                                          <p:val>
                                            <p:fltVal val="0"/>
                                          </p:val>
                                        </p:tav>
                                        <p:tav tm="100000" fmla="$">
                                          <p:val>
                                            <p:strVal val="#ppt_w"/>
                                          </p:val>
                                        </p:tav>
                                      </p:tavLst>
                                    </p:anim>
                                    <p:anim to="" calcmode="lin" valueType="num">
                                      <p:cBhvr>
                                        <p:cTn id="27" dur="500" fill="hold">
                                          <p:stCondLst>
                                            <p:cond delay="0"/>
                                          </p:stCondLst>
                                        </p:cTn>
                                        <p:tgtEl>
                                          <p:spTgt spid="46"/>
                                        </p:tgtEl>
                                        <p:attrNameLst>
                                          <p:attrName>ppt_h</p:attrName>
                                        </p:attrNameLst>
                                      </p:cBhvr>
                                      <p:tavLst>
                                        <p:tav tm="0" fmla="$">
                                          <p:val>
                                            <p:fltVal val="0"/>
                                          </p:val>
                                        </p:tav>
                                        <p:tav tm="100000" fmla="$">
                                          <p:val>
                                            <p:strVal val="#ppt_h"/>
                                          </p:val>
                                        </p:tav>
                                      </p:tavLst>
                                    </p:anim>
                                    <p:anim from="0" to="1" calcmode="lin" valueType="num">
                                      <p:cBhvr>
                                        <p:cTn id="28" dur="500" fill="hold">
                                          <p:stCondLst>
                                            <p:cond delay="0"/>
                                          </p:stCondLst>
                                        </p:cTn>
                                        <p:tgtEl>
                                          <p:spTgt spid="46"/>
                                        </p:tgtEl>
                                        <p:attrNameLst>
                                          <p:attrName>style.opacity</p:attrName>
                                        </p:attrNameLst>
                                      </p:cBhvr>
                                    </p:anim>
                                  </p:childTnLst>
                                </p:cTn>
                              </p:par>
                              <p:par>
                                <p:cTn id="29" presetID="10" presetClass="entr" presetSubtype="0" decel="100000" fill="hold" grpId="0" nodeType="withEffect">
                                  <p:stCondLst>
                                    <p:cond delay="500"/>
                                  </p:stCondLst>
                                  <p:childTnLst>
                                    <p:set>
                                      <p:cBhvr>
                                        <p:cTn id="30" dur="1" fill="hold">
                                          <p:stCondLst>
                                            <p:cond delay="0"/>
                                          </p:stCondLst>
                                        </p:cTn>
                                        <p:tgtEl>
                                          <p:spTgt spid="47"/>
                                        </p:tgtEl>
                                        <p:attrNameLst>
                                          <p:attrName>style.visibility</p:attrName>
                                        </p:attrNameLst>
                                      </p:cBhvr>
                                      <p:to>
                                        <p:strVal val="visible"/>
                                      </p:to>
                                    </p:set>
                                    <p:anim to="" calcmode="lin" valueType="num">
                                      <p:cBhvr>
                                        <p:cTn id="31" dur="500" fill="hold">
                                          <p:stCondLst>
                                            <p:cond delay="0"/>
                                          </p:stCondLst>
                                        </p:cTn>
                                        <p:tgtEl>
                                          <p:spTgt spid="47"/>
                                        </p:tgtEl>
                                        <p:attrNameLst>
                                          <p:attrName>ppt_w</p:attrName>
                                        </p:attrNameLst>
                                      </p:cBhvr>
                                      <p:tavLst>
                                        <p:tav tm="0" fmla="$">
                                          <p:val>
                                            <p:fltVal val="0"/>
                                          </p:val>
                                        </p:tav>
                                        <p:tav tm="100000" fmla="$">
                                          <p:val>
                                            <p:strVal val="#ppt_w"/>
                                          </p:val>
                                        </p:tav>
                                      </p:tavLst>
                                    </p:anim>
                                    <p:anim to="" calcmode="lin" valueType="num">
                                      <p:cBhvr>
                                        <p:cTn id="32" dur="500" fill="hold">
                                          <p:stCondLst>
                                            <p:cond delay="0"/>
                                          </p:stCondLst>
                                        </p:cTn>
                                        <p:tgtEl>
                                          <p:spTgt spid="47"/>
                                        </p:tgtEl>
                                        <p:attrNameLst>
                                          <p:attrName>ppt_h</p:attrName>
                                        </p:attrNameLst>
                                      </p:cBhvr>
                                      <p:tavLst>
                                        <p:tav tm="0" fmla="$">
                                          <p:val>
                                            <p:fltVal val="0"/>
                                          </p:val>
                                        </p:tav>
                                        <p:tav tm="100000" fmla="$">
                                          <p:val>
                                            <p:strVal val="#ppt_h"/>
                                          </p:val>
                                        </p:tav>
                                      </p:tavLst>
                                    </p:anim>
                                    <p:anim from="0" to="1" calcmode="lin" valueType="num">
                                      <p:cBhvr>
                                        <p:cTn id="33" dur="500" fill="hold">
                                          <p:stCondLst>
                                            <p:cond delay="0"/>
                                          </p:stCondLst>
                                        </p:cTn>
                                        <p:tgtEl>
                                          <p:spTgt spid="47"/>
                                        </p:tgtEl>
                                        <p:attrNameLst>
                                          <p:attrName>style.opacity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45" grpId="0" animBg="1"/>
      <p:bldP spid="46" grpId="0" animBg="1"/>
      <p:bldP spid="4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觅知网-不倒翁ID:189359941"/>
          <p:cNvSpPr txBox="1"/>
          <p:nvPr/>
        </p:nvSpPr>
        <p:spPr>
          <a:xfrm>
            <a:off x="557987" y="554591"/>
            <a:ext cx="4600135" cy="584775"/>
          </a:xfrm>
          <a:prstGeom prst="rect">
            <a:avLst/>
          </a:prstGeom>
          <a:noFill/>
        </p:spPr>
        <p:txBody>
          <a:bodyPr wrap="square" rtlCol="0">
            <a:spAutoFit/>
          </a:bodyPr>
          <a:lstStyle/>
          <a:p>
            <a:r>
              <a:rPr lang="zh-CN" altLang="en-US" sz="3200" dirty="0">
                <a:solidFill>
                  <a:schemeClr val="accent1"/>
                </a:solidFill>
                <a:latin typeface="+mj-ea"/>
                <a:ea typeface="+mj-ea"/>
                <a:cs typeface="思源黑体 CN Regular" panose="020B0500000000000000" charset="-122"/>
              </a:rPr>
              <a:t>实验结果与分析</a:t>
            </a:r>
          </a:p>
        </p:txBody>
      </p:sp>
      <p:sp>
        <p:nvSpPr>
          <p:cNvPr id="19" name="觅知网-不倒翁ID:189359941"/>
          <p:cNvSpPr/>
          <p:nvPr/>
        </p:nvSpPr>
        <p:spPr>
          <a:xfrm>
            <a:off x="672917" y="1144775"/>
            <a:ext cx="1754511" cy="119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itchFamily="34" charset="-122"/>
              <a:ea typeface="微软雅黑" pitchFamily="34" charset="-122"/>
              <a:cs typeface="思源黑体 CN Regular" panose="020B0500000000000000" charset="-122"/>
            </a:endParaRPr>
          </a:p>
        </p:txBody>
      </p:sp>
      <p:cxnSp>
        <p:nvCxnSpPr>
          <p:cNvPr id="20" name="觅知网-不倒翁ID:189359941"/>
          <p:cNvCxnSpPr/>
          <p:nvPr/>
        </p:nvCxnSpPr>
        <p:spPr>
          <a:xfrm>
            <a:off x="2427425" y="1201832"/>
            <a:ext cx="9058800"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觅知网-不倒翁ID:189359941"/>
          <p:cNvSpPr>
            <a:spLocks noChangeAspect="1"/>
          </p:cNvSpPr>
          <p:nvPr/>
        </p:nvSpPr>
        <p:spPr bwMode="auto">
          <a:xfrm>
            <a:off x="9920304" y="692655"/>
            <a:ext cx="404625" cy="255675"/>
          </a:xfrm>
          <a:custGeom>
            <a:avLst/>
            <a:gdLst>
              <a:gd name="connsiteX0" fmla="*/ 104550 w 604718"/>
              <a:gd name="connsiteY0" fmla="*/ 208330 h 382112"/>
              <a:gd name="connsiteX1" fmla="*/ 156180 w 604718"/>
              <a:gd name="connsiteY1" fmla="*/ 208330 h 382112"/>
              <a:gd name="connsiteX2" fmla="*/ 261642 w 604718"/>
              <a:gd name="connsiteY2" fmla="*/ 248878 h 382112"/>
              <a:gd name="connsiteX3" fmla="*/ 298947 w 604718"/>
              <a:gd name="connsiteY3" fmla="*/ 255007 h 382112"/>
              <a:gd name="connsiteX4" fmla="*/ 340187 w 604718"/>
              <a:gd name="connsiteY4" fmla="*/ 247621 h 382112"/>
              <a:gd name="connsiteX5" fmla="*/ 433687 w 604718"/>
              <a:gd name="connsiteY5" fmla="*/ 208330 h 382112"/>
              <a:gd name="connsiteX6" fmla="*/ 490825 w 604718"/>
              <a:gd name="connsiteY6" fmla="*/ 208330 h 382112"/>
              <a:gd name="connsiteX7" fmla="*/ 490825 w 604718"/>
              <a:gd name="connsiteY7" fmla="*/ 271509 h 382112"/>
              <a:gd name="connsiteX8" fmla="*/ 458400 w 604718"/>
              <a:gd name="connsiteY8" fmla="*/ 320701 h 382112"/>
              <a:gd name="connsiteX9" fmla="*/ 329326 w 604718"/>
              <a:gd name="connsiteY9" fmla="*/ 376337 h 382112"/>
              <a:gd name="connsiteX10" fmla="*/ 264632 w 604718"/>
              <a:gd name="connsiteY10" fmla="*/ 376337 h 382112"/>
              <a:gd name="connsiteX11" fmla="*/ 136819 w 604718"/>
              <a:gd name="connsiteY11" fmla="*/ 320701 h 382112"/>
              <a:gd name="connsiteX12" fmla="*/ 104550 w 604718"/>
              <a:gd name="connsiteY12" fmla="*/ 271509 h 382112"/>
              <a:gd name="connsiteX13" fmla="*/ 300973 w 604718"/>
              <a:gd name="connsiteY13" fmla="*/ 5 h 382112"/>
              <a:gd name="connsiteX14" fmla="*/ 334162 w 604718"/>
              <a:gd name="connsiteY14" fmla="*/ 4701 h 382112"/>
              <a:gd name="connsiteX15" fmla="*/ 581267 w 604718"/>
              <a:gd name="connsiteY15" fmla="*/ 92552 h 382112"/>
              <a:gd name="connsiteX16" fmla="*/ 588822 w 604718"/>
              <a:gd name="connsiteY16" fmla="*/ 114398 h 382112"/>
              <a:gd name="connsiteX17" fmla="*/ 589136 w 604718"/>
              <a:gd name="connsiteY17" fmla="*/ 114398 h 382112"/>
              <a:gd name="connsiteX18" fmla="*/ 589136 w 604718"/>
              <a:gd name="connsiteY18" fmla="*/ 270771 h 382112"/>
              <a:gd name="connsiteX19" fmla="*/ 604718 w 604718"/>
              <a:gd name="connsiteY19" fmla="*/ 321376 h 382112"/>
              <a:gd name="connsiteX20" fmla="*/ 561278 w 604718"/>
              <a:gd name="connsiteY20" fmla="*/ 321376 h 382112"/>
              <a:gd name="connsiteX21" fmla="*/ 576388 w 604718"/>
              <a:gd name="connsiteY21" fmla="*/ 271242 h 382112"/>
              <a:gd name="connsiteX22" fmla="*/ 576388 w 604718"/>
              <a:gd name="connsiteY22" fmla="*/ 120370 h 382112"/>
              <a:gd name="connsiteX23" fmla="*/ 333376 w 604718"/>
              <a:gd name="connsiteY23" fmla="*/ 222680 h 382112"/>
              <a:gd name="connsiteX24" fmla="*/ 268058 w 604718"/>
              <a:gd name="connsiteY24" fmla="*/ 223780 h 382112"/>
              <a:gd name="connsiteX25" fmla="*/ 13556 w 604718"/>
              <a:gd name="connsiteY25" fmla="*/ 125870 h 382112"/>
              <a:gd name="connsiteX26" fmla="*/ 13714 w 604718"/>
              <a:gd name="connsiteY26" fmla="*/ 100882 h 382112"/>
              <a:gd name="connsiteX27" fmla="*/ 267901 w 604718"/>
              <a:gd name="connsiteY27" fmla="*/ 5329 h 382112"/>
              <a:gd name="connsiteX28" fmla="*/ 300973 w 604718"/>
              <a:gd name="connsiteY28" fmla="*/ 5 h 382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04718" h="382112">
                <a:moveTo>
                  <a:pt x="104550" y="208330"/>
                </a:moveTo>
                <a:lnTo>
                  <a:pt x="156180" y="208330"/>
                </a:lnTo>
                <a:lnTo>
                  <a:pt x="261642" y="248878"/>
                </a:lnTo>
                <a:cubicBezTo>
                  <a:pt x="274864" y="253907"/>
                  <a:pt x="289188" y="255007"/>
                  <a:pt x="298947" y="255007"/>
                </a:cubicBezTo>
                <a:cubicBezTo>
                  <a:pt x="314373" y="255007"/>
                  <a:pt x="329012" y="252493"/>
                  <a:pt x="340187" y="247621"/>
                </a:cubicBezTo>
                <a:lnTo>
                  <a:pt x="433687" y="208330"/>
                </a:lnTo>
                <a:lnTo>
                  <a:pt x="490825" y="208330"/>
                </a:lnTo>
                <a:lnTo>
                  <a:pt x="490825" y="271509"/>
                </a:lnTo>
                <a:cubicBezTo>
                  <a:pt x="490825" y="290998"/>
                  <a:pt x="476344" y="313000"/>
                  <a:pt x="458400" y="320701"/>
                </a:cubicBezTo>
                <a:lnTo>
                  <a:pt x="329326" y="376337"/>
                </a:lnTo>
                <a:cubicBezTo>
                  <a:pt x="311382" y="384038"/>
                  <a:pt x="282419" y="384038"/>
                  <a:pt x="264632" y="376337"/>
                </a:cubicBezTo>
                <a:lnTo>
                  <a:pt x="136819" y="320701"/>
                </a:lnTo>
                <a:cubicBezTo>
                  <a:pt x="119032" y="313000"/>
                  <a:pt x="104550" y="290998"/>
                  <a:pt x="104550" y="271509"/>
                </a:cubicBezTo>
                <a:close/>
                <a:moveTo>
                  <a:pt x="300973" y="5"/>
                </a:moveTo>
                <a:cubicBezTo>
                  <a:pt x="312954" y="-93"/>
                  <a:pt x="324955" y="1479"/>
                  <a:pt x="334162" y="4701"/>
                </a:cubicBezTo>
                <a:lnTo>
                  <a:pt x="581267" y="92552"/>
                </a:lnTo>
                <a:cubicBezTo>
                  <a:pt x="596849" y="98053"/>
                  <a:pt x="599210" y="107168"/>
                  <a:pt x="588822" y="114398"/>
                </a:cubicBezTo>
                <a:lnTo>
                  <a:pt x="589136" y="114398"/>
                </a:lnTo>
                <a:lnTo>
                  <a:pt x="589136" y="270771"/>
                </a:lnTo>
                <a:lnTo>
                  <a:pt x="604718" y="321376"/>
                </a:lnTo>
                <a:lnTo>
                  <a:pt x="561278" y="321376"/>
                </a:lnTo>
                <a:lnTo>
                  <a:pt x="576388" y="271242"/>
                </a:lnTo>
                <a:lnTo>
                  <a:pt x="576388" y="120370"/>
                </a:lnTo>
                <a:lnTo>
                  <a:pt x="333376" y="222680"/>
                </a:lnTo>
                <a:cubicBezTo>
                  <a:pt x="315433" y="230224"/>
                  <a:pt x="286158" y="230695"/>
                  <a:pt x="268058" y="223780"/>
                </a:cubicBezTo>
                <a:lnTo>
                  <a:pt x="13556" y="125870"/>
                </a:lnTo>
                <a:cubicBezTo>
                  <a:pt x="-4544" y="118798"/>
                  <a:pt x="-4544" y="107640"/>
                  <a:pt x="13714" y="100882"/>
                </a:cubicBezTo>
                <a:lnTo>
                  <a:pt x="267901" y="5329"/>
                </a:lnTo>
                <a:cubicBezTo>
                  <a:pt x="277030" y="1872"/>
                  <a:pt x="288991" y="104"/>
                  <a:pt x="300973" y="5"/>
                </a:cubicBezTo>
                <a:close/>
              </a:path>
            </a:pathLst>
          </a:custGeom>
          <a:solidFill>
            <a:schemeClr val="bg1"/>
          </a:solidFill>
          <a:ln>
            <a:noFill/>
          </a:ln>
        </p:spPr>
        <p:txBody>
          <a:bodyPr/>
          <a:lstStyle/>
          <a:p>
            <a:endParaRPr lang="zh-CN" altLang="en-US" dirty="0">
              <a:latin typeface="微软雅黑" pitchFamily="34" charset="-122"/>
              <a:ea typeface="微软雅黑" pitchFamily="34" charset="-122"/>
              <a:cs typeface="思源黑体 CN Regular" panose="020B0500000000000000" charset="-122"/>
            </a:endParaRPr>
          </a:p>
        </p:txBody>
      </p:sp>
      <p:sp>
        <p:nvSpPr>
          <p:cNvPr id="28" name="觅知网-不倒翁ID:189359941"/>
          <p:cNvSpPr txBox="1"/>
          <p:nvPr>
            <p:custDataLst>
              <p:tags r:id="rId1"/>
            </p:custDataLst>
          </p:nvPr>
        </p:nvSpPr>
        <p:spPr>
          <a:xfrm>
            <a:off x="1183789" y="3044364"/>
            <a:ext cx="1304283" cy="307777"/>
          </a:xfrm>
          <a:prstGeom prst="rect">
            <a:avLst/>
          </a:prstGeom>
          <a:noFill/>
        </p:spPr>
        <p:txBody>
          <a:bodyPr wrap="square" lIns="0" tIns="0" rIns="0" bIns="0" rtlCol="0">
            <a:spAutoFit/>
          </a:bodyPr>
          <a:ls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2000" dirty="0">
                <a:solidFill>
                  <a:schemeClr val="bg1"/>
                </a:solidFill>
                <a:latin typeface="+mj-ea"/>
                <a:ea typeface="+mj-ea"/>
                <a:cs typeface="思源黑体 CN Regular" panose="020B0500000000000000" charset="-122"/>
                <a:sym typeface="思源黑体 CN Regular" panose="020B0500000000000000" charset="-122"/>
              </a:rPr>
              <a:t>添加标题</a:t>
            </a:r>
          </a:p>
        </p:txBody>
      </p:sp>
      <p:sp>
        <p:nvSpPr>
          <p:cNvPr id="29" name="觅知网-不倒翁ID:189359941"/>
          <p:cNvSpPr txBox="1">
            <a:spLocks noChangeArrowheads="1"/>
          </p:cNvSpPr>
          <p:nvPr>
            <p:custDataLst>
              <p:tags r:id="rId2"/>
            </p:custDataLst>
          </p:nvPr>
        </p:nvSpPr>
        <p:spPr bwMode="auto">
          <a:xfrm>
            <a:off x="1441966" y="3361663"/>
            <a:ext cx="89319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r>
              <a:rPr lang="en-US" altLang="zh-CN" sz="3200" dirty="0">
                <a:solidFill>
                  <a:schemeClr val="bg1"/>
                </a:solidFill>
                <a:latin typeface="微软雅黑" pitchFamily="34" charset="-122"/>
                <a:ea typeface="微软雅黑" pitchFamily="34" charset="-122"/>
                <a:cs typeface="思源黑体 CN Regular" panose="020B0500000000000000" charset="-122"/>
                <a:sym typeface="思源黑体 CN Regular" panose="020B0500000000000000" charset="-122"/>
              </a:rPr>
              <a:t>40</a:t>
            </a:r>
            <a:r>
              <a:rPr lang="en-US" altLang="zh-CN" sz="2000" dirty="0">
                <a:solidFill>
                  <a:schemeClr val="bg1"/>
                </a:solidFill>
                <a:latin typeface="微软雅黑" pitchFamily="34" charset="-122"/>
                <a:ea typeface="微软雅黑" pitchFamily="34" charset="-122"/>
                <a:cs typeface="思源黑体 CN Regular" panose="020B0500000000000000" charset="-122"/>
                <a:sym typeface="思源黑体 CN Regular" panose="020B0500000000000000" charset="-122"/>
              </a:rPr>
              <a:t>%</a:t>
            </a:r>
            <a:endParaRPr lang="zh-CN" altLang="en-US" sz="2000" dirty="0">
              <a:solidFill>
                <a:schemeClr val="bg1"/>
              </a:solidFill>
              <a:latin typeface="微软雅黑" pitchFamily="34" charset="-122"/>
              <a:ea typeface="微软雅黑" pitchFamily="34" charset="-122"/>
              <a:cs typeface="思源黑体 CN Regular" panose="020B0500000000000000" charset="-122"/>
              <a:sym typeface="思源黑体 CN Regular" panose="020B0500000000000000" charset="-122"/>
            </a:endParaRPr>
          </a:p>
        </p:txBody>
      </p:sp>
      <p:sp>
        <p:nvSpPr>
          <p:cNvPr id="32" name="觅知网-不倒翁ID:189359941"/>
          <p:cNvSpPr txBox="1">
            <a:spLocks noChangeArrowheads="1"/>
          </p:cNvSpPr>
          <p:nvPr>
            <p:custDataLst>
              <p:tags r:id="rId3"/>
            </p:custDataLst>
          </p:nvPr>
        </p:nvSpPr>
        <p:spPr bwMode="auto">
          <a:xfrm>
            <a:off x="2913225" y="4491119"/>
            <a:ext cx="89319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r>
              <a:rPr lang="en-US" altLang="zh-CN" sz="3200" dirty="0">
                <a:solidFill>
                  <a:schemeClr val="bg1"/>
                </a:solidFill>
                <a:latin typeface="微软雅黑" pitchFamily="34" charset="-122"/>
                <a:ea typeface="微软雅黑" pitchFamily="34" charset="-122"/>
                <a:cs typeface="思源黑体 CN Regular" panose="020B0500000000000000" charset="-122"/>
                <a:sym typeface="思源黑体 CN Regular" panose="020B0500000000000000" charset="-122"/>
              </a:rPr>
              <a:t>30</a:t>
            </a:r>
            <a:r>
              <a:rPr lang="en-US" altLang="zh-CN" sz="2000" dirty="0">
                <a:solidFill>
                  <a:schemeClr val="bg1"/>
                </a:solidFill>
                <a:latin typeface="微软雅黑" pitchFamily="34" charset="-122"/>
                <a:ea typeface="微软雅黑" pitchFamily="34" charset="-122"/>
                <a:cs typeface="思源黑体 CN Regular" panose="020B0500000000000000" charset="-122"/>
                <a:sym typeface="思源黑体 CN Regular" panose="020B0500000000000000" charset="-122"/>
              </a:rPr>
              <a:t>%</a:t>
            </a:r>
            <a:endParaRPr lang="zh-CN" altLang="en-US" sz="2000" dirty="0">
              <a:solidFill>
                <a:schemeClr val="bg1"/>
              </a:solidFill>
              <a:latin typeface="微软雅黑" pitchFamily="34" charset="-122"/>
              <a:ea typeface="微软雅黑" pitchFamily="34" charset="-122"/>
              <a:cs typeface="思源黑体 CN Regular" panose="020B0500000000000000" charset="-122"/>
              <a:sym typeface="思源黑体 CN Regular" panose="020B0500000000000000" charset="-122"/>
            </a:endParaRPr>
          </a:p>
        </p:txBody>
      </p:sp>
      <p:sp>
        <p:nvSpPr>
          <p:cNvPr id="34" name="觅知网-不倒翁ID:189359941"/>
          <p:cNvSpPr txBox="1"/>
          <p:nvPr>
            <p:custDataLst>
              <p:tags r:id="rId4"/>
            </p:custDataLst>
          </p:nvPr>
        </p:nvSpPr>
        <p:spPr>
          <a:xfrm>
            <a:off x="3728844" y="3111873"/>
            <a:ext cx="901312" cy="215444"/>
          </a:xfrm>
          <a:prstGeom prst="rect">
            <a:avLst/>
          </a:prstGeom>
          <a:noFill/>
        </p:spPr>
        <p:txBody>
          <a:bodyPr wrap="square" lIns="0" tIns="0" rIns="0" bIns="0" rtlCol="0">
            <a:spAutoFit/>
          </a:bodyPr>
          <a:ls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1400" dirty="0">
                <a:solidFill>
                  <a:schemeClr val="bg1"/>
                </a:solidFill>
                <a:latin typeface="+mj-ea"/>
                <a:ea typeface="+mj-ea"/>
                <a:cs typeface="思源黑体 CN Regular" panose="020B0500000000000000" charset="-122"/>
                <a:sym typeface="思源黑体 CN Regular" panose="020B0500000000000000" charset="-122"/>
              </a:rPr>
              <a:t>添加标</a:t>
            </a:r>
          </a:p>
        </p:txBody>
      </p:sp>
      <p:sp>
        <p:nvSpPr>
          <p:cNvPr id="35" name="觅知网-不倒翁ID:189359941"/>
          <p:cNvSpPr txBox="1">
            <a:spLocks noChangeArrowheads="1"/>
          </p:cNvSpPr>
          <p:nvPr>
            <p:custDataLst>
              <p:tags r:id="rId5"/>
            </p:custDataLst>
          </p:nvPr>
        </p:nvSpPr>
        <p:spPr bwMode="auto">
          <a:xfrm>
            <a:off x="3790325" y="3284392"/>
            <a:ext cx="89319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r>
              <a:rPr lang="en-US" altLang="zh-CN" sz="3200" dirty="0">
                <a:solidFill>
                  <a:schemeClr val="bg1"/>
                </a:solidFill>
                <a:latin typeface="微软雅黑" pitchFamily="34" charset="-122"/>
                <a:ea typeface="微软雅黑" pitchFamily="34" charset="-122"/>
                <a:cs typeface="思源黑体 CN Regular" panose="020B0500000000000000" charset="-122"/>
                <a:sym typeface="思源黑体 CN Regular" panose="020B0500000000000000" charset="-122"/>
              </a:rPr>
              <a:t>20</a:t>
            </a:r>
            <a:r>
              <a:rPr lang="en-US" altLang="zh-CN" sz="2000" dirty="0">
                <a:solidFill>
                  <a:schemeClr val="bg1"/>
                </a:solidFill>
                <a:latin typeface="微软雅黑" pitchFamily="34" charset="-122"/>
                <a:ea typeface="微软雅黑" pitchFamily="34" charset="-122"/>
                <a:cs typeface="思源黑体 CN Regular" panose="020B0500000000000000" charset="-122"/>
                <a:sym typeface="思源黑体 CN Regular" panose="020B0500000000000000" charset="-122"/>
              </a:rPr>
              <a:t>%</a:t>
            </a:r>
            <a:endParaRPr lang="zh-CN" altLang="en-US" sz="2000" dirty="0">
              <a:solidFill>
                <a:schemeClr val="bg1"/>
              </a:solidFill>
              <a:latin typeface="微软雅黑" pitchFamily="34" charset="-122"/>
              <a:ea typeface="微软雅黑" pitchFamily="34" charset="-122"/>
              <a:cs typeface="思源黑体 CN Regular" panose="020B0500000000000000" charset="-122"/>
              <a:sym typeface="思源黑体 CN Regular" panose="020B0500000000000000" charset="-122"/>
            </a:endParaRPr>
          </a:p>
        </p:txBody>
      </p:sp>
      <p:sp>
        <p:nvSpPr>
          <p:cNvPr id="37" name="觅知网-不倒翁ID:189359941"/>
          <p:cNvSpPr txBox="1"/>
          <p:nvPr>
            <p:custDataLst>
              <p:tags r:id="rId6"/>
            </p:custDataLst>
          </p:nvPr>
        </p:nvSpPr>
        <p:spPr>
          <a:xfrm>
            <a:off x="2876757" y="2387533"/>
            <a:ext cx="698524" cy="184666"/>
          </a:xfrm>
          <a:prstGeom prst="rect">
            <a:avLst/>
          </a:prstGeom>
          <a:noFill/>
        </p:spPr>
        <p:txBody>
          <a:bodyPr wrap="square" lIns="0" tIns="0" rIns="0" bIns="0" rtlCol="0">
            <a:spAutoFit/>
          </a:bodyPr>
          <a:ls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pPr algn="ctr"/>
            <a:r>
              <a:rPr lang="zh-CN" altLang="en-US" sz="1200" dirty="0">
                <a:solidFill>
                  <a:schemeClr val="bg1"/>
                </a:solidFill>
                <a:latin typeface="+mj-ea"/>
                <a:ea typeface="+mj-ea"/>
                <a:cs typeface="思源黑体 CN Regular" panose="020B0500000000000000" charset="-122"/>
                <a:sym typeface="思源黑体 CN Regular" panose="020B0500000000000000" charset="-122"/>
              </a:rPr>
              <a:t>添加标题</a:t>
            </a:r>
          </a:p>
        </p:txBody>
      </p:sp>
      <p:sp>
        <p:nvSpPr>
          <p:cNvPr id="38" name="觅知网-不倒翁ID:189359941"/>
          <p:cNvSpPr txBox="1">
            <a:spLocks noChangeArrowheads="1"/>
          </p:cNvSpPr>
          <p:nvPr>
            <p:custDataLst>
              <p:tags r:id="rId7"/>
            </p:custDataLst>
          </p:nvPr>
        </p:nvSpPr>
        <p:spPr bwMode="auto">
          <a:xfrm>
            <a:off x="2949978" y="2524893"/>
            <a:ext cx="7296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r>
              <a:rPr lang="en-US" altLang="zh-CN" sz="2400" dirty="0">
                <a:solidFill>
                  <a:schemeClr val="bg1"/>
                </a:solidFill>
                <a:latin typeface="微软雅黑" pitchFamily="34" charset="-122"/>
                <a:ea typeface="微软雅黑" pitchFamily="34" charset="-122"/>
                <a:cs typeface="思源黑体 CN Regular" panose="020B0500000000000000" charset="-122"/>
                <a:sym typeface="思源黑体 CN Regular" panose="020B0500000000000000" charset="-122"/>
              </a:rPr>
              <a:t>10</a:t>
            </a:r>
            <a:r>
              <a:rPr lang="en-US" altLang="zh-CN" sz="1600" dirty="0">
                <a:solidFill>
                  <a:schemeClr val="bg1"/>
                </a:solidFill>
                <a:latin typeface="微软雅黑" pitchFamily="34" charset="-122"/>
                <a:ea typeface="微软雅黑" pitchFamily="34" charset="-122"/>
                <a:cs typeface="思源黑体 CN Regular" panose="020B0500000000000000" charset="-122"/>
                <a:sym typeface="思源黑体 CN Regular" panose="020B0500000000000000" charset="-122"/>
              </a:rPr>
              <a:t>%</a:t>
            </a:r>
            <a:endParaRPr lang="zh-CN" altLang="en-US" sz="1600" dirty="0">
              <a:solidFill>
                <a:schemeClr val="bg1"/>
              </a:solidFill>
              <a:latin typeface="微软雅黑" pitchFamily="34" charset="-122"/>
              <a:ea typeface="微软雅黑" pitchFamily="34" charset="-122"/>
              <a:cs typeface="思源黑体 CN Regular" panose="020B0500000000000000" charset="-122"/>
              <a:sym typeface="思源黑体 CN Regular" panose="020B0500000000000000" charset="-122"/>
            </a:endParaRPr>
          </a:p>
        </p:txBody>
      </p:sp>
      <p:pic>
        <p:nvPicPr>
          <p:cNvPr id="40" name="图片 39">
            <a:extLst>
              <a:ext uri="{FF2B5EF4-FFF2-40B4-BE49-F238E27FC236}">
                <a16:creationId xmlns:a16="http://schemas.microsoft.com/office/drawing/2014/main" id="{78762536-5FD5-7A1E-01EC-5AB3FED27BA1}"/>
              </a:ext>
            </a:extLst>
          </p:cNvPr>
          <p:cNvPicPr>
            <a:picLocks noChangeAspect="1"/>
          </p:cNvPicPr>
          <p:nvPr/>
        </p:nvPicPr>
        <p:blipFill>
          <a:blip r:embed="rId10"/>
          <a:stretch>
            <a:fillRect/>
          </a:stretch>
        </p:blipFill>
        <p:spPr>
          <a:xfrm>
            <a:off x="2063552" y="2024813"/>
            <a:ext cx="6458851" cy="1838582"/>
          </a:xfrm>
          <a:prstGeom prst="rect">
            <a:avLst/>
          </a:prstGeom>
        </p:spPr>
      </p:pic>
      <p:sp>
        <p:nvSpPr>
          <p:cNvPr id="41" name="文本框 40">
            <a:extLst>
              <a:ext uri="{FF2B5EF4-FFF2-40B4-BE49-F238E27FC236}">
                <a16:creationId xmlns:a16="http://schemas.microsoft.com/office/drawing/2014/main" id="{15CFE3A0-EB31-E822-D5F9-9B7C0721D6E4}"/>
              </a:ext>
            </a:extLst>
          </p:cNvPr>
          <p:cNvSpPr txBox="1"/>
          <p:nvPr/>
        </p:nvSpPr>
        <p:spPr>
          <a:xfrm>
            <a:off x="617180" y="1559600"/>
            <a:ext cx="2542763" cy="369332"/>
          </a:xfrm>
          <a:prstGeom prst="rect">
            <a:avLst/>
          </a:prstGeom>
          <a:noFill/>
        </p:spPr>
        <p:txBody>
          <a:bodyPr wrap="square" rtlCol="0">
            <a:spAutoFit/>
          </a:bodyPr>
          <a:lstStyle/>
          <a:p>
            <a:r>
              <a:rPr lang="zh-CN" altLang="en-US" dirty="0">
                <a:solidFill>
                  <a:srgbClr val="344778"/>
                </a:solidFill>
              </a:rPr>
              <a:t>实验结果</a:t>
            </a:r>
          </a:p>
        </p:txBody>
      </p:sp>
      <p:sp>
        <p:nvSpPr>
          <p:cNvPr id="42" name="文本框 41">
            <a:extLst>
              <a:ext uri="{FF2B5EF4-FFF2-40B4-BE49-F238E27FC236}">
                <a16:creationId xmlns:a16="http://schemas.microsoft.com/office/drawing/2014/main" id="{50EAC417-46FA-4AA8-26E2-185414E68EA7}"/>
              </a:ext>
            </a:extLst>
          </p:cNvPr>
          <p:cNvSpPr txBox="1"/>
          <p:nvPr/>
        </p:nvSpPr>
        <p:spPr>
          <a:xfrm>
            <a:off x="767408" y="3946438"/>
            <a:ext cx="10513168" cy="1477328"/>
          </a:xfrm>
          <a:prstGeom prst="rect">
            <a:avLst/>
          </a:prstGeom>
          <a:noFill/>
        </p:spPr>
        <p:txBody>
          <a:bodyPr wrap="square" rtlCol="0">
            <a:spAutoFit/>
          </a:bodyPr>
          <a:lstStyle/>
          <a:p>
            <a:r>
              <a:rPr lang="en-US" altLang="zh-CN" dirty="0" err="1"/>
              <a:t>planTFC</a:t>
            </a:r>
            <a:r>
              <a:rPr lang="zh-CN" altLang="en-US" dirty="0"/>
              <a:t>模型与</a:t>
            </a:r>
            <a:r>
              <a:rPr lang="en-US" altLang="zh-CN" dirty="0" err="1"/>
              <a:t>planTF</a:t>
            </a:r>
            <a:r>
              <a:rPr lang="zh-CN" altLang="en-US" dirty="0"/>
              <a:t>相比有较为明显的提升，可以看出基于对比学习的数据增强策略的有效性，能进一步提升模型的性能表现。具体的，在舒适性等方面较为突出，因此模型的轨迹规划更加合理平滑。</a:t>
            </a:r>
            <a:endParaRPr lang="en-US" altLang="zh-CN" dirty="0"/>
          </a:p>
          <a:p>
            <a:endParaRPr lang="en-US" altLang="zh-CN" dirty="0"/>
          </a:p>
          <a:p>
            <a:r>
              <a:rPr lang="zh-CN" altLang="en-US" dirty="0"/>
              <a:t>高斯噪声与对比学习二者都可以为模型带来一定的提升，其中对比学习更为明显，二者相结合后有微小的提升，说明了二者共同作用的有效性。</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500"/>
                                  </p:stCondLst>
                                  <p:childTnLst>
                                    <p:set>
                                      <p:cBhvr>
                                        <p:cTn id="6" dur="1" fill="hold">
                                          <p:stCondLst>
                                            <p:cond delay="0"/>
                                          </p:stCondLst>
                                        </p:cTn>
                                        <p:tgtEl>
                                          <p:spTgt spid="28"/>
                                        </p:tgtEl>
                                        <p:attrNameLst>
                                          <p:attrName>style.visibility</p:attrName>
                                        </p:attrNameLst>
                                      </p:cBhvr>
                                      <p:to>
                                        <p:strVal val="visible"/>
                                      </p:to>
                                    </p:set>
                                    <p:anim to="" calcmode="lin" valueType="num">
                                      <p:cBhvr>
                                        <p:cTn id="7" dur="500" fill="hold">
                                          <p:stCondLst>
                                            <p:cond delay="0"/>
                                          </p:stCondLst>
                                        </p:cTn>
                                        <p:tgtEl>
                                          <p:spTgt spid="28"/>
                                        </p:tgtEl>
                                        <p:attrNameLst>
                                          <p:attrName>ppt_w</p:attrName>
                                        </p:attrNameLst>
                                      </p:cBhvr>
                                      <p:tavLst>
                                        <p:tav tm="0" fmla="$">
                                          <p:val>
                                            <p:fltVal val="0"/>
                                          </p:val>
                                        </p:tav>
                                        <p:tav tm="100000" fmla="$">
                                          <p:val>
                                            <p:strVal val="#ppt_w"/>
                                          </p:val>
                                        </p:tav>
                                      </p:tavLst>
                                    </p:anim>
                                    <p:anim to="" calcmode="lin" valueType="num">
                                      <p:cBhvr>
                                        <p:cTn id="8" dur="500" fill="hold">
                                          <p:stCondLst>
                                            <p:cond delay="0"/>
                                          </p:stCondLst>
                                        </p:cTn>
                                        <p:tgtEl>
                                          <p:spTgt spid="28"/>
                                        </p:tgtEl>
                                        <p:attrNameLst>
                                          <p:attrName>ppt_h</p:attrName>
                                        </p:attrNameLst>
                                      </p:cBhvr>
                                      <p:tavLst>
                                        <p:tav tm="0" fmla="$">
                                          <p:val>
                                            <p:fltVal val="0"/>
                                          </p:val>
                                        </p:tav>
                                        <p:tav tm="100000" fmla="$">
                                          <p:val>
                                            <p:strVal val="#ppt_h"/>
                                          </p:val>
                                        </p:tav>
                                      </p:tavLst>
                                    </p:anim>
                                  </p:childTnLst>
                                </p:cTn>
                              </p:par>
                              <p:par>
                                <p:cTn id="9" presetID="10" presetClass="entr" presetSubtype="0" decel="100000" fill="hold" grpId="0" nodeType="withEffect">
                                  <p:stCondLst>
                                    <p:cond delay="500"/>
                                  </p:stCondLst>
                                  <p:childTnLst>
                                    <p:set>
                                      <p:cBhvr>
                                        <p:cTn id="10" dur="1" fill="hold">
                                          <p:stCondLst>
                                            <p:cond delay="0"/>
                                          </p:stCondLst>
                                        </p:cTn>
                                        <p:tgtEl>
                                          <p:spTgt spid="29"/>
                                        </p:tgtEl>
                                        <p:attrNameLst>
                                          <p:attrName>style.visibility</p:attrName>
                                        </p:attrNameLst>
                                      </p:cBhvr>
                                      <p:to>
                                        <p:strVal val="visible"/>
                                      </p:to>
                                    </p:set>
                                    <p:anim to="" calcmode="lin" valueType="num">
                                      <p:cBhvr>
                                        <p:cTn id="11" dur="500" fill="hold">
                                          <p:stCondLst>
                                            <p:cond delay="0"/>
                                          </p:stCondLst>
                                        </p:cTn>
                                        <p:tgtEl>
                                          <p:spTgt spid="29"/>
                                        </p:tgtEl>
                                        <p:attrNameLst>
                                          <p:attrName>ppt_w</p:attrName>
                                        </p:attrNameLst>
                                      </p:cBhvr>
                                      <p:tavLst>
                                        <p:tav tm="0" fmla="$">
                                          <p:val>
                                            <p:fltVal val="0"/>
                                          </p:val>
                                        </p:tav>
                                        <p:tav tm="100000" fmla="$">
                                          <p:val>
                                            <p:strVal val="#ppt_w"/>
                                          </p:val>
                                        </p:tav>
                                      </p:tavLst>
                                    </p:anim>
                                    <p:anim to="" calcmode="lin" valueType="num">
                                      <p:cBhvr>
                                        <p:cTn id="12" dur="500" fill="hold">
                                          <p:stCondLst>
                                            <p:cond delay="0"/>
                                          </p:stCondLst>
                                        </p:cTn>
                                        <p:tgtEl>
                                          <p:spTgt spid="29"/>
                                        </p:tgtEl>
                                        <p:attrNameLst>
                                          <p:attrName>ppt_h</p:attrName>
                                        </p:attrNameLst>
                                      </p:cBhvr>
                                      <p:tavLst>
                                        <p:tav tm="0" fmla="$">
                                          <p:val>
                                            <p:fltVal val="0"/>
                                          </p:val>
                                        </p:tav>
                                        <p:tav tm="100000" fmla="$">
                                          <p:val>
                                            <p:strVal val="#ppt_h"/>
                                          </p:val>
                                        </p:tav>
                                      </p:tavLst>
                                    </p:anim>
                                  </p:childTnLst>
                                </p:cTn>
                              </p:par>
                              <p:par>
                                <p:cTn id="13" presetID="10" presetClass="entr" presetSubtype="0" decel="100000" fill="hold" grpId="0" nodeType="withEffect">
                                  <p:stCondLst>
                                    <p:cond delay="500"/>
                                  </p:stCondLst>
                                  <p:childTnLst>
                                    <p:set>
                                      <p:cBhvr>
                                        <p:cTn id="14" dur="1" fill="hold">
                                          <p:stCondLst>
                                            <p:cond delay="0"/>
                                          </p:stCondLst>
                                        </p:cTn>
                                        <p:tgtEl>
                                          <p:spTgt spid="32"/>
                                        </p:tgtEl>
                                        <p:attrNameLst>
                                          <p:attrName>style.visibility</p:attrName>
                                        </p:attrNameLst>
                                      </p:cBhvr>
                                      <p:to>
                                        <p:strVal val="visible"/>
                                      </p:to>
                                    </p:set>
                                    <p:anim to="" calcmode="lin" valueType="num">
                                      <p:cBhvr>
                                        <p:cTn id="15" dur="500" fill="hold">
                                          <p:stCondLst>
                                            <p:cond delay="0"/>
                                          </p:stCondLst>
                                        </p:cTn>
                                        <p:tgtEl>
                                          <p:spTgt spid="32"/>
                                        </p:tgtEl>
                                        <p:attrNameLst>
                                          <p:attrName>ppt_w</p:attrName>
                                        </p:attrNameLst>
                                      </p:cBhvr>
                                      <p:tavLst>
                                        <p:tav tm="0" fmla="$">
                                          <p:val>
                                            <p:fltVal val="0"/>
                                          </p:val>
                                        </p:tav>
                                        <p:tav tm="100000" fmla="$">
                                          <p:val>
                                            <p:strVal val="#ppt_w"/>
                                          </p:val>
                                        </p:tav>
                                      </p:tavLst>
                                    </p:anim>
                                    <p:anim to="" calcmode="lin" valueType="num">
                                      <p:cBhvr>
                                        <p:cTn id="16" dur="500" fill="hold">
                                          <p:stCondLst>
                                            <p:cond delay="0"/>
                                          </p:stCondLst>
                                        </p:cTn>
                                        <p:tgtEl>
                                          <p:spTgt spid="32"/>
                                        </p:tgtEl>
                                        <p:attrNameLst>
                                          <p:attrName>ppt_h</p:attrName>
                                        </p:attrNameLst>
                                      </p:cBhvr>
                                      <p:tavLst>
                                        <p:tav tm="0" fmla="$">
                                          <p:val>
                                            <p:fltVal val="0"/>
                                          </p:val>
                                        </p:tav>
                                        <p:tav tm="100000" fmla="$">
                                          <p:val>
                                            <p:strVal val="#ppt_h"/>
                                          </p:val>
                                        </p:tav>
                                      </p:tavLst>
                                    </p:anim>
                                  </p:childTnLst>
                                </p:cTn>
                              </p:par>
                              <p:par>
                                <p:cTn id="17" presetID="10" presetClass="entr" presetSubtype="0" decel="100000" fill="hold" grpId="0" nodeType="withEffect">
                                  <p:stCondLst>
                                    <p:cond delay="500"/>
                                  </p:stCondLst>
                                  <p:childTnLst>
                                    <p:set>
                                      <p:cBhvr>
                                        <p:cTn id="18" dur="1" fill="hold">
                                          <p:stCondLst>
                                            <p:cond delay="0"/>
                                          </p:stCondLst>
                                        </p:cTn>
                                        <p:tgtEl>
                                          <p:spTgt spid="34"/>
                                        </p:tgtEl>
                                        <p:attrNameLst>
                                          <p:attrName>style.visibility</p:attrName>
                                        </p:attrNameLst>
                                      </p:cBhvr>
                                      <p:to>
                                        <p:strVal val="visible"/>
                                      </p:to>
                                    </p:set>
                                    <p:anim to="" calcmode="lin" valueType="num">
                                      <p:cBhvr>
                                        <p:cTn id="19" dur="500" fill="hold">
                                          <p:stCondLst>
                                            <p:cond delay="0"/>
                                          </p:stCondLst>
                                        </p:cTn>
                                        <p:tgtEl>
                                          <p:spTgt spid="34"/>
                                        </p:tgtEl>
                                        <p:attrNameLst>
                                          <p:attrName>ppt_w</p:attrName>
                                        </p:attrNameLst>
                                      </p:cBhvr>
                                      <p:tavLst>
                                        <p:tav tm="0" fmla="$">
                                          <p:val>
                                            <p:fltVal val="0"/>
                                          </p:val>
                                        </p:tav>
                                        <p:tav tm="100000" fmla="$">
                                          <p:val>
                                            <p:strVal val="#ppt_w"/>
                                          </p:val>
                                        </p:tav>
                                      </p:tavLst>
                                    </p:anim>
                                    <p:anim to="" calcmode="lin" valueType="num">
                                      <p:cBhvr>
                                        <p:cTn id="20" dur="500" fill="hold">
                                          <p:stCondLst>
                                            <p:cond delay="0"/>
                                          </p:stCondLst>
                                        </p:cTn>
                                        <p:tgtEl>
                                          <p:spTgt spid="34"/>
                                        </p:tgtEl>
                                        <p:attrNameLst>
                                          <p:attrName>ppt_h</p:attrName>
                                        </p:attrNameLst>
                                      </p:cBhvr>
                                      <p:tavLst>
                                        <p:tav tm="0" fmla="$">
                                          <p:val>
                                            <p:fltVal val="0"/>
                                          </p:val>
                                        </p:tav>
                                        <p:tav tm="100000" fmla="$">
                                          <p:val>
                                            <p:strVal val="#ppt_h"/>
                                          </p:val>
                                        </p:tav>
                                      </p:tavLst>
                                    </p:anim>
                                  </p:childTnLst>
                                </p:cTn>
                              </p:par>
                              <p:par>
                                <p:cTn id="21" presetID="10" presetClass="entr" presetSubtype="0" decel="100000" fill="hold" grpId="0" nodeType="withEffect">
                                  <p:stCondLst>
                                    <p:cond delay="500"/>
                                  </p:stCondLst>
                                  <p:childTnLst>
                                    <p:set>
                                      <p:cBhvr>
                                        <p:cTn id="22" dur="1" fill="hold">
                                          <p:stCondLst>
                                            <p:cond delay="0"/>
                                          </p:stCondLst>
                                        </p:cTn>
                                        <p:tgtEl>
                                          <p:spTgt spid="35"/>
                                        </p:tgtEl>
                                        <p:attrNameLst>
                                          <p:attrName>style.visibility</p:attrName>
                                        </p:attrNameLst>
                                      </p:cBhvr>
                                      <p:to>
                                        <p:strVal val="visible"/>
                                      </p:to>
                                    </p:set>
                                    <p:anim to="" calcmode="lin" valueType="num">
                                      <p:cBhvr>
                                        <p:cTn id="23" dur="500" fill="hold">
                                          <p:stCondLst>
                                            <p:cond delay="0"/>
                                          </p:stCondLst>
                                        </p:cTn>
                                        <p:tgtEl>
                                          <p:spTgt spid="35"/>
                                        </p:tgtEl>
                                        <p:attrNameLst>
                                          <p:attrName>ppt_w</p:attrName>
                                        </p:attrNameLst>
                                      </p:cBhvr>
                                      <p:tavLst>
                                        <p:tav tm="0" fmla="$">
                                          <p:val>
                                            <p:fltVal val="0"/>
                                          </p:val>
                                        </p:tav>
                                        <p:tav tm="100000" fmla="$">
                                          <p:val>
                                            <p:strVal val="#ppt_w"/>
                                          </p:val>
                                        </p:tav>
                                      </p:tavLst>
                                    </p:anim>
                                    <p:anim to="" calcmode="lin" valueType="num">
                                      <p:cBhvr>
                                        <p:cTn id="24" dur="500" fill="hold">
                                          <p:stCondLst>
                                            <p:cond delay="0"/>
                                          </p:stCondLst>
                                        </p:cTn>
                                        <p:tgtEl>
                                          <p:spTgt spid="35"/>
                                        </p:tgtEl>
                                        <p:attrNameLst>
                                          <p:attrName>ppt_h</p:attrName>
                                        </p:attrNameLst>
                                      </p:cBhvr>
                                      <p:tavLst>
                                        <p:tav tm="0" fmla="$">
                                          <p:val>
                                            <p:fltVal val="0"/>
                                          </p:val>
                                        </p:tav>
                                        <p:tav tm="100000" fmla="$">
                                          <p:val>
                                            <p:strVal val="#ppt_h"/>
                                          </p:val>
                                        </p:tav>
                                      </p:tavLst>
                                    </p:anim>
                                  </p:childTnLst>
                                </p:cTn>
                              </p:par>
                              <p:par>
                                <p:cTn id="25" presetID="10" presetClass="entr" presetSubtype="0" decel="100000" fill="hold" grpId="0" nodeType="withEffect">
                                  <p:stCondLst>
                                    <p:cond delay="500"/>
                                  </p:stCondLst>
                                  <p:childTnLst>
                                    <p:set>
                                      <p:cBhvr>
                                        <p:cTn id="26" dur="1" fill="hold">
                                          <p:stCondLst>
                                            <p:cond delay="0"/>
                                          </p:stCondLst>
                                        </p:cTn>
                                        <p:tgtEl>
                                          <p:spTgt spid="37"/>
                                        </p:tgtEl>
                                        <p:attrNameLst>
                                          <p:attrName>style.visibility</p:attrName>
                                        </p:attrNameLst>
                                      </p:cBhvr>
                                      <p:to>
                                        <p:strVal val="visible"/>
                                      </p:to>
                                    </p:set>
                                    <p:anim to="" calcmode="lin" valueType="num">
                                      <p:cBhvr>
                                        <p:cTn id="27" dur="500" fill="hold">
                                          <p:stCondLst>
                                            <p:cond delay="0"/>
                                          </p:stCondLst>
                                        </p:cTn>
                                        <p:tgtEl>
                                          <p:spTgt spid="37"/>
                                        </p:tgtEl>
                                        <p:attrNameLst>
                                          <p:attrName>ppt_w</p:attrName>
                                        </p:attrNameLst>
                                      </p:cBhvr>
                                      <p:tavLst>
                                        <p:tav tm="0" fmla="$">
                                          <p:val>
                                            <p:fltVal val="0"/>
                                          </p:val>
                                        </p:tav>
                                        <p:tav tm="100000" fmla="$">
                                          <p:val>
                                            <p:strVal val="#ppt_w"/>
                                          </p:val>
                                        </p:tav>
                                      </p:tavLst>
                                    </p:anim>
                                    <p:anim to="" calcmode="lin" valueType="num">
                                      <p:cBhvr>
                                        <p:cTn id="28" dur="500" fill="hold">
                                          <p:stCondLst>
                                            <p:cond delay="0"/>
                                          </p:stCondLst>
                                        </p:cTn>
                                        <p:tgtEl>
                                          <p:spTgt spid="37"/>
                                        </p:tgtEl>
                                        <p:attrNameLst>
                                          <p:attrName>ppt_h</p:attrName>
                                        </p:attrNameLst>
                                      </p:cBhvr>
                                      <p:tavLst>
                                        <p:tav tm="0" fmla="$">
                                          <p:val>
                                            <p:fltVal val="0"/>
                                          </p:val>
                                        </p:tav>
                                        <p:tav tm="100000" fmla="$">
                                          <p:val>
                                            <p:strVal val="#ppt_h"/>
                                          </p:val>
                                        </p:tav>
                                      </p:tavLst>
                                    </p:anim>
                                  </p:childTnLst>
                                </p:cTn>
                              </p:par>
                              <p:par>
                                <p:cTn id="29" presetID="10" presetClass="entr" presetSubtype="0" decel="100000" fill="hold" grpId="0" nodeType="withEffect">
                                  <p:stCondLst>
                                    <p:cond delay="500"/>
                                  </p:stCondLst>
                                  <p:childTnLst>
                                    <p:set>
                                      <p:cBhvr>
                                        <p:cTn id="30" dur="1" fill="hold">
                                          <p:stCondLst>
                                            <p:cond delay="0"/>
                                          </p:stCondLst>
                                        </p:cTn>
                                        <p:tgtEl>
                                          <p:spTgt spid="38"/>
                                        </p:tgtEl>
                                        <p:attrNameLst>
                                          <p:attrName>style.visibility</p:attrName>
                                        </p:attrNameLst>
                                      </p:cBhvr>
                                      <p:to>
                                        <p:strVal val="visible"/>
                                      </p:to>
                                    </p:set>
                                    <p:anim to="" calcmode="lin" valueType="num">
                                      <p:cBhvr>
                                        <p:cTn id="31" dur="500" fill="hold">
                                          <p:stCondLst>
                                            <p:cond delay="0"/>
                                          </p:stCondLst>
                                        </p:cTn>
                                        <p:tgtEl>
                                          <p:spTgt spid="38"/>
                                        </p:tgtEl>
                                        <p:attrNameLst>
                                          <p:attrName>ppt_w</p:attrName>
                                        </p:attrNameLst>
                                      </p:cBhvr>
                                      <p:tavLst>
                                        <p:tav tm="0" fmla="$">
                                          <p:val>
                                            <p:fltVal val="0"/>
                                          </p:val>
                                        </p:tav>
                                        <p:tav tm="100000" fmla="$">
                                          <p:val>
                                            <p:strVal val="#ppt_w"/>
                                          </p:val>
                                        </p:tav>
                                      </p:tavLst>
                                    </p:anim>
                                    <p:anim to="" calcmode="lin" valueType="num">
                                      <p:cBhvr>
                                        <p:cTn id="32" dur="500" fill="hold">
                                          <p:stCondLst>
                                            <p:cond delay="0"/>
                                          </p:stCondLst>
                                        </p:cTn>
                                        <p:tgtEl>
                                          <p:spTgt spid="38"/>
                                        </p:tgtEl>
                                        <p:attrNameLst>
                                          <p:attrName>ppt_h</p:attrName>
                                        </p:attrNameLst>
                                      </p:cBhvr>
                                      <p:tavLst>
                                        <p:tav tm="0" fmla="$">
                                          <p:val>
                                            <p:fltVal val="0"/>
                                          </p:val>
                                        </p:tav>
                                        <p:tav tm="100000" fmla="$">
                                          <p:val>
                                            <p:strVal val="#ppt_h"/>
                                          </p:val>
                                        </p:tav>
                                      </p:tavLst>
                                    </p:anim>
                                  </p:childTnLst>
                                </p:cTn>
                              </p:par>
                              <p:par>
                                <p:cTn id="33" presetID="10" presetClass="entr" presetSubtype="0" decel="100000" fill="hold" grpId="0" nodeType="withEffect">
                                  <p:stCondLst>
                                    <p:cond delay="0"/>
                                  </p:stCondLst>
                                  <p:iterate type="lt">
                                    <p:tmPct val="10000"/>
                                  </p:iterate>
                                  <p:childTnLst>
                                    <p:set>
                                      <p:cBhvr>
                                        <p:cTn id="34" dur="1" fill="hold">
                                          <p:stCondLst>
                                            <p:cond delay="0"/>
                                          </p:stCondLst>
                                        </p:cTn>
                                        <p:tgtEl>
                                          <p:spTgt spid="18"/>
                                        </p:tgtEl>
                                        <p:attrNameLst>
                                          <p:attrName>style.visibility</p:attrName>
                                        </p:attrNameLst>
                                      </p:cBhvr>
                                      <p:to>
                                        <p:strVal val="visible"/>
                                      </p:to>
                                    </p:set>
                                    <p:anim from="0" to="1" calcmode="lin" valueType="num">
                                      <p:cBhvr>
                                        <p:cTn id="35" dur="500" fill="hold">
                                          <p:stCondLst>
                                            <p:cond delay="0"/>
                                          </p:stCondLst>
                                        </p:cTn>
                                        <p:tgtEl>
                                          <p:spTgt spid="18"/>
                                        </p:tgtEl>
                                        <p:attrNameLst>
                                          <p:attrName>style.opacity</p:attrName>
                                        </p:attrNameLst>
                                      </p:cBhvr>
                                    </p:anim>
                                    <p:anim to="" calcmode="lin" valueType="num">
                                      <p:cBhvr>
                                        <p:cTn id="36" dur="500" fill="hold">
                                          <p:stCondLst>
                                            <p:cond delay="0"/>
                                          </p:stCondLst>
                                        </p:cTn>
                                        <p:tgtEl>
                                          <p:spTgt spid="18"/>
                                        </p:tgtEl>
                                        <p:attrNameLst>
                                          <p:attrName>ppt_y</p:attrName>
                                        </p:attrNameLst>
                                      </p:cBhvr>
                                      <p:tavLst>
                                        <p:tav tm="0" fmla="$">
                                          <p:val>
                                            <p:strVal val="#ppt_y+.05"/>
                                          </p:val>
                                        </p:tav>
                                        <p:tav tm="100000" fmla="$">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8" grpId="0"/>
      <p:bldP spid="29" grpId="0"/>
      <p:bldP spid="32" grpId="0"/>
      <p:bldP spid="34" grpId="0"/>
      <p:bldP spid="35" grpId="0"/>
      <p:bldP spid="37" grpId="0"/>
      <p:bldP spid="3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 name="觅知网-不倒翁ID:189359941"/>
          <p:cNvGrpSpPr/>
          <p:nvPr/>
        </p:nvGrpSpPr>
        <p:grpSpPr>
          <a:xfrm>
            <a:off x="-178347" y="-186482"/>
            <a:ext cx="3810736" cy="6483102"/>
            <a:chOff x="695400" y="8111548"/>
            <a:chExt cx="3810736" cy="6483102"/>
          </a:xfrm>
          <a:solidFill>
            <a:srgbClr val="344778">
              <a:alpha val="5000"/>
            </a:srgbClr>
          </a:solidFill>
        </p:grpSpPr>
        <p:sp>
          <p:nvSpPr>
            <p:cNvPr id="113" name="觅知网-不倒翁ID:189359941"/>
            <p:cNvSpPr/>
            <p:nvPr/>
          </p:nvSpPr>
          <p:spPr bwMode="auto">
            <a:xfrm>
              <a:off x="3812011" y="13747819"/>
              <a:ext cx="694125" cy="465063"/>
            </a:xfrm>
            <a:custGeom>
              <a:avLst/>
              <a:gdLst>
                <a:gd name="T0" fmla="*/ 0 w 93"/>
                <a:gd name="T1" fmla="*/ 6 h 62"/>
                <a:gd name="T2" fmla="*/ 93 w 93"/>
                <a:gd name="T3" fmla="*/ 62 h 62"/>
                <a:gd name="T4" fmla="*/ 0 w 93"/>
                <a:gd name="T5" fmla="*/ 6 h 62"/>
              </a:gdLst>
              <a:ahLst/>
              <a:cxnLst>
                <a:cxn ang="0">
                  <a:pos x="T0" y="T1"/>
                </a:cxn>
                <a:cxn ang="0">
                  <a:pos x="T2" y="T3"/>
                </a:cxn>
                <a:cxn ang="0">
                  <a:pos x="T4" y="T5"/>
                </a:cxn>
              </a:cxnLst>
              <a:rect l="0" t="0" r="r" b="b"/>
              <a:pathLst>
                <a:path w="93" h="62">
                  <a:moveTo>
                    <a:pt x="0" y="6"/>
                  </a:moveTo>
                  <a:cubicBezTo>
                    <a:pt x="54" y="0"/>
                    <a:pt x="75" y="57"/>
                    <a:pt x="93" y="62"/>
                  </a:cubicBezTo>
                  <a:cubicBezTo>
                    <a:pt x="35" y="57"/>
                    <a:pt x="7" y="30"/>
                    <a:pt x="0"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4" name="觅知网-不倒翁ID:189359941"/>
            <p:cNvSpPr/>
            <p:nvPr/>
          </p:nvSpPr>
          <p:spPr bwMode="auto">
            <a:xfrm>
              <a:off x="3360830" y="13685350"/>
              <a:ext cx="631656" cy="492830"/>
            </a:xfrm>
            <a:custGeom>
              <a:avLst/>
              <a:gdLst>
                <a:gd name="T0" fmla="*/ 0 w 85"/>
                <a:gd name="T1" fmla="*/ 2 h 66"/>
                <a:gd name="T2" fmla="*/ 85 w 85"/>
                <a:gd name="T3" fmla="*/ 66 h 66"/>
                <a:gd name="T4" fmla="*/ 0 w 85"/>
                <a:gd name="T5" fmla="*/ 2 h 66"/>
              </a:gdLst>
              <a:ahLst/>
              <a:cxnLst>
                <a:cxn ang="0">
                  <a:pos x="T0" y="T1"/>
                </a:cxn>
                <a:cxn ang="0">
                  <a:pos x="T2" y="T3"/>
                </a:cxn>
                <a:cxn ang="0">
                  <a:pos x="T4" y="T5"/>
                </a:cxn>
              </a:cxnLst>
              <a:rect l="0" t="0" r="r" b="b"/>
              <a:pathLst>
                <a:path w="85" h="66">
                  <a:moveTo>
                    <a:pt x="0" y="2"/>
                  </a:moveTo>
                  <a:cubicBezTo>
                    <a:pt x="50" y="0"/>
                    <a:pt x="69" y="60"/>
                    <a:pt x="85" y="66"/>
                  </a:cubicBezTo>
                  <a:cubicBezTo>
                    <a:pt x="26" y="57"/>
                    <a:pt x="4" y="24"/>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5" name="觅知网-不倒翁ID:189359941"/>
            <p:cNvSpPr/>
            <p:nvPr/>
          </p:nvSpPr>
          <p:spPr bwMode="auto">
            <a:xfrm>
              <a:off x="2930473" y="13532643"/>
              <a:ext cx="562243" cy="555300"/>
            </a:xfrm>
            <a:custGeom>
              <a:avLst/>
              <a:gdLst>
                <a:gd name="T0" fmla="*/ 0 w 75"/>
                <a:gd name="T1" fmla="*/ 0 h 74"/>
                <a:gd name="T2" fmla="*/ 75 w 75"/>
                <a:gd name="T3" fmla="*/ 74 h 74"/>
                <a:gd name="T4" fmla="*/ 0 w 75"/>
                <a:gd name="T5" fmla="*/ 0 h 74"/>
              </a:gdLst>
              <a:ahLst/>
              <a:cxnLst>
                <a:cxn ang="0">
                  <a:pos x="T0" y="T1"/>
                </a:cxn>
                <a:cxn ang="0">
                  <a:pos x="T2" y="T3"/>
                </a:cxn>
                <a:cxn ang="0">
                  <a:pos x="T4" y="T5"/>
                </a:cxn>
              </a:cxnLst>
              <a:rect l="0" t="0" r="r" b="b"/>
              <a:pathLst>
                <a:path w="75" h="74">
                  <a:moveTo>
                    <a:pt x="0" y="0"/>
                  </a:moveTo>
                  <a:cubicBezTo>
                    <a:pt x="49" y="8"/>
                    <a:pt x="60" y="66"/>
                    <a:pt x="75" y="74"/>
                  </a:cubicBezTo>
                  <a:cubicBezTo>
                    <a:pt x="25" y="62"/>
                    <a:pt x="0" y="28"/>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6" name="觅知网-不倒翁ID:189359941"/>
            <p:cNvSpPr/>
            <p:nvPr/>
          </p:nvSpPr>
          <p:spPr bwMode="auto">
            <a:xfrm>
              <a:off x="2513998" y="13310524"/>
              <a:ext cx="492831" cy="624708"/>
            </a:xfrm>
            <a:custGeom>
              <a:avLst/>
              <a:gdLst>
                <a:gd name="T0" fmla="*/ 4 w 66"/>
                <a:gd name="T1" fmla="*/ 0 h 84"/>
                <a:gd name="T2" fmla="*/ 66 w 66"/>
                <a:gd name="T3" fmla="*/ 84 h 84"/>
                <a:gd name="T4" fmla="*/ 4 w 66"/>
                <a:gd name="T5" fmla="*/ 0 h 84"/>
              </a:gdLst>
              <a:ahLst/>
              <a:cxnLst>
                <a:cxn ang="0">
                  <a:pos x="T0" y="T1"/>
                </a:cxn>
                <a:cxn ang="0">
                  <a:pos x="T2" y="T3"/>
                </a:cxn>
                <a:cxn ang="0">
                  <a:pos x="T4" y="T5"/>
                </a:cxn>
              </a:cxnLst>
              <a:rect l="0" t="0" r="r" b="b"/>
              <a:pathLst>
                <a:path w="66" h="84">
                  <a:moveTo>
                    <a:pt x="4" y="0"/>
                  </a:moveTo>
                  <a:cubicBezTo>
                    <a:pt x="48" y="15"/>
                    <a:pt x="53" y="74"/>
                    <a:pt x="66" y="84"/>
                  </a:cubicBezTo>
                  <a:cubicBezTo>
                    <a:pt x="16" y="64"/>
                    <a:pt x="0" y="26"/>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7" name="觅知网-不倒翁ID:189359941"/>
            <p:cNvSpPr/>
            <p:nvPr/>
          </p:nvSpPr>
          <p:spPr bwMode="auto">
            <a:xfrm>
              <a:off x="2118352" y="13018993"/>
              <a:ext cx="437300" cy="694121"/>
            </a:xfrm>
            <a:custGeom>
              <a:avLst/>
              <a:gdLst>
                <a:gd name="T0" fmla="*/ 11 w 58"/>
                <a:gd name="T1" fmla="*/ 0 h 93"/>
                <a:gd name="T2" fmla="*/ 58 w 58"/>
                <a:gd name="T3" fmla="*/ 93 h 93"/>
                <a:gd name="T4" fmla="*/ 11 w 58"/>
                <a:gd name="T5" fmla="*/ 0 h 93"/>
              </a:gdLst>
              <a:ahLst/>
              <a:cxnLst>
                <a:cxn ang="0">
                  <a:pos x="T0" y="T1"/>
                </a:cxn>
                <a:cxn ang="0">
                  <a:pos x="T2" y="T3"/>
                </a:cxn>
                <a:cxn ang="0">
                  <a:pos x="T4" y="T5"/>
                </a:cxn>
              </a:cxnLst>
              <a:rect l="0" t="0" r="r" b="b"/>
              <a:pathLst>
                <a:path w="58" h="93">
                  <a:moveTo>
                    <a:pt x="11" y="0"/>
                  </a:moveTo>
                  <a:cubicBezTo>
                    <a:pt x="46" y="20"/>
                    <a:pt x="52" y="88"/>
                    <a:pt x="58" y="93"/>
                  </a:cubicBezTo>
                  <a:cubicBezTo>
                    <a:pt x="24" y="77"/>
                    <a:pt x="0" y="37"/>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8" name="觅知网-不倒翁ID:189359941"/>
            <p:cNvSpPr/>
            <p:nvPr/>
          </p:nvSpPr>
          <p:spPr bwMode="auto">
            <a:xfrm>
              <a:off x="1833759" y="12678873"/>
              <a:ext cx="347063" cy="735770"/>
            </a:xfrm>
            <a:custGeom>
              <a:avLst/>
              <a:gdLst>
                <a:gd name="T0" fmla="*/ 11 w 46"/>
                <a:gd name="T1" fmla="*/ 0 h 99"/>
                <a:gd name="T2" fmla="*/ 41 w 46"/>
                <a:gd name="T3" fmla="*/ 99 h 99"/>
                <a:gd name="T4" fmla="*/ 11 w 46"/>
                <a:gd name="T5" fmla="*/ 0 h 99"/>
              </a:gdLst>
              <a:ahLst/>
              <a:cxnLst>
                <a:cxn ang="0">
                  <a:pos x="T0" y="T1"/>
                </a:cxn>
                <a:cxn ang="0">
                  <a:pos x="T2" y="T3"/>
                </a:cxn>
                <a:cxn ang="0">
                  <a:pos x="T4" y="T5"/>
                </a:cxn>
              </a:cxnLst>
              <a:rect l="0" t="0" r="r" b="b"/>
              <a:pathLst>
                <a:path w="46" h="99">
                  <a:moveTo>
                    <a:pt x="11" y="0"/>
                  </a:moveTo>
                  <a:cubicBezTo>
                    <a:pt x="46" y="29"/>
                    <a:pt x="32" y="86"/>
                    <a:pt x="41" y="99"/>
                  </a:cubicBezTo>
                  <a:cubicBezTo>
                    <a:pt x="1" y="71"/>
                    <a:pt x="0" y="24"/>
                    <a:pt x="1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19" name="觅知网-不倒翁ID:189359941"/>
            <p:cNvSpPr/>
            <p:nvPr/>
          </p:nvSpPr>
          <p:spPr bwMode="auto">
            <a:xfrm>
              <a:off x="1569991" y="12283223"/>
              <a:ext cx="347063" cy="770476"/>
            </a:xfrm>
            <a:custGeom>
              <a:avLst/>
              <a:gdLst>
                <a:gd name="T0" fmla="*/ 19 w 47"/>
                <a:gd name="T1" fmla="*/ 0 h 103"/>
                <a:gd name="T2" fmla="*/ 31 w 47"/>
                <a:gd name="T3" fmla="*/ 103 h 103"/>
                <a:gd name="T4" fmla="*/ 19 w 47"/>
                <a:gd name="T5" fmla="*/ 0 h 103"/>
              </a:gdLst>
              <a:ahLst/>
              <a:cxnLst>
                <a:cxn ang="0">
                  <a:pos x="T0" y="T1"/>
                </a:cxn>
                <a:cxn ang="0">
                  <a:pos x="T2" y="T3"/>
                </a:cxn>
                <a:cxn ang="0">
                  <a:pos x="T4" y="T5"/>
                </a:cxn>
              </a:cxnLst>
              <a:rect l="0" t="0" r="r" b="b"/>
              <a:pathLst>
                <a:path w="47" h="103">
                  <a:moveTo>
                    <a:pt x="19" y="0"/>
                  </a:moveTo>
                  <a:cubicBezTo>
                    <a:pt x="47" y="36"/>
                    <a:pt x="25" y="89"/>
                    <a:pt x="31" y="103"/>
                  </a:cubicBezTo>
                  <a:cubicBezTo>
                    <a:pt x="1" y="71"/>
                    <a:pt x="0" y="29"/>
                    <a:pt x="1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0" name="觅知网-不倒翁ID:189359941"/>
            <p:cNvSpPr/>
            <p:nvPr/>
          </p:nvSpPr>
          <p:spPr bwMode="auto">
            <a:xfrm>
              <a:off x="1361753" y="11852871"/>
              <a:ext cx="360944" cy="770476"/>
            </a:xfrm>
            <a:custGeom>
              <a:avLst/>
              <a:gdLst>
                <a:gd name="T0" fmla="*/ 26 w 49"/>
                <a:gd name="T1" fmla="*/ 0 h 104"/>
                <a:gd name="T2" fmla="*/ 22 w 49"/>
                <a:gd name="T3" fmla="*/ 104 h 104"/>
                <a:gd name="T4" fmla="*/ 26 w 49"/>
                <a:gd name="T5" fmla="*/ 0 h 104"/>
              </a:gdLst>
              <a:ahLst/>
              <a:cxnLst>
                <a:cxn ang="0">
                  <a:pos x="T0" y="T1"/>
                </a:cxn>
                <a:cxn ang="0">
                  <a:pos x="T2" y="T3"/>
                </a:cxn>
                <a:cxn ang="0">
                  <a:pos x="T4" y="T5"/>
                </a:cxn>
              </a:cxnLst>
              <a:rect l="0" t="0" r="r" b="b"/>
              <a:pathLst>
                <a:path w="49" h="104">
                  <a:moveTo>
                    <a:pt x="26" y="0"/>
                  </a:moveTo>
                  <a:cubicBezTo>
                    <a:pt x="49" y="46"/>
                    <a:pt x="18" y="90"/>
                    <a:pt x="22" y="104"/>
                  </a:cubicBezTo>
                  <a:cubicBezTo>
                    <a:pt x="0" y="72"/>
                    <a:pt x="0" y="32"/>
                    <a:pt x="2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1" name="觅知网-不倒翁ID:189359941"/>
            <p:cNvSpPr/>
            <p:nvPr/>
          </p:nvSpPr>
          <p:spPr bwMode="auto">
            <a:xfrm>
              <a:off x="1181283" y="11401685"/>
              <a:ext cx="402593" cy="770476"/>
            </a:xfrm>
            <a:custGeom>
              <a:avLst/>
              <a:gdLst>
                <a:gd name="T0" fmla="*/ 38 w 54"/>
                <a:gd name="T1" fmla="*/ 0 h 103"/>
                <a:gd name="T2" fmla="*/ 20 w 54"/>
                <a:gd name="T3" fmla="*/ 103 h 103"/>
                <a:gd name="T4" fmla="*/ 38 w 54"/>
                <a:gd name="T5" fmla="*/ 0 h 103"/>
              </a:gdLst>
              <a:ahLst/>
              <a:cxnLst>
                <a:cxn ang="0">
                  <a:pos x="T0" y="T1"/>
                </a:cxn>
                <a:cxn ang="0">
                  <a:pos x="T2" y="T3"/>
                </a:cxn>
                <a:cxn ang="0">
                  <a:pos x="T4" y="T5"/>
                </a:cxn>
              </a:cxnLst>
              <a:rect l="0" t="0" r="r" b="b"/>
              <a:pathLst>
                <a:path w="54" h="103">
                  <a:moveTo>
                    <a:pt x="38" y="0"/>
                  </a:moveTo>
                  <a:cubicBezTo>
                    <a:pt x="54" y="46"/>
                    <a:pt x="19" y="89"/>
                    <a:pt x="20" y="103"/>
                  </a:cubicBezTo>
                  <a:cubicBezTo>
                    <a:pt x="0" y="66"/>
                    <a:pt x="11" y="27"/>
                    <a:pt x="3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2" name="觅知网-不倒翁ID:189359941"/>
            <p:cNvSpPr/>
            <p:nvPr/>
          </p:nvSpPr>
          <p:spPr bwMode="auto">
            <a:xfrm>
              <a:off x="1118814" y="10950508"/>
              <a:ext cx="381769" cy="735770"/>
            </a:xfrm>
            <a:custGeom>
              <a:avLst/>
              <a:gdLst>
                <a:gd name="T0" fmla="*/ 42 w 51"/>
                <a:gd name="T1" fmla="*/ 0 h 99"/>
                <a:gd name="T2" fmla="*/ 11 w 51"/>
                <a:gd name="T3" fmla="*/ 99 h 99"/>
                <a:gd name="T4" fmla="*/ 42 w 51"/>
                <a:gd name="T5" fmla="*/ 0 h 99"/>
              </a:gdLst>
              <a:ahLst/>
              <a:cxnLst>
                <a:cxn ang="0">
                  <a:pos x="T0" y="T1"/>
                </a:cxn>
                <a:cxn ang="0">
                  <a:pos x="T2" y="T3"/>
                </a:cxn>
                <a:cxn ang="0">
                  <a:pos x="T4" y="T5"/>
                </a:cxn>
              </a:cxnLst>
              <a:rect l="0" t="0" r="r" b="b"/>
              <a:pathLst>
                <a:path w="51" h="99">
                  <a:moveTo>
                    <a:pt x="42" y="0"/>
                  </a:moveTo>
                  <a:cubicBezTo>
                    <a:pt x="51" y="36"/>
                    <a:pt x="12" y="95"/>
                    <a:pt x="11" y="99"/>
                  </a:cubicBezTo>
                  <a:cubicBezTo>
                    <a:pt x="0" y="67"/>
                    <a:pt x="4" y="33"/>
                    <a:pt x="4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3" name="觅知网-不倒翁ID:189359941"/>
            <p:cNvSpPr/>
            <p:nvPr/>
          </p:nvSpPr>
          <p:spPr bwMode="auto">
            <a:xfrm>
              <a:off x="1084103" y="10492388"/>
              <a:ext cx="402593" cy="701064"/>
            </a:xfrm>
            <a:custGeom>
              <a:avLst/>
              <a:gdLst>
                <a:gd name="T0" fmla="*/ 52 w 54"/>
                <a:gd name="T1" fmla="*/ 0 h 94"/>
                <a:gd name="T2" fmla="*/ 9 w 54"/>
                <a:gd name="T3" fmla="*/ 94 h 94"/>
                <a:gd name="T4" fmla="*/ 52 w 54"/>
                <a:gd name="T5" fmla="*/ 0 h 94"/>
              </a:gdLst>
              <a:ahLst/>
              <a:cxnLst>
                <a:cxn ang="0">
                  <a:pos x="T0" y="T1"/>
                </a:cxn>
                <a:cxn ang="0">
                  <a:pos x="T2" y="T3"/>
                </a:cxn>
                <a:cxn ang="0">
                  <a:pos x="T4" y="T5"/>
                </a:cxn>
              </a:cxnLst>
              <a:rect l="0" t="0" r="r" b="b"/>
              <a:pathLst>
                <a:path w="54" h="94">
                  <a:moveTo>
                    <a:pt x="52" y="0"/>
                  </a:moveTo>
                  <a:cubicBezTo>
                    <a:pt x="54" y="48"/>
                    <a:pt x="11" y="81"/>
                    <a:pt x="9" y="94"/>
                  </a:cubicBezTo>
                  <a:cubicBezTo>
                    <a:pt x="0" y="61"/>
                    <a:pt x="9" y="29"/>
                    <a:pt x="5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4" name="觅知网-不倒翁ID:189359941"/>
            <p:cNvSpPr/>
            <p:nvPr/>
          </p:nvSpPr>
          <p:spPr bwMode="auto">
            <a:xfrm>
              <a:off x="1097989" y="10055089"/>
              <a:ext cx="472006" cy="645537"/>
            </a:xfrm>
            <a:custGeom>
              <a:avLst/>
              <a:gdLst>
                <a:gd name="T0" fmla="*/ 63 w 63"/>
                <a:gd name="T1" fmla="*/ 0 h 87"/>
                <a:gd name="T2" fmla="*/ 8 w 63"/>
                <a:gd name="T3" fmla="*/ 87 h 87"/>
                <a:gd name="T4" fmla="*/ 63 w 63"/>
                <a:gd name="T5" fmla="*/ 0 h 87"/>
              </a:gdLst>
              <a:ahLst/>
              <a:cxnLst>
                <a:cxn ang="0">
                  <a:pos x="T0" y="T1"/>
                </a:cxn>
                <a:cxn ang="0">
                  <a:pos x="T2" y="T3"/>
                </a:cxn>
                <a:cxn ang="0">
                  <a:pos x="T4" y="T5"/>
                </a:cxn>
              </a:cxnLst>
              <a:rect l="0" t="0" r="r" b="b"/>
              <a:pathLst>
                <a:path w="63" h="87">
                  <a:moveTo>
                    <a:pt x="63" y="0"/>
                  </a:moveTo>
                  <a:cubicBezTo>
                    <a:pt x="59" y="44"/>
                    <a:pt x="11" y="75"/>
                    <a:pt x="8" y="87"/>
                  </a:cubicBezTo>
                  <a:cubicBezTo>
                    <a:pt x="0" y="39"/>
                    <a:pt x="32" y="19"/>
                    <a:pt x="6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5" name="觅知网-不倒翁ID:189359941"/>
            <p:cNvSpPr/>
            <p:nvPr/>
          </p:nvSpPr>
          <p:spPr bwMode="auto">
            <a:xfrm>
              <a:off x="3464953" y="14115706"/>
              <a:ext cx="1013420" cy="478944"/>
            </a:xfrm>
            <a:custGeom>
              <a:avLst/>
              <a:gdLst>
                <a:gd name="T0" fmla="*/ 0 w 136"/>
                <a:gd name="T1" fmla="*/ 37 h 64"/>
                <a:gd name="T2" fmla="*/ 136 w 136"/>
                <a:gd name="T3" fmla="*/ 19 h 64"/>
                <a:gd name="T4" fmla="*/ 0 w 136"/>
                <a:gd name="T5" fmla="*/ 37 h 64"/>
              </a:gdLst>
              <a:ahLst/>
              <a:cxnLst>
                <a:cxn ang="0">
                  <a:pos x="T0" y="T1"/>
                </a:cxn>
                <a:cxn ang="0">
                  <a:pos x="T2" y="T3"/>
                </a:cxn>
                <a:cxn ang="0">
                  <a:pos x="T4" y="T5"/>
                </a:cxn>
              </a:cxnLst>
              <a:rect l="0" t="0" r="r" b="b"/>
              <a:pathLst>
                <a:path w="136" h="64">
                  <a:moveTo>
                    <a:pt x="0" y="37"/>
                  </a:moveTo>
                  <a:cubicBezTo>
                    <a:pt x="68" y="64"/>
                    <a:pt x="104" y="27"/>
                    <a:pt x="136" y="19"/>
                  </a:cubicBezTo>
                  <a:cubicBezTo>
                    <a:pt x="70" y="0"/>
                    <a:pt x="50" y="35"/>
                    <a:pt x="0"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6" name="觅知网-不倒翁ID:189359941"/>
            <p:cNvSpPr/>
            <p:nvPr/>
          </p:nvSpPr>
          <p:spPr bwMode="auto">
            <a:xfrm>
              <a:off x="2965184" y="14039351"/>
              <a:ext cx="1013420" cy="472001"/>
            </a:xfrm>
            <a:custGeom>
              <a:avLst/>
              <a:gdLst>
                <a:gd name="T0" fmla="*/ 0 w 136"/>
                <a:gd name="T1" fmla="*/ 28 h 63"/>
                <a:gd name="T2" fmla="*/ 136 w 136"/>
                <a:gd name="T3" fmla="*/ 24 h 63"/>
                <a:gd name="T4" fmla="*/ 0 w 136"/>
                <a:gd name="T5" fmla="*/ 28 h 63"/>
              </a:gdLst>
              <a:ahLst/>
              <a:cxnLst>
                <a:cxn ang="0">
                  <a:pos x="T0" y="T1"/>
                </a:cxn>
                <a:cxn ang="0">
                  <a:pos x="T2" y="T3"/>
                </a:cxn>
                <a:cxn ang="0">
                  <a:pos x="T4" y="T5"/>
                </a:cxn>
              </a:cxnLst>
              <a:rect l="0" t="0" r="r" b="b"/>
              <a:pathLst>
                <a:path w="136" h="63">
                  <a:moveTo>
                    <a:pt x="0" y="28"/>
                  </a:moveTo>
                  <a:cubicBezTo>
                    <a:pt x="67" y="63"/>
                    <a:pt x="106" y="28"/>
                    <a:pt x="136" y="24"/>
                  </a:cubicBezTo>
                  <a:cubicBezTo>
                    <a:pt x="72" y="0"/>
                    <a:pt x="49" y="31"/>
                    <a:pt x="0"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7" name="觅知网-不倒翁ID:189359941"/>
            <p:cNvSpPr/>
            <p:nvPr/>
          </p:nvSpPr>
          <p:spPr bwMode="auto">
            <a:xfrm>
              <a:off x="2479296" y="13893587"/>
              <a:ext cx="999538" cy="478944"/>
            </a:xfrm>
            <a:custGeom>
              <a:avLst/>
              <a:gdLst>
                <a:gd name="T0" fmla="*/ 0 w 134"/>
                <a:gd name="T1" fmla="*/ 19 h 64"/>
                <a:gd name="T2" fmla="*/ 134 w 134"/>
                <a:gd name="T3" fmla="*/ 32 h 64"/>
                <a:gd name="T4" fmla="*/ 0 w 134"/>
                <a:gd name="T5" fmla="*/ 19 h 64"/>
              </a:gdLst>
              <a:ahLst/>
              <a:cxnLst>
                <a:cxn ang="0">
                  <a:pos x="T0" y="T1"/>
                </a:cxn>
                <a:cxn ang="0">
                  <a:pos x="T2" y="T3"/>
                </a:cxn>
                <a:cxn ang="0">
                  <a:pos x="T4" y="T5"/>
                </a:cxn>
              </a:cxnLst>
              <a:rect l="0" t="0" r="r" b="b"/>
              <a:pathLst>
                <a:path w="134" h="64">
                  <a:moveTo>
                    <a:pt x="0" y="19"/>
                  </a:moveTo>
                  <a:cubicBezTo>
                    <a:pt x="60" y="64"/>
                    <a:pt x="106" y="33"/>
                    <a:pt x="134" y="32"/>
                  </a:cubicBezTo>
                  <a:cubicBezTo>
                    <a:pt x="69" y="0"/>
                    <a:pt x="48" y="30"/>
                    <a:pt x="0"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8" name="觅知网-不倒翁ID:189359941"/>
            <p:cNvSpPr/>
            <p:nvPr/>
          </p:nvSpPr>
          <p:spPr bwMode="auto">
            <a:xfrm>
              <a:off x="2028115" y="13692288"/>
              <a:ext cx="964832" cy="444238"/>
            </a:xfrm>
            <a:custGeom>
              <a:avLst/>
              <a:gdLst>
                <a:gd name="T0" fmla="*/ 0 w 129"/>
                <a:gd name="T1" fmla="*/ 7 h 60"/>
                <a:gd name="T2" fmla="*/ 129 w 129"/>
                <a:gd name="T3" fmla="*/ 39 h 60"/>
                <a:gd name="T4" fmla="*/ 0 w 129"/>
                <a:gd name="T5" fmla="*/ 7 h 60"/>
              </a:gdLst>
              <a:ahLst/>
              <a:cxnLst>
                <a:cxn ang="0">
                  <a:pos x="T0" y="T1"/>
                </a:cxn>
                <a:cxn ang="0">
                  <a:pos x="T2" y="T3"/>
                </a:cxn>
                <a:cxn ang="0">
                  <a:pos x="T4" y="T5"/>
                </a:cxn>
              </a:cxnLst>
              <a:rect l="0" t="0" r="r" b="b"/>
              <a:pathLst>
                <a:path w="129" h="60">
                  <a:moveTo>
                    <a:pt x="0" y="7"/>
                  </a:moveTo>
                  <a:cubicBezTo>
                    <a:pt x="53" y="60"/>
                    <a:pt x="106" y="36"/>
                    <a:pt x="129" y="39"/>
                  </a:cubicBezTo>
                  <a:cubicBezTo>
                    <a:pt x="76" y="0"/>
                    <a:pt x="39" y="22"/>
                    <a:pt x="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29" name="觅知网-不倒翁ID:189359941"/>
            <p:cNvSpPr/>
            <p:nvPr/>
          </p:nvSpPr>
          <p:spPr bwMode="auto">
            <a:xfrm>
              <a:off x="1639403" y="13372994"/>
              <a:ext cx="895420" cy="423418"/>
            </a:xfrm>
            <a:custGeom>
              <a:avLst/>
              <a:gdLst>
                <a:gd name="T0" fmla="*/ 0 w 120"/>
                <a:gd name="T1" fmla="*/ 1 h 57"/>
                <a:gd name="T2" fmla="*/ 120 w 120"/>
                <a:gd name="T3" fmla="*/ 52 h 57"/>
                <a:gd name="T4" fmla="*/ 0 w 120"/>
                <a:gd name="T5" fmla="*/ 1 h 57"/>
              </a:gdLst>
              <a:ahLst/>
              <a:cxnLst>
                <a:cxn ang="0">
                  <a:pos x="T0" y="T1"/>
                </a:cxn>
                <a:cxn ang="0">
                  <a:pos x="T2" y="T3"/>
                </a:cxn>
                <a:cxn ang="0">
                  <a:pos x="T4" y="T5"/>
                </a:cxn>
              </a:cxnLst>
              <a:rect l="0" t="0" r="r" b="b"/>
              <a:pathLst>
                <a:path w="120" h="57">
                  <a:moveTo>
                    <a:pt x="0" y="1"/>
                  </a:moveTo>
                  <a:cubicBezTo>
                    <a:pt x="37" y="57"/>
                    <a:pt x="98" y="47"/>
                    <a:pt x="120" y="52"/>
                  </a:cubicBezTo>
                  <a:cubicBezTo>
                    <a:pt x="60" y="0"/>
                    <a:pt x="40" y="25"/>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0" name="觅知网-不倒翁ID:189359941"/>
            <p:cNvSpPr/>
            <p:nvPr/>
          </p:nvSpPr>
          <p:spPr bwMode="auto">
            <a:xfrm>
              <a:off x="1327051" y="12956519"/>
              <a:ext cx="798244" cy="506712"/>
            </a:xfrm>
            <a:custGeom>
              <a:avLst/>
              <a:gdLst>
                <a:gd name="T0" fmla="*/ 0 w 107"/>
                <a:gd name="T1" fmla="*/ 0 h 68"/>
                <a:gd name="T2" fmla="*/ 107 w 107"/>
                <a:gd name="T3" fmla="*/ 68 h 68"/>
                <a:gd name="T4" fmla="*/ 0 w 107"/>
                <a:gd name="T5" fmla="*/ 0 h 68"/>
              </a:gdLst>
              <a:ahLst/>
              <a:cxnLst>
                <a:cxn ang="0">
                  <a:pos x="T0" y="T1"/>
                </a:cxn>
                <a:cxn ang="0">
                  <a:pos x="T2" y="T3"/>
                </a:cxn>
                <a:cxn ang="0">
                  <a:pos x="T4" y="T5"/>
                </a:cxn>
              </a:cxnLst>
              <a:rect l="0" t="0" r="r" b="b"/>
              <a:pathLst>
                <a:path w="107" h="68">
                  <a:moveTo>
                    <a:pt x="0" y="0"/>
                  </a:moveTo>
                  <a:cubicBezTo>
                    <a:pt x="29" y="64"/>
                    <a:pt x="87" y="60"/>
                    <a:pt x="107" y="68"/>
                  </a:cubicBezTo>
                  <a:cubicBezTo>
                    <a:pt x="57" y="8"/>
                    <a:pt x="35" y="28"/>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1" name="觅知网-不倒翁ID:189359941"/>
            <p:cNvSpPr/>
            <p:nvPr/>
          </p:nvSpPr>
          <p:spPr bwMode="auto">
            <a:xfrm>
              <a:off x="1084103" y="12484517"/>
              <a:ext cx="701068" cy="617769"/>
            </a:xfrm>
            <a:custGeom>
              <a:avLst/>
              <a:gdLst>
                <a:gd name="T0" fmla="*/ 0 w 94"/>
                <a:gd name="T1" fmla="*/ 0 h 83"/>
                <a:gd name="T2" fmla="*/ 94 w 94"/>
                <a:gd name="T3" fmla="*/ 83 h 83"/>
                <a:gd name="T4" fmla="*/ 0 w 94"/>
                <a:gd name="T5" fmla="*/ 0 h 83"/>
              </a:gdLst>
              <a:ahLst/>
              <a:cxnLst>
                <a:cxn ang="0">
                  <a:pos x="T0" y="T1"/>
                </a:cxn>
                <a:cxn ang="0">
                  <a:pos x="T2" y="T3"/>
                </a:cxn>
                <a:cxn ang="0">
                  <a:pos x="T4" y="T5"/>
                </a:cxn>
              </a:cxnLst>
              <a:rect l="0" t="0" r="r" b="b"/>
              <a:pathLst>
                <a:path w="94" h="83">
                  <a:moveTo>
                    <a:pt x="0" y="0"/>
                  </a:moveTo>
                  <a:cubicBezTo>
                    <a:pt x="20" y="67"/>
                    <a:pt x="83" y="75"/>
                    <a:pt x="94" y="83"/>
                  </a:cubicBezTo>
                  <a:cubicBezTo>
                    <a:pt x="65" y="24"/>
                    <a:pt x="27" y="28"/>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2" name="觅知网-不倒翁ID:189359941"/>
            <p:cNvSpPr/>
            <p:nvPr/>
          </p:nvSpPr>
          <p:spPr bwMode="auto">
            <a:xfrm>
              <a:off x="917515" y="11991691"/>
              <a:ext cx="590006" cy="694121"/>
            </a:xfrm>
            <a:custGeom>
              <a:avLst/>
              <a:gdLst>
                <a:gd name="T0" fmla="*/ 0 w 79"/>
                <a:gd name="T1" fmla="*/ 0 h 93"/>
                <a:gd name="T2" fmla="*/ 79 w 79"/>
                <a:gd name="T3" fmla="*/ 93 h 93"/>
                <a:gd name="T4" fmla="*/ 0 w 79"/>
                <a:gd name="T5" fmla="*/ 0 h 93"/>
              </a:gdLst>
              <a:ahLst/>
              <a:cxnLst>
                <a:cxn ang="0">
                  <a:pos x="T0" y="T1"/>
                </a:cxn>
                <a:cxn ang="0">
                  <a:pos x="T2" y="T3"/>
                </a:cxn>
                <a:cxn ang="0">
                  <a:pos x="T4" y="T5"/>
                </a:cxn>
              </a:cxnLst>
              <a:rect l="0" t="0" r="r" b="b"/>
              <a:pathLst>
                <a:path w="79" h="93">
                  <a:moveTo>
                    <a:pt x="0" y="0"/>
                  </a:moveTo>
                  <a:cubicBezTo>
                    <a:pt x="8" y="67"/>
                    <a:pt x="68" y="82"/>
                    <a:pt x="79" y="93"/>
                  </a:cubicBezTo>
                  <a:cubicBezTo>
                    <a:pt x="59" y="30"/>
                    <a:pt x="22" y="2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3" name="觅知网-不倒翁ID:189359941"/>
            <p:cNvSpPr/>
            <p:nvPr/>
          </p:nvSpPr>
          <p:spPr bwMode="auto">
            <a:xfrm>
              <a:off x="792571" y="11484984"/>
              <a:ext cx="506712" cy="742713"/>
            </a:xfrm>
            <a:custGeom>
              <a:avLst/>
              <a:gdLst>
                <a:gd name="T0" fmla="*/ 3 w 68"/>
                <a:gd name="T1" fmla="*/ 0 h 100"/>
                <a:gd name="T2" fmla="*/ 68 w 68"/>
                <a:gd name="T3" fmla="*/ 100 h 100"/>
                <a:gd name="T4" fmla="*/ 3 w 68"/>
                <a:gd name="T5" fmla="*/ 0 h 100"/>
              </a:gdLst>
              <a:ahLst/>
              <a:cxnLst>
                <a:cxn ang="0">
                  <a:pos x="T0" y="T1"/>
                </a:cxn>
                <a:cxn ang="0">
                  <a:pos x="T2" y="T3"/>
                </a:cxn>
                <a:cxn ang="0">
                  <a:pos x="T4" y="T5"/>
                </a:cxn>
              </a:cxnLst>
              <a:rect l="0" t="0" r="r" b="b"/>
              <a:pathLst>
                <a:path w="68" h="100">
                  <a:moveTo>
                    <a:pt x="3" y="0"/>
                  </a:moveTo>
                  <a:cubicBezTo>
                    <a:pt x="0" y="62"/>
                    <a:pt x="62" y="91"/>
                    <a:pt x="68" y="100"/>
                  </a:cubicBezTo>
                  <a:cubicBezTo>
                    <a:pt x="61" y="41"/>
                    <a:pt x="17" y="23"/>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4" name="觅知网-不倒翁ID:189359941"/>
            <p:cNvSpPr/>
            <p:nvPr/>
          </p:nvSpPr>
          <p:spPr bwMode="auto">
            <a:xfrm>
              <a:off x="723159" y="10978276"/>
              <a:ext cx="444238" cy="777419"/>
            </a:xfrm>
            <a:custGeom>
              <a:avLst/>
              <a:gdLst>
                <a:gd name="T0" fmla="*/ 8 w 59"/>
                <a:gd name="T1" fmla="*/ 0 h 104"/>
                <a:gd name="T2" fmla="*/ 59 w 59"/>
                <a:gd name="T3" fmla="*/ 104 h 104"/>
                <a:gd name="T4" fmla="*/ 8 w 59"/>
                <a:gd name="T5" fmla="*/ 0 h 104"/>
              </a:gdLst>
              <a:ahLst/>
              <a:cxnLst>
                <a:cxn ang="0">
                  <a:pos x="T0" y="T1"/>
                </a:cxn>
                <a:cxn ang="0">
                  <a:pos x="T2" y="T3"/>
                </a:cxn>
                <a:cxn ang="0">
                  <a:pos x="T4" y="T5"/>
                </a:cxn>
              </a:cxnLst>
              <a:rect l="0" t="0" r="r" b="b"/>
              <a:pathLst>
                <a:path w="59" h="104">
                  <a:moveTo>
                    <a:pt x="8" y="0"/>
                  </a:moveTo>
                  <a:cubicBezTo>
                    <a:pt x="0" y="61"/>
                    <a:pt x="53" y="92"/>
                    <a:pt x="59" y="104"/>
                  </a:cubicBezTo>
                  <a:cubicBezTo>
                    <a:pt x="56" y="39"/>
                    <a:pt x="25" y="3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5" name="觅知网-不倒翁ID:189359941"/>
            <p:cNvSpPr/>
            <p:nvPr/>
          </p:nvSpPr>
          <p:spPr bwMode="auto">
            <a:xfrm>
              <a:off x="695400" y="10464625"/>
              <a:ext cx="458120" cy="798244"/>
            </a:xfrm>
            <a:custGeom>
              <a:avLst/>
              <a:gdLst>
                <a:gd name="T0" fmla="*/ 16 w 61"/>
                <a:gd name="T1" fmla="*/ 0 h 107"/>
                <a:gd name="T2" fmla="*/ 54 w 61"/>
                <a:gd name="T3" fmla="*/ 107 h 107"/>
                <a:gd name="T4" fmla="*/ 16 w 61"/>
                <a:gd name="T5" fmla="*/ 0 h 107"/>
              </a:gdLst>
              <a:ahLst/>
              <a:cxnLst>
                <a:cxn ang="0">
                  <a:pos x="T0" y="T1"/>
                </a:cxn>
                <a:cxn ang="0">
                  <a:pos x="T2" y="T3"/>
                </a:cxn>
                <a:cxn ang="0">
                  <a:pos x="T4" y="T5"/>
                </a:cxn>
              </a:cxnLst>
              <a:rect l="0" t="0" r="r" b="b"/>
              <a:pathLst>
                <a:path w="61" h="107">
                  <a:moveTo>
                    <a:pt x="16" y="0"/>
                  </a:moveTo>
                  <a:cubicBezTo>
                    <a:pt x="0" y="59"/>
                    <a:pt x="51" y="98"/>
                    <a:pt x="54" y="107"/>
                  </a:cubicBezTo>
                  <a:cubicBezTo>
                    <a:pt x="61" y="50"/>
                    <a:pt x="30" y="28"/>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6" name="觅知网-不倒翁ID:189359941"/>
            <p:cNvSpPr/>
            <p:nvPr/>
          </p:nvSpPr>
          <p:spPr bwMode="auto">
            <a:xfrm>
              <a:off x="743997" y="9957913"/>
              <a:ext cx="458120" cy="812125"/>
            </a:xfrm>
            <a:custGeom>
              <a:avLst/>
              <a:gdLst>
                <a:gd name="T0" fmla="*/ 24 w 62"/>
                <a:gd name="T1" fmla="*/ 0 h 109"/>
                <a:gd name="T2" fmla="*/ 48 w 62"/>
                <a:gd name="T3" fmla="*/ 109 h 109"/>
                <a:gd name="T4" fmla="*/ 24 w 62"/>
                <a:gd name="T5" fmla="*/ 0 h 109"/>
              </a:gdLst>
              <a:ahLst/>
              <a:cxnLst>
                <a:cxn ang="0">
                  <a:pos x="T0" y="T1"/>
                </a:cxn>
                <a:cxn ang="0">
                  <a:pos x="T2" y="T3"/>
                </a:cxn>
                <a:cxn ang="0">
                  <a:pos x="T4" y="T5"/>
                </a:cxn>
              </a:cxnLst>
              <a:rect l="0" t="0" r="r" b="b"/>
              <a:pathLst>
                <a:path w="62" h="109">
                  <a:moveTo>
                    <a:pt x="24" y="0"/>
                  </a:moveTo>
                  <a:cubicBezTo>
                    <a:pt x="0" y="50"/>
                    <a:pt x="47" y="102"/>
                    <a:pt x="48" y="109"/>
                  </a:cubicBezTo>
                  <a:cubicBezTo>
                    <a:pt x="62" y="56"/>
                    <a:pt x="34" y="26"/>
                    <a:pt x="2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7" name="觅知网-不倒翁ID:189359941"/>
            <p:cNvSpPr/>
            <p:nvPr/>
          </p:nvSpPr>
          <p:spPr bwMode="auto">
            <a:xfrm>
              <a:off x="1410354" y="8451672"/>
              <a:ext cx="874595" cy="1478482"/>
            </a:xfrm>
            <a:custGeom>
              <a:avLst/>
              <a:gdLst>
                <a:gd name="T0" fmla="*/ 114 w 117"/>
                <a:gd name="T1" fmla="*/ 0 h 198"/>
                <a:gd name="T2" fmla="*/ 0 w 117"/>
                <a:gd name="T3" fmla="*/ 197 h 198"/>
                <a:gd name="T4" fmla="*/ 4 w 117"/>
                <a:gd name="T5" fmla="*/ 198 h 198"/>
                <a:gd name="T6" fmla="*/ 117 w 117"/>
                <a:gd name="T7" fmla="*/ 3 h 198"/>
                <a:gd name="T8" fmla="*/ 114 w 117"/>
                <a:gd name="T9" fmla="*/ 0 h 198"/>
              </a:gdLst>
              <a:ahLst/>
              <a:cxnLst>
                <a:cxn ang="0">
                  <a:pos x="T0" y="T1"/>
                </a:cxn>
                <a:cxn ang="0">
                  <a:pos x="T2" y="T3"/>
                </a:cxn>
                <a:cxn ang="0">
                  <a:pos x="T4" y="T5"/>
                </a:cxn>
                <a:cxn ang="0">
                  <a:pos x="T6" y="T7"/>
                </a:cxn>
                <a:cxn ang="0">
                  <a:pos x="T8" y="T9"/>
                </a:cxn>
              </a:cxnLst>
              <a:rect l="0" t="0" r="r" b="b"/>
              <a:pathLst>
                <a:path w="117" h="198">
                  <a:moveTo>
                    <a:pt x="114" y="0"/>
                  </a:moveTo>
                  <a:cubicBezTo>
                    <a:pt x="70" y="46"/>
                    <a:pt x="25" y="118"/>
                    <a:pt x="0" y="197"/>
                  </a:cubicBezTo>
                  <a:cubicBezTo>
                    <a:pt x="4" y="198"/>
                    <a:pt x="4" y="198"/>
                    <a:pt x="4" y="198"/>
                  </a:cubicBezTo>
                  <a:cubicBezTo>
                    <a:pt x="28" y="120"/>
                    <a:pt x="73" y="48"/>
                    <a:pt x="117" y="3"/>
                  </a:cubicBezTo>
                  <a:lnTo>
                    <a:pt x="11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8" name="觅知网-不倒翁ID:189359941"/>
            <p:cNvSpPr/>
            <p:nvPr/>
          </p:nvSpPr>
          <p:spPr bwMode="auto">
            <a:xfrm>
              <a:off x="1167410" y="8410023"/>
              <a:ext cx="916244" cy="1735303"/>
            </a:xfrm>
            <a:custGeom>
              <a:avLst/>
              <a:gdLst>
                <a:gd name="T0" fmla="*/ 120 w 123"/>
                <a:gd name="T1" fmla="*/ 0 h 233"/>
                <a:gd name="T2" fmla="*/ 0 w 123"/>
                <a:gd name="T3" fmla="*/ 233 h 233"/>
                <a:gd name="T4" fmla="*/ 4 w 123"/>
                <a:gd name="T5" fmla="*/ 233 h 233"/>
                <a:gd name="T6" fmla="*/ 123 w 123"/>
                <a:gd name="T7" fmla="*/ 2 h 233"/>
                <a:gd name="T8" fmla="*/ 120 w 123"/>
                <a:gd name="T9" fmla="*/ 0 h 233"/>
              </a:gdLst>
              <a:ahLst/>
              <a:cxnLst>
                <a:cxn ang="0">
                  <a:pos x="T0" y="T1"/>
                </a:cxn>
                <a:cxn ang="0">
                  <a:pos x="T2" y="T3"/>
                </a:cxn>
                <a:cxn ang="0">
                  <a:pos x="T4" y="T5"/>
                </a:cxn>
                <a:cxn ang="0">
                  <a:pos x="T6" y="T7"/>
                </a:cxn>
                <a:cxn ang="0">
                  <a:pos x="T8" y="T9"/>
                </a:cxn>
              </a:cxnLst>
              <a:rect l="0" t="0" r="r" b="b"/>
              <a:pathLst>
                <a:path w="123" h="233">
                  <a:moveTo>
                    <a:pt x="120" y="0"/>
                  </a:moveTo>
                  <a:cubicBezTo>
                    <a:pt x="67" y="58"/>
                    <a:pt x="21" y="141"/>
                    <a:pt x="0" y="233"/>
                  </a:cubicBezTo>
                  <a:cubicBezTo>
                    <a:pt x="4" y="233"/>
                    <a:pt x="4" y="233"/>
                    <a:pt x="4" y="233"/>
                  </a:cubicBezTo>
                  <a:cubicBezTo>
                    <a:pt x="24" y="143"/>
                    <a:pt x="70" y="60"/>
                    <a:pt x="123" y="2"/>
                  </a:cubicBezTo>
                  <a:lnTo>
                    <a:pt x="12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39" name="觅知网-不倒翁ID:189359941"/>
            <p:cNvSpPr/>
            <p:nvPr/>
          </p:nvSpPr>
          <p:spPr bwMode="auto">
            <a:xfrm>
              <a:off x="1070230" y="8111548"/>
              <a:ext cx="1055069" cy="1721422"/>
            </a:xfrm>
            <a:custGeom>
              <a:avLst/>
              <a:gdLst>
                <a:gd name="T0" fmla="*/ 139 w 142"/>
                <a:gd name="T1" fmla="*/ 0 h 231"/>
                <a:gd name="T2" fmla="*/ 0 w 142"/>
                <a:gd name="T3" fmla="*/ 230 h 231"/>
                <a:gd name="T4" fmla="*/ 4 w 142"/>
                <a:gd name="T5" fmla="*/ 231 h 231"/>
                <a:gd name="T6" fmla="*/ 142 w 142"/>
                <a:gd name="T7" fmla="*/ 2 h 231"/>
                <a:gd name="T8" fmla="*/ 139 w 142"/>
                <a:gd name="T9" fmla="*/ 0 h 231"/>
              </a:gdLst>
              <a:ahLst/>
              <a:cxnLst>
                <a:cxn ang="0">
                  <a:pos x="T0" y="T1"/>
                </a:cxn>
                <a:cxn ang="0">
                  <a:pos x="T2" y="T3"/>
                </a:cxn>
                <a:cxn ang="0">
                  <a:pos x="T4" y="T5"/>
                </a:cxn>
                <a:cxn ang="0">
                  <a:pos x="T6" y="T7"/>
                </a:cxn>
                <a:cxn ang="0">
                  <a:pos x="T8" y="T9"/>
                </a:cxn>
              </a:cxnLst>
              <a:rect l="0" t="0" r="r" b="b"/>
              <a:pathLst>
                <a:path w="142" h="231">
                  <a:moveTo>
                    <a:pt x="139" y="0"/>
                  </a:moveTo>
                  <a:cubicBezTo>
                    <a:pt x="90" y="44"/>
                    <a:pt x="31" y="132"/>
                    <a:pt x="0" y="230"/>
                  </a:cubicBezTo>
                  <a:cubicBezTo>
                    <a:pt x="4" y="231"/>
                    <a:pt x="4" y="231"/>
                    <a:pt x="4" y="231"/>
                  </a:cubicBezTo>
                  <a:cubicBezTo>
                    <a:pt x="33" y="135"/>
                    <a:pt x="92" y="47"/>
                    <a:pt x="142" y="2"/>
                  </a:cubicBezTo>
                  <a:lnTo>
                    <a:pt x="13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grpSp>
      <p:grpSp>
        <p:nvGrpSpPr>
          <p:cNvPr id="140" name="觅知网-不倒翁ID:189359941"/>
          <p:cNvGrpSpPr/>
          <p:nvPr/>
        </p:nvGrpSpPr>
        <p:grpSpPr>
          <a:xfrm>
            <a:off x="8538181" y="-186482"/>
            <a:ext cx="3885111" cy="6528617"/>
            <a:chOff x="5056479" y="8111548"/>
            <a:chExt cx="3885111" cy="6528617"/>
          </a:xfrm>
          <a:solidFill>
            <a:srgbClr val="344778">
              <a:alpha val="5000"/>
            </a:srgbClr>
          </a:solidFill>
        </p:grpSpPr>
        <p:sp>
          <p:nvSpPr>
            <p:cNvPr id="141" name="觅知网-不倒翁ID:189359941"/>
            <p:cNvSpPr/>
            <p:nvPr/>
          </p:nvSpPr>
          <p:spPr bwMode="auto">
            <a:xfrm>
              <a:off x="5137796" y="13747819"/>
              <a:ext cx="687182" cy="465063"/>
            </a:xfrm>
            <a:custGeom>
              <a:avLst/>
              <a:gdLst>
                <a:gd name="T0" fmla="*/ 92 w 92"/>
                <a:gd name="T1" fmla="*/ 6 h 62"/>
                <a:gd name="T2" fmla="*/ 0 w 92"/>
                <a:gd name="T3" fmla="*/ 62 h 62"/>
                <a:gd name="T4" fmla="*/ 92 w 92"/>
                <a:gd name="T5" fmla="*/ 6 h 62"/>
              </a:gdLst>
              <a:ahLst/>
              <a:cxnLst>
                <a:cxn ang="0">
                  <a:pos x="T0" y="T1"/>
                </a:cxn>
                <a:cxn ang="0">
                  <a:pos x="T2" y="T3"/>
                </a:cxn>
                <a:cxn ang="0">
                  <a:pos x="T4" y="T5"/>
                </a:cxn>
              </a:cxnLst>
              <a:rect l="0" t="0" r="r" b="b"/>
              <a:pathLst>
                <a:path w="92" h="62">
                  <a:moveTo>
                    <a:pt x="92" y="6"/>
                  </a:moveTo>
                  <a:cubicBezTo>
                    <a:pt x="39" y="0"/>
                    <a:pt x="18" y="57"/>
                    <a:pt x="0" y="62"/>
                  </a:cubicBezTo>
                  <a:cubicBezTo>
                    <a:pt x="58" y="57"/>
                    <a:pt x="86" y="30"/>
                    <a:pt x="92"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2" name="觅知网-不倒翁ID:189359941"/>
            <p:cNvSpPr/>
            <p:nvPr/>
          </p:nvSpPr>
          <p:spPr bwMode="auto">
            <a:xfrm>
              <a:off x="5644509" y="13685350"/>
              <a:ext cx="638594" cy="492830"/>
            </a:xfrm>
            <a:custGeom>
              <a:avLst/>
              <a:gdLst>
                <a:gd name="T0" fmla="*/ 85 w 85"/>
                <a:gd name="T1" fmla="*/ 2 h 66"/>
                <a:gd name="T2" fmla="*/ 0 w 85"/>
                <a:gd name="T3" fmla="*/ 66 h 66"/>
                <a:gd name="T4" fmla="*/ 85 w 85"/>
                <a:gd name="T5" fmla="*/ 2 h 66"/>
              </a:gdLst>
              <a:ahLst/>
              <a:cxnLst>
                <a:cxn ang="0">
                  <a:pos x="T0" y="T1"/>
                </a:cxn>
                <a:cxn ang="0">
                  <a:pos x="T2" y="T3"/>
                </a:cxn>
                <a:cxn ang="0">
                  <a:pos x="T4" y="T5"/>
                </a:cxn>
              </a:cxnLst>
              <a:rect l="0" t="0" r="r" b="b"/>
              <a:pathLst>
                <a:path w="85" h="66">
                  <a:moveTo>
                    <a:pt x="85" y="2"/>
                  </a:moveTo>
                  <a:cubicBezTo>
                    <a:pt x="35" y="0"/>
                    <a:pt x="17" y="60"/>
                    <a:pt x="0" y="66"/>
                  </a:cubicBezTo>
                  <a:cubicBezTo>
                    <a:pt x="59" y="57"/>
                    <a:pt x="82" y="24"/>
                    <a:pt x="85"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3" name="觅知网-不倒翁ID:189359941"/>
            <p:cNvSpPr/>
            <p:nvPr/>
          </p:nvSpPr>
          <p:spPr bwMode="auto">
            <a:xfrm>
              <a:off x="6151217" y="13532643"/>
              <a:ext cx="562243" cy="555300"/>
            </a:xfrm>
            <a:custGeom>
              <a:avLst/>
              <a:gdLst>
                <a:gd name="T0" fmla="*/ 75 w 75"/>
                <a:gd name="T1" fmla="*/ 0 h 74"/>
                <a:gd name="T2" fmla="*/ 0 w 75"/>
                <a:gd name="T3" fmla="*/ 74 h 74"/>
                <a:gd name="T4" fmla="*/ 75 w 75"/>
                <a:gd name="T5" fmla="*/ 0 h 74"/>
              </a:gdLst>
              <a:ahLst/>
              <a:cxnLst>
                <a:cxn ang="0">
                  <a:pos x="T0" y="T1"/>
                </a:cxn>
                <a:cxn ang="0">
                  <a:pos x="T2" y="T3"/>
                </a:cxn>
                <a:cxn ang="0">
                  <a:pos x="T4" y="T5"/>
                </a:cxn>
              </a:cxnLst>
              <a:rect l="0" t="0" r="r" b="b"/>
              <a:pathLst>
                <a:path w="75" h="74">
                  <a:moveTo>
                    <a:pt x="75" y="0"/>
                  </a:moveTo>
                  <a:cubicBezTo>
                    <a:pt x="26" y="8"/>
                    <a:pt x="15" y="66"/>
                    <a:pt x="0" y="74"/>
                  </a:cubicBezTo>
                  <a:cubicBezTo>
                    <a:pt x="50" y="62"/>
                    <a:pt x="74" y="28"/>
                    <a:pt x="7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4" name="觅知网-不倒翁ID:189359941"/>
            <p:cNvSpPr/>
            <p:nvPr/>
          </p:nvSpPr>
          <p:spPr bwMode="auto">
            <a:xfrm>
              <a:off x="6637104" y="13310524"/>
              <a:ext cx="492831" cy="624708"/>
            </a:xfrm>
            <a:custGeom>
              <a:avLst/>
              <a:gdLst>
                <a:gd name="T0" fmla="*/ 62 w 66"/>
                <a:gd name="T1" fmla="*/ 0 h 84"/>
                <a:gd name="T2" fmla="*/ 0 w 66"/>
                <a:gd name="T3" fmla="*/ 84 h 84"/>
                <a:gd name="T4" fmla="*/ 62 w 66"/>
                <a:gd name="T5" fmla="*/ 0 h 84"/>
              </a:gdLst>
              <a:ahLst/>
              <a:cxnLst>
                <a:cxn ang="0">
                  <a:pos x="T0" y="T1"/>
                </a:cxn>
                <a:cxn ang="0">
                  <a:pos x="T2" y="T3"/>
                </a:cxn>
                <a:cxn ang="0">
                  <a:pos x="T4" y="T5"/>
                </a:cxn>
              </a:cxnLst>
              <a:rect l="0" t="0" r="r" b="b"/>
              <a:pathLst>
                <a:path w="66" h="84">
                  <a:moveTo>
                    <a:pt x="62" y="0"/>
                  </a:moveTo>
                  <a:cubicBezTo>
                    <a:pt x="18" y="15"/>
                    <a:pt x="13" y="74"/>
                    <a:pt x="0" y="84"/>
                  </a:cubicBezTo>
                  <a:cubicBezTo>
                    <a:pt x="50" y="64"/>
                    <a:pt x="66" y="26"/>
                    <a:pt x="6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5" name="觅知网-不倒翁ID:189359941"/>
            <p:cNvSpPr/>
            <p:nvPr/>
          </p:nvSpPr>
          <p:spPr bwMode="auto">
            <a:xfrm>
              <a:off x="7095224" y="13018993"/>
              <a:ext cx="430357" cy="694121"/>
            </a:xfrm>
            <a:custGeom>
              <a:avLst/>
              <a:gdLst>
                <a:gd name="T0" fmla="*/ 47 w 58"/>
                <a:gd name="T1" fmla="*/ 0 h 93"/>
                <a:gd name="T2" fmla="*/ 0 w 58"/>
                <a:gd name="T3" fmla="*/ 93 h 93"/>
                <a:gd name="T4" fmla="*/ 47 w 58"/>
                <a:gd name="T5" fmla="*/ 0 h 93"/>
              </a:gdLst>
              <a:ahLst/>
              <a:cxnLst>
                <a:cxn ang="0">
                  <a:pos x="T0" y="T1"/>
                </a:cxn>
                <a:cxn ang="0">
                  <a:pos x="T2" y="T3"/>
                </a:cxn>
                <a:cxn ang="0">
                  <a:pos x="T4" y="T5"/>
                </a:cxn>
              </a:cxnLst>
              <a:rect l="0" t="0" r="r" b="b"/>
              <a:pathLst>
                <a:path w="58" h="93">
                  <a:moveTo>
                    <a:pt x="47" y="0"/>
                  </a:moveTo>
                  <a:cubicBezTo>
                    <a:pt x="11" y="20"/>
                    <a:pt x="6" y="88"/>
                    <a:pt x="0" y="93"/>
                  </a:cubicBezTo>
                  <a:cubicBezTo>
                    <a:pt x="34" y="77"/>
                    <a:pt x="58" y="37"/>
                    <a:pt x="4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6" name="觅知网-不倒翁ID:189359941"/>
            <p:cNvSpPr/>
            <p:nvPr/>
          </p:nvSpPr>
          <p:spPr bwMode="auto">
            <a:xfrm>
              <a:off x="7463111" y="12678873"/>
              <a:ext cx="347063" cy="735770"/>
            </a:xfrm>
            <a:custGeom>
              <a:avLst/>
              <a:gdLst>
                <a:gd name="T0" fmla="*/ 34 w 46"/>
                <a:gd name="T1" fmla="*/ 0 h 99"/>
                <a:gd name="T2" fmla="*/ 5 w 46"/>
                <a:gd name="T3" fmla="*/ 99 h 99"/>
                <a:gd name="T4" fmla="*/ 34 w 46"/>
                <a:gd name="T5" fmla="*/ 0 h 99"/>
              </a:gdLst>
              <a:ahLst/>
              <a:cxnLst>
                <a:cxn ang="0">
                  <a:pos x="T0" y="T1"/>
                </a:cxn>
                <a:cxn ang="0">
                  <a:pos x="T2" y="T3"/>
                </a:cxn>
                <a:cxn ang="0">
                  <a:pos x="T4" y="T5"/>
                </a:cxn>
              </a:cxnLst>
              <a:rect l="0" t="0" r="r" b="b"/>
              <a:pathLst>
                <a:path w="46" h="99">
                  <a:moveTo>
                    <a:pt x="34" y="0"/>
                  </a:moveTo>
                  <a:cubicBezTo>
                    <a:pt x="0" y="29"/>
                    <a:pt x="14" y="86"/>
                    <a:pt x="5" y="99"/>
                  </a:cubicBezTo>
                  <a:cubicBezTo>
                    <a:pt x="45" y="71"/>
                    <a:pt x="46" y="24"/>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7" name="觅知网-不倒翁ID:189359941"/>
            <p:cNvSpPr/>
            <p:nvPr/>
          </p:nvSpPr>
          <p:spPr bwMode="auto">
            <a:xfrm>
              <a:off x="7726880" y="12283223"/>
              <a:ext cx="347063" cy="770476"/>
            </a:xfrm>
            <a:custGeom>
              <a:avLst/>
              <a:gdLst>
                <a:gd name="T0" fmla="*/ 28 w 47"/>
                <a:gd name="T1" fmla="*/ 0 h 103"/>
                <a:gd name="T2" fmla="*/ 16 w 47"/>
                <a:gd name="T3" fmla="*/ 103 h 103"/>
                <a:gd name="T4" fmla="*/ 28 w 47"/>
                <a:gd name="T5" fmla="*/ 0 h 103"/>
              </a:gdLst>
              <a:ahLst/>
              <a:cxnLst>
                <a:cxn ang="0">
                  <a:pos x="T0" y="T1"/>
                </a:cxn>
                <a:cxn ang="0">
                  <a:pos x="T2" y="T3"/>
                </a:cxn>
                <a:cxn ang="0">
                  <a:pos x="T4" y="T5"/>
                </a:cxn>
              </a:cxnLst>
              <a:rect l="0" t="0" r="r" b="b"/>
              <a:pathLst>
                <a:path w="47" h="103">
                  <a:moveTo>
                    <a:pt x="28" y="0"/>
                  </a:moveTo>
                  <a:cubicBezTo>
                    <a:pt x="0" y="36"/>
                    <a:pt x="22" y="89"/>
                    <a:pt x="16" y="103"/>
                  </a:cubicBezTo>
                  <a:cubicBezTo>
                    <a:pt x="46" y="71"/>
                    <a:pt x="47" y="29"/>
                    <a:pt x="2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8" name="觅知网-不倒翁ID:189359941"/>
            <p:cNvSpPr/>
            <p:nvPr/>
          </p:nvSpPr>
          <p:spPr bwMode="auto">
            <a:xfrm>
              <a:off x="7921231" y="11852871"/>
              <a:ext cx="360944" cy="770476"/>
            </a:xfrm>
            <a:custGeom>
              <a:avLst/>
              <a:gdLst>
                <a:gd name="T0" fmla="*/ 23 w 49"/>
                <a:gd name="T1" fmla="*/ 0 h 104"/>
                <a:gd name="T2" fmla="*/ 26 w 49"/>
                <a:gd name="T3" fmla="*/ 104 h 104"/>
                <a:gd name="T4" fmla="*/ 23 w 49"/>
                <a:gd name="T5" fmla="*/ 0 h 104"/>
              </a:gdLst>
              <a:ahLst/>
              <a:cxnLst>
                <a:cxn ang="0">
                  <a:pos x="T0" y="T1"/>
                </a:cxn>
                <a:cxn ang="0">
                  <a:pos x="T2" y="T3"/>
                </a:cxn>
                <a:cxn ang="0">
                  <a:pos x="T4" y="T5"/>
                </a:cxn>
              </a:cxnLst>
              <a:rect l="0" t="0" r="r" b="b"/>
              <a:pathLst>
                <a:path w="49" h="104">
                  <a:moveTo>
                    <a:pt x="23" y="0"/>
                  </a:moveTo>
                  <a:cubicBezTo>
                    <a:pt x="0" y="46"/>
                    <a:pt x="31" y="90"/>
                    <a:pt x="26" y="104"/>
                  </a:cubicBezTo>
                  <a:cubicBezTo>
                    <a:pt x="48" y="72"/>
                    <a:pt x="49" y="32"/>
                    <a:pt x="2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49" name="觅知网-不倒翁ID:189359941"/>
            <p:cNvSpPr/>
            <p:nvPr/>
          </p:nvSpPr>
          <p:spPr bwMode="auto">
            <a:xfrm>
              <a:off x="8060056" y="11401685"/>
              <a:ext cx="395655" cy="770476"/>
            </a:xfrm>
            <a:custGeom>
              <a:avLst/>
              <a:gdLst>
                <a:gd name="T0" fmla="*/ 16 w 53"/>
                <a:gd name="T1" fmla="*/ 0 h 103"/>
                <a:gd name="T2" fmla="*/ 34 w 53"/>
                <a:gd name="T3" fmla="*/ 103 h 103"/>
                <a:gd name="T4" fmla="*/ 16 w 53"/>
                <a:gd name="T5" fmla="*/ 0 h 103"/>
              </a:gdLst>
              <a:ahLst/>
              <a:cxnLst>
                <a:cxn ang="0">
                  <a:pos x="T0" y="T1"/>
                </a:cxn>
                <a:cxn ang="0">
                  <a:pos x="T2" y="T3"/>
                </a:cxn>
                <a:cxn ang="0">
                  <a:pos x="T4" y="T5"/>
                </a:cxn>
              </a:cxnLst>
              <a:rect l="0" t="0" r="r" b="b"/>
              <a:pathLst>
                <a:path w="53" h="103">
                  <a:moveTo>
                    <a:pt x="16" y="0"/>
                  </a:moveTo>
                  <a:cubicBezTo>
                    <a:pt x="0" y="46"/>
                    <a:pt x="35" y="89"/>
                    <a:pt x="34" y="103"/>
                  </a:cubicBezTo>
                  <a:cubicBezTo>
                    <a:pt x="53" y="66"/>
                    <a:pt x="43" y="27"/>
                    <a:pt x="1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0" name="觅知网-不倒翁ID:189359941"/>
            <p:cNvSpPr/>
            <p:nvPr/>
          </p:nvSpPr>
          <p:spPr bwMode="auto">
            <a:xfrm>
              <a:off x="8143355" y="10950508"/>
              <a:ext cx="381769" cy="735770"/>
            </a:xfrm>
            <a:custGeom>
              <a:avLst/>
              <a:gdLst>
                <a:gd name="T0" fmla="*/ 8 w 51"/>
                <a:gd name="T1" fmla="*/ 0 h 99"/>
                <a:gd name="T2" fmla="*/ 39 w 51"/>
                <a:gd name="T3" fmla="*/ 99 h 99"/>
                <a:gd name="T4" fmla="*/ 8 w 51"/>
                <a:gd name="T5" fmla="*/ 0 h 99"/>
              </a:gdLst>
              <a:ahLst/>
              <a:cxnLst>
                <a:cxn ang="0">
                  <a:pos x="T0" y="T1"/>
                </a:cxn>
                <a:cxn ang="0">
                  <a:pos x="T2" y="T3"/>
                </a:cxn>
                <a:cxn ang="0">
                  <a:pos x="T4" y="T5"/>
                </a:cxn>
              </a:cxnLst>
              <a:rect l="0" t="0" r="r" b="b"/>
              <a:pathLst>
                <a:path w="51" h="99">
                  <a:moveTo>
                    <a:pt x="8" y="0"/>
                  </a:moveTo>
                  <a:cubicBezTo>
                    <a:pt x="0" y="36"/>
                    <a:pt x="39" y="95"/>
                    <a:pt x="39" y="99"/>
                  </a:cubicBezTo>
                  <a:cubicBezTo>
                    <a:pt x="51" y="67"/>
                    <a:pt x="47" y="33"/>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1" name="觅知网-不倒翁ID:189359941"/>
            <p:cNvSpPr/>
            <p:nvPr/>
          </p:nvSpPr>
          <p:spPr bwMode="auto">
            <a:xfrm>
              <a:off x="8157236" y="10492388"/>
              <a:ext cx="402593" cy="701064"/>
            </a:xfrm>
            <a:custGeom>
              <a:avLst/>
              <a:gdLst>
                <a:gd name="T0" fmla="*/ 2 w 54"/>
                <a:gd name="T1" fmla="*/ 0 h 94"/>
                <a:gd name="T2" fmla="*/ 45 w 54"/>
                <a:gd name="T3" fmla="*/ 94 h 94"/>
                <a:gd name="T4" fmla="*/ 2 w 54"/>
                <a:gd name="T5" fmla="*/ 0 h 94"/>
              </a:gdLst>
              <a:ahLst/>
              <a:cxnLst>
                <a:cxn ang="0">
                  <a:pos x="T0" y="T1"/>
                </a:cxn>
                <a:cxn ang="0">
                  <a:pos x="T2" y="T3"/>
                </a:cxn>
                <a:cxn ang="0">
                  <a:pos x="T4" y="T5"/>
                </a:cxn>
              </a:cxnLst>
              <a:rect l="0" t="0" r="r" b="b"/>
              <a:pathLst>
                <a:path w="54" h="94">
                  <a:moveTo>
                    <a:pt x="2" y="0"/>
                  </a:moveTo>
                  <a:cubicBezTo>
                    <a:pt x="0" y="48"/>
                    <a:pt x="43" y="81"/>
                    <a:pt x="45" y="94"/>
                  </a:cubicBezTo>
                  <a:cubicBezTo>
                    <a:pt x="54" y="61"/>
                    <a:pt x="45" y="29"/>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2" name="觅知网-不倒翁ID:189359941"/>
            <p:cNvSpPr/>
            <p:nvPr/>
          </p:nvSpPr>
          <p:spPr bwMode="auto">
            <a:xfrm>
              <a:off x="8073938" y="10055089"/>
              <a:ext cx="465063" cy="645537"/>
            </a:xfrm>
            <a:custGeom>
              <a:avLst/>
              <a:gdLst>
                <a:gd name="T0" fmla="*/ 0 w 62"/>
                <a:gd name="T1" fmla="*/ 0 h 87"/>
                <a:gd name="T2" fmla="*/ 55 w 62"/>
                <a:gd name="T3" fmla="*/ 87 h 87"/>
                <a:gd name="T4" fmla="*/ 0 w 62"/>
                <a:gd name="T5" fmla="*/ 0 h 87"/>
              </a:gdLst>
              <a:ahLst/>
              <a:cxnLst>
                <a:cxn ang="0">
                  <a:pos x="T0" y="T1"/>
                </a:cxn>
                <a:cxn ang="0">
                  <a:pos x="T2" y="T3"/>
                </a:cxn>
                <a:cxn ang="0">
                  <a:pos x="T4" y="T5"/>
                </a:cxn>
              </a:cxnLst>
              <a:rect l="0" t="0" r="r" b="b"/>
              <a:pathLst>
                <a:path w="62" h="87">
                  <a:moveTo>
                    <a:pt x="0" y="0"/>
                  </a:moveTo>
                  <a:cubicBezTo>
                    <a:pt x="3" y="44"/>
                    <a:pt x="51" y="75"/>
                    <a:pt x="55" y="87"/>
                  </a:cubicBezTo>
                  <a:cubicBezTo>
                    <a:pt x="62" y="39"/>
                    <a:pt x="30" y="19"/>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3" name="觅知网-不倒翁ID:189359941"/>
            <p:cNvSpPr/>
            <p:nvPr/>
          </p:nvSpPr>
          <p:spPr bwMode="auto">
            <a:xfrm>
              <a:off x="5165560" y="14115706"/>
              <a:ext cx="1020363" cy="478944"/>
            </a:xfrm>
            <a:custGeom>
              <a:avLst/>
              <a:gdLst>
                <a:gd name="T0" fmla="*/ 136 w 136"/>
                <a:gd name="T1" fmla="*/ 37 h 64"/>
                <a:gd name="T2" fmla="*/ 0 w 136"/>
                <a:gd name="T3" fmla="*/ 19 h 64"/>
                <a:gd name="T4" fmla="*/ 136 w 136"/>
                <a:gd name="T5" fmla="*/ 37 h 64"/>
              </a:gdLst>
              <a:ahLst/>
              <a:cxnLst>
                <a:cxn ang="0">
                  <a:pos x="T0" y="T1"/>
                </a:cxn>
                <a:cxn ang="0">
                  <a:pos x="T2" y="T3"/>
                </a:cxn>
                <a:cxn ang="0">
                  <a:pos x="T4" y="T5"/>
                </a:cxn>
              </a:cxnLst>
              <a:rect l="0" t="0" r="r" b="b"/>
              <a:pathLst>
                <a:path w="136" h="64">
                  <a:moveTo>
                    <a:pt x="136" y="37"/>
                  </a:moveTo>
                  <a:cubicBezTo>
                    <a:pt x="67" y="64"/>
                    <a:pt x="31" y="27"/>
                    <a:pt x="0" y="19"/>
                  </a:cubicBezTo>
                  <a:cubicBezTo>
                    <a:pt x="66" y="0"/>
                    <a:pt x="86" y="35"/>
                    <a:pt x="136" y="3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4" name="觅知网-不倒翁ID:189359941"/>
            <p:cNvSpPr/>
            <p:nvPr/>
          </p:nvSpPr>
          <p:spPr bwMode="auto">
            <a:xfrm>
              <a:off x="5665329" y="14039351"/>
              <a:ext cx="1013420" cy="472001"/>
            </a:xfrm>
            <a:custGeom>
              <a:avLst/>
              <a:gdLst>
                <a:gd name="T0" fmla="*/ 136 w 136"/>
                <a:gd name="T1" fmla="*/ 28 h 63"/>
                <a:gd name="T2" fmla="*/ 0 w 136"/>
                <a:gd name="T3" fmla="*/ 24 h 63"/>
                <a:gd name="T4" fmla="*/ 136 w 136"/>
                <a:gd name="T5" fmla="*/ 28 h 63"/>
              </a:gdLst>
              <a:ahLst/>
              <a:cxnLst>
                <a:cxn ang="0">
                  <a:pos x="T0" y="T1"/>
                </a:cxn>
                <a:cxn ang="0">
                  <a:pos x="T2" y="T3"/>
                </a:cxn>
                <a:cxn ang="0">
                  <a:pos x="T4" y="T5"/>
                </a:cxn>
              </a:cxnLst>
              <a:rect l="0" t="0" r="r" b="b"/>
              <a:pathLst>
                <a:path w="136" h="63">
                  <a:moveTo>
                    <a:pt x="136" y="28"/>
                  </a:moveTo>
                  <a:cubicBezTo>
                    <a:pt x="68" y="63"/>
                    <a:pt x="30" y="28"/>
                    <a:pt x="0" y="24"/>
                  </a:cubicBezTo>
                  <a:cubicBezTo>
                    <a:pt x="63" y="0"/>
                    <a:pt x="87" y="31"/>
                    <a:pt x="136" y="2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5" name="觅知网-不倒翁ID:189359941"/>
            <p:cNvSpPr/>
            <p:nvPr/>
          </p:nvSpPr>
          <p:spPr bwMode="auto">
            <a:xfrm>
              <a:off x="6165098" y="13893587"/>
              <a:ext cx="999538" cy="478944"/>
            </a:xfrm>
            <a:custGeom>
              <a:avLst/>
              <a:gdLst>
                <a:gd name="T0" fmla="*/ 134 w 134"/>
                <a:gd name="T1" fmla="*/ 19 h 64"/>
                <a:gd name="T2" fmla="*/ 0 w 134"/>
                <a:gd name="T3" fmla="*/ 32 h 64"/>
                <a:gd name="T4" fmla="*/ 134 w 134"/>
                <a:gd name="T5" fmla="*/ 19 h 64"/>
              </a:gdLst>
              <a:ahLst/>
              <a:cxnLst>
                <a:cxn ang="0">
                  <a:pos x="T0" y="T1"/>
                </a:cxn>
                <a:cxn ang="0">
                  <a:pos x="T2" y="T3"/>
                </a:cxn>
                <a:cxn ang="0">
                  <a:pos x="T4" y="T5"/>
                </a:cxn>
              </a:cxnLst>
              <a:rect l="0" t="0" r="r" b="b"/>
              <a:pathLst>
                <a:path w="134" h="64">
                  <a:moveTo>
                    <a:pt x="134" y="19"/>
                  </a:moveTo>
                  <a:cubicBezTo>
                    <a:pt x="74" y="64"/>
                    <a:pt x="28" y="33"/>
                    <a:pt x="0" y="32"/>
                  </a:cubicBezTo>
                  <a:cubicBezTo>
                    <a:pt x="64" y="0"/>
                    <a:pt x="86" y="30"/>
                    <a:pt x="134" y="1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6" name="觅知网-不倒翁ID:189359941"/>
            <p:cNvSpPr/>
            <p:nvPr/>
          </p:nvSpPr>
          <p:spPr bwMode="auto">
            <a:xfrm>
              <a:off x="6644047" y="13692288"/>
              <a:ext cx="971775" cy="444238"/>
            </a:xfrm>
            <a:custGeom>
              <a:avLst/>
              <a:gdLst>
                <a:gd name="T0" fmla="*/ 130 w 130"/>
                <a:gd name="T1" fmla="*/ 7 h 60"/>
                <a:gd name="T2" fmla="*/ 0 w 130"/>
                <a:gd name="T3" fmla="*/ 39 h 60"/>
                <a:gd name="T4" fmla="*/ 130 w 130"/>
                <a:gd name="T5" fmla="*/ 7 h 60"/>
              </a:gdLst>
              <a:ahLst/>
              <a:cxnLst>
                <a:cxn ang="0">
                  <a:pos x="T0" y="T1"/>
                </a:cxn>
                <a:cxn ang="0">
                  <a:pos x="T2" y="T3"/>
                </a:cxn>
                <a:cxn ang="0">
                  <a:pos x="T4" y="T5"/>
                </a:cxn>
              </a:cxnLst>
              <a:rect l="0" t="0" r="r" b="b"/>
              <a:pathLst>
                <a:path w="130" h="60">
                  <a:moveTo>
                    <a:pt x="130" y="7"/>
                  </a:moveTo>
                  <a:cubicBezTo>
                    <a:pt x="77" y="60"/>
                    <a:pt x="24" y="36"/>
                    <a:pt x="0" y="39"/>
                  </a:cubicBezTo>
                  <a:cubicBezTo>
                    <a:pt x="54" y="0"/>
                    <a:pt x="91" y="22"/>
                    <a:pt x="130"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7" name="觅知网-不倒翁ID:189359941"/>
            <p:cNvSpPr/>
            <p:nvPr/>
          </p:nvSpPr>
          <p:spPr bwMode="auto">
            <a:xfrm>
              <a:off x="7102167" y="13372994"/>
              <a:ext cx="902358" cy="423418"/>
            </a:xfrm>
            <a:custGeom>
              <a:avLst/>
              <a:gdLst>
                <a:gd name="T0" fmla="*/ 121 w 121"/>
                <a:gd name="T1" fmla="*/ 1 h 57"/>
                <a:gd name="T2" fmla="*/ 0 w 121"/>
                <a:gd name="T3" fmla="*/ 52 h 57"/>
                <a:gd name="T4" fmla="*/ 121 w 121"/>
                <a:gd name="T5" fmla="*/ 1 h 57"/>
              </a:gdLst>
              <a:ahLst/>
              <a:cxnLst>
                <a:cxn ang="0">
                  <a:pos x="T0" y="T1"/>
                </a:cxn>
                <a:cxn ang="0">
                  <a:pos x="T2" y="T3"/>
                </a:cxn>
                <a:cxn ang="0">
                  <a:pos x="T4" y="T5"/>
                </a:cxn>
              </a:cxnLst>
              <a:rect l="0" t="0" r="r" b="b"/>
              <a:pathLst>
                <a:path w="121" h="57">
                  <a:moveTo>
                    <a:pt x="121" y="1"/>
                  </a:moveTo>
                  <a:cubicBezTo>
                    <a:pt x="84" y="57"/>
                    <a:pt x="23" y="47"/>
                    <a:pt x="0" y="52"/>
                  </a:cubicBezTo>
                  <a:cubicBezTo>
                    <a:pt x="61" y="0"/>
                    <a:pt x="81" y="25"/>
                    <a:pt x="12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8" name="觅知网-不倒翁ID:189359941"/>
            <p:cNvSpPr/>
            <p:nvPr/>
          </p:nvSpPr>
          <p:spPr bwMode="auto">
            <a:xfrm>
              <a:off x="7511699" y="12956519"/>
              <a:ext cx="805183" cy="506712"/>
            </a:xfrm>
            <a:custGeom>
              <a:avLst/>
              <a:gdLst>
                <a:gd name="T0" fmla="*/ 108 w 108"/>
                <a:gd name="T1" fmla="*/ 0 h 68"/>
                <a:gd name="T2" fmla="*/ 0 w 108"/>
                <a:gd name="T3" fmla="*/ 68 h 68"/>
                <a:gd name="T4" fmla="*/ 108 w 108"/>
                <a:gd name="T5" fmla="*/ 0 h 68"/>
              </a:gdLst>
              <a:ahLst/>
              <a:cxnLst>
                <a:cxn ang="0">
                  <a:pos x="T0" y="T1"/>
                </a:cxn>
                <a:cxn ang="0">
                  <a:pos x="T2" y="T3"/>
                </a:cxn>
                <a:cxn ang="0">
                  <a:pos x="T4" y="T5"/>
                </a:cxn>
              </a:cxnLst>
              <a:rect l="0" t="0" r="r" b="b"/>
              <a:pathLst>
                <a:path w="108" h="68">
                  <a:moveTo>
                    <a:pt x="108" y="0"/>
                  </a:moveTo>
                  <a:cubicBezTo>
                    <a:pt x="79" y="64"/>
                    <a:pt x="21" y="60"/>
                    <a:pt x="0" y="68"/>
                  </a:cubicBezTo>
                  <a:cubicBezTo>
                    <a:pt x="50" y="8"/>
                    <a:pt x="73" y="28"/>
                    <a:pt x="10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59" name="觅知网-不倒翁ID:189359941"/>
            <p:cNvSpPr/>
            <p:nvPr/>
          </p:nvSpPr>
          <p:spPr bwMode="auto">
            <a:xfrm>
              <a:off x="7858762" y="12484517"/>
              <a:ext cx="701068" cy="617769"/>
            </a:xfrm>
            <a:custGeom>
              <a:avLst/>
              <a:gdLst>
                <a:gd name="T0" fmla="*/ 94 w 94"/>
                <a:gd name="T1" fmla="*/ 0 h 83"/>
                <a:gd name="T2" fmla="*/ 0 w 94"/>
                <a:gd name="T3" fmla="*/ 83 h 83"/>
                <a:gd name="T4" fmla="*/ 94 w 94"/>
                <a:gd name="T5" fmla="*/ 0 h 83"/>
              </a:gdLst>
              <a:ahLst/>
              <a:cxnLst>
                <a:cxn ang="0">
                  <a:pos x="T0" y="T1"/>
                </a:cxn>
                <a:cxn ang="0">
                  <a:pos x="T2" y="T3"/>
                </a:cxn>
                <a:cxn ang="0">
                  <a:pos x="T4" y="T5"/>
                </a:cxn>
              </a:cxnLst>
              <a:rect l="0" t="0" r="r" b="b"/>
              <a:pathLst>
                <a:path w="94" h="83">
                  <a:moveTo>
                    <a:pt x="94" y="0"/>
                  </a:moveTo>
                  <a:cubicBezTo>
                    <a:pt x="74" y="67"/>
                    <a:pt x="11" y="75"/>
                    <a:pt x="0" y="83"/>
                  </a:cubicBezTo>
                  <a:cubicBezTo>
                    <a:pt x="28" y="24"/>
                    <a:pt x="66" y="28"/>
                    <a:pt x="9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0" name="觅知网-不倒翁ID:189359941"/>
            <p:cNvSpPr/>
            <p:nvPr/>
          </p:nvSpPr>
          <p:spPr bwMode="auto">
            <a:xfrm>
              <a:off x="8136407" y="11991691"/>
              <a:ext cx="590006" cy="694121"/>
            </a:xfrm>
            <a:custGeom>
              <a:avLst/>
              <a:gdLst>
                <a:gd name="T0" fmla="*/ 79 w 79"/>
                <a:gd name="T1" fmla="*/ 0 h 93"/>
                <a:gd name="T2" fmla="*/ 0 w 79"/>
                <a:gd name="T3" fmla="*/ 93 h 93"/>
                <a:gd name="T4" fmla="*/ 79 w 79"/>
                <a:gd name="T5" fmla="*/ 0 h 93"/>
              </a:gdLst>
              <a:ahLst/>
              <a:cxnLst>
                <a:cxn ang="0">
                  <a:pos x="T0" y="T1"/>
                </a:cxn>
                <a:cxn ang="0">
                  <a:pos x="T2" y="T3"/>
                </a:cxn>
                <a:cxn ang="0">
                  <a:pos x="T4" y="T5"/>
                </a:cxn>
              </a:cxnLst>
              <a:rect l="0" t="0" r="r" b="b"/>
              <a:pathLst>
                <a:path w="79" h="93">
                  <a:moveTo>
                    <a:pt x="79" y="0"/>
                  </a:moveTo>
                  <a:cubicBezTo>
                    <a:pt x="71" y="67"/>
                    <a:pt x="11" y="82"/>
                    <a:pt x="0" y="93"/>
                  </a:cubicBezTo>
                  <a:cubicBezTo>
                    <a:pt x="20" y="30"/>
                    <a:pt x="57" y="29"/>
                    <a:pt x="7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1" name="觅知网-不倒翁ID:189359941"/>
            <p:cNvSpPr/>
            <p:nvPr/>
          </p:nvSpPr>
          <p:spPr bwMode="auto">
            <a:xfrm>
              <a:off x="8344645" y="11484984"/>
              <a:ext cx="499769" cy="742713"/>
            </a:xfrm>
            <a:custGeom>
              <a:avLst/>
              <a:gdLst>
                <a:gd name="T0" fmla="*/ 64 w 67"/>
                <a:gd name="T1" fmla="*/ 0 h 100"/>
                <a:gd name="T2" fmla="*/ 0 w 67"/>
                <a:gd name="T3" fmla="*/ 100 h 100"/>
                <a:gd name="T4" fmla="*/ 64 w 67"/>
                <a:gd name="T5" fmla="*/ 0 h 100"/>
              </a:gdLst>
              <a:ahLst/>
              <a:cxnLst>
                <a:cxn ang="0">
                  <a:pos x="T0" y="T1"/>
                </a:cxn>
                <a:cxn ang="0">
                  <a:pos x="T2" y="T3"/>
                </a:cxn>
                <a:cxn ang="0">
                  <a:pos x="T4" y="T5"/>
                </a:cxn>
              </a:cxnLst>
              <a:rect l="0" t="0" r="r" b="b"/>
              <a:pathLst>
                <a:path w="67" h="100">
                  <a:moveTo>
                    <a:pt x="64" y="0"/>
                  </a:moveTo>
                  <a:cubicBezTo>
                    <a:pt x="67" y="62"/>
                    <a:pt x="6" y="91"/>
                    <a:pt x="0" y="100"/>
                  </a:cubicBezTo>
                  <a:cubicBezTo>
                    <a:pt x="7" y="41"/>
                    <a:pt x="51" y="23"/>
                    <a:pt x="6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2" name="觅知网-不倒翁ID:189359941"/>
            <p:cNvSpPr/>
            <p:nvPr/>
          </p:nvSpPr>
          <p:spPr bwMode="auto">
            <a:xfrm>
              <a:off x="8469588" y="10978276"/>
              <a:ext cx="451181" cy="777419"/>
            </a:xfrm>
            <a:custGeom>
              <a:avLst/>
              <a:gdLst>
                <a:gd name="T0" fmla="*/ 52 w 60"/>
                <a:gd name="T1" fmla="*/ 0 h 104"/>
                <a:gd name="T2" fmla="*/ 0 w 60"/>
                <a:gd name="T3" fmla="*/ 104 h 104"/>
                <a:gd name="T4" fmla="*/ 52 w 60"/>
                <a:gd name="T5" fmla="*/ 0 h 104"/>
              </a:gdLst>
              <a:ahLst/>
              <a:cxnLst>
                <a:cxn ang="0">
                  <a:pos x="T0" y="T1"/>
                </a:cxn>
                <a:cxn ang="0">
                  <a:pos x="T2" y="T3"/>
                </a:cxn>
                <a:cxn ang="0">
                  <a:pos x="T4" y="T5"/>
                </a:cxn>
              </a:cxnLst>
              <a:rect l="0" t="0" r="r" b="b"/>
              <a:pathLst>
                <a:path w="60" h="104">
                  <a:moveTo>
                    <a:pt x="52" y="0"/>
                  </a:moveTo>
                  <a:cubicBezTo>
                    <a:pt x="60" y="61"/>
                    <a:pt x="7" y="92"/>
                    <a:pt x="0" y="104"/>
                  </a:cubicBezTo>
                  <a:cubicBezTo>
                    <a:pt x="3" y="39"/>
                    <a:pt x="35" y="30"/>
                    <a:pt x="5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3" name="觅知网-不倒翁ID:189359941"/>
            <p:cNvSpPr/>
            <p:nvPr/>
          </p:nvSpPr>
          <p:spPr bwMode="auto">
            <a:xfrm>
              <a:off x="8490409" y="10464625"/>
              <a:ext cx="451181" cy="798244"/>
            </a:xfrm>
            <a:custGeom>
              <a:avLst/>
              <a:gdLst>
                <a:gd name="T0" fmla="*/ 45 w 60"/>
                <a:gd name="T1" fmla="*/ 0 h 107"/>
                <a:gd name="T2" fmla="*/ 6 w 60"/>
                <a:gd name="T3" fmla="*/ 107 h 107"/>
                <a:gd name="T4" fmla="*/ 45 w 60"/>
                <a:gd name="T5" fmla="*/ 0 h 107"/>
              </a:gdLst>
              <a:ahLst/>
              <a:cxnLst>
                <a:cxn ang="0">
                  <a:pos x="T0" y="T1"/>
                </a:cxn>
                <a:cxn ang="0">
                  <a:pos x="T2" y="T3"/>
                </a:cxn>
                <a:cxn ang="0">
                  <a:pos x="T4" y="T5"/>
                </a:cxn>
              </a:cxnLst>
              <a:rect l="0" t="0" r="r" b="b"/>
              <a:pathLst>
                <a:path w="60" h="107">
                  <a:moveTo>
                    <a:pt x="45" y="0"/>
                  </a:moveTo>
                  <a:cubicBezTo>
                    <a:pt x="60" y="59"/>
                    <a:pt x="10" y="98"/>
                    <a:pt x="6" y="107"/>
                  </a:cubicBezTo>
                  <a:cubicBezTo>
                    <a:pt x="0" y="50"/>
                    <a:pt x="31" y="28"/>
                    <a:pt x="45"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4" name="觅知网-不倒翁ID:189359941"/>
            <p:cNvSpPr/>
            <p:nvPr/>
          </p:nvSpPr>
          <p:spPr bwMode="auto">
            <a:xfrm>
              <a:off x="8441821" y="9957913"/>
              <a:ext cx="465063" cy="812125"/>
            </a:xfrm>
            <a:custGeom>
              <a:avLst/>
              <a:gdLst>
                <a:gd name="T0" fmla="*/ 38 w 62"/>
                <a:gd name="T1" fmla="*/ 0 h 109"/>
                <a:gd name="T2" fmla="*/ 14 w 62"/>
                <a:gd name="T3" fmla="*/ 109 h 109"/>
                <a:gd name="T4" fmla="*/ 38 w 62"/>
                <a:gd name="T5" fmla="*/ 0 h 109"/>
              </a:gdLst>
              <a:ahLst/>
              <a:cxnLst>
                <a:cxn ang="0">
                  <a:pos x="T0" y="T1"/>
                </a:cxn>
                <a:cxn ang="0">
                  <a:pos x="T2" y="T3"/>
                </a:cxn>
                <a:cxn ang="0">
                  <a:pos x="T4" y="T5"/>
                </a:cxn>
              </a:cxnLst>
              <a:rect l="0" t="0" r="r" b="b"/>
              <a:pathLst>
                <a:path w="62" h="109">
                  <a:moveTo>
                    <a:pt x="38" y="0"/>
                  </a:moveTo>
                  <a:cubicBezTo>
                    <a:pt x="62" y="50"/>
                    <a:pt x="15" y="102"/>
                    <a:pt x="14" y="109"/>
                  </a:cubicBezTo>
                  <a:cubicBezTo>
                    <a:pt x="0" y="56"/>
                    <a:pt x="28" y="26"/>
                    <a:pt x="3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5" name="觅知网-不倒翁ID:189359941"/>
            <p:cNvSpPr/>
            <p:nvPr/>
          </p:nvSpPr>
          <p:spPr bwMode="auto">
            <a:xfrm>
              <a:off x="7358988" y="8451672"/>
              <a:ext cx="867656" cy="1478482"/>
            </a:xfrm>
            <a:custGeom>
              <a:avLst/>
              <a:gdLst>
                <a:gd name="T0" fmla="*/ 3 w 116"/>
                <a:gd name="T1" fmla="*/ 0 h 198"/>
                <a:gd name="T2" fmla="*/ 116 w 116"/>
                <a:gd name="T3" fmla="*/ 197 h 198"/>
                <a:gd name="T4" fmla="*/ 113 w 116"/>
                <a:gd name="T5" fmla="*/ 198 h 198"/>
                <a:gd name="T6" fmla="*/ 0 w 116"/>
                <a:gd name="T7" fmla="*/ 3 h 198"/>
                <a:gd name="T8" fmla="*/ 3 w 116"/>
                <a:gd name="T9" fmla="*/ 0 h 198"/>
              </a:gdLst>
              <a:ahLst/>
              <a:cxnLst>
                <a:cxn ang="0">
                  <a:pos x="T0" y="T1"/>
                </a:cxn>
                <a:cxn ang="0">
                  <a:pos x="T2" y="T3"/>
                </a:cxn>
                <a:cxn ang="0">
                  <a:pos x="T4" y="T5"/>
                </a:cxn>
                <a:cxn ang="0">
                  <a:pos x="T6" y="T7"/>
                </a:cxn>
                <a:cxn ang="0">
                  <a:pos x="T8" y="T9"/>
                </a:cxn>
              </a:cxnLst>
              <a:rect l="0" t="0" r="r" b="b"/>
              <a:pathLst>
                <a:path w="116" h="198">
                  <a:moveTo>
                    <a:pt x="3" y="0"/>
                  </a:moveTo>
                  <a:cubicBezTo>
                    <a:pt x="47" y="46"/>
                    <a:pt x="92" y="118"/>
                    <a:pt x="116" y="197"/>
                  </a:cubicBezTo>
                  <a:cubicBezTo>
                    <a:pt x="113" y="198"/>
                    <a:pt x="113" y="198"/>
                    <a:pt x="113" y="198"/>
                  </a:cubicBezTo>
                  <a:cubicBezTo>
                    <a:pt x="89" y="120"/>
                    <a:pt x="44" y="48"/>
                    <a:pt x="0" y="3"/>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6" name="觅知网-不倒翁ID:189359941"/>
            <p:cNvSpPr/>
            <p:nvPr/>
          </p:nvSpPr>
          <p:spPr bwMode="auto">
            <a:xfrm>
              <a:off x="7560287" y="8410023"/>
              <a:ext cx="909306" cy="1735303"/>
            </a:xfrm>
            <a:custGeom>
              <a:avLst/>
              <a:gdLst>
                <a:gd name="T0" fmla="*/ 3 w 122"/>
                <a:gd name="T1" fmla="*/ 0 h 233"/>
                <a:gd name="T2" fmla="*/ 122 w 122"/>
                <a:gd name="T3" fmla="*/ 233 h 233"/>
                <a:gd name="T4" fmla="*/ 119 w 122"/>
                <a:gd name="T5" fmla="*/ 233 h 233"/>
                <a:gd name="T6" fmla="*/ 0 w 122"/>
                <a:gd name="T7" fmla="*/ 2 h 233"/>
                <a:gd name="T8" fmla="*/ 3 w 122"/>
                <a:gd name="T9" fmla="*/ 0 h 233"/>
              </a:gdLst>
              <a:ahLst/>
              <a:cxnLst>
                <a:cxn ang="0">
                  <a:pos x="T0" y="T1"/>
                </a:cxn>
                <a:cxn ang="0">
                  <a:pos x="T2" y="T3"/>
                </a:cxn>
                <a:cxn ang="0">
                  <a:pos x="T4" y="T5"/>
                </a:cxn>
                <a:cxn ang="0">
                  <a:pos x="T6" y="T7"/>
                </a:cxn>
                <a:cxn ang="0">
                  <a:pos x="T8" y="T9"/>
                </a:cxn>
              </a:cxnLst>
              <a:rect l="0" t="0" r="r" b="b"/>
              <a:pathLst>
                <a:path w="122" h="233">
                  <a:moveTo>
                    <a:pt x="3" y="0"/>
                  </a:moveTo>
                  <a:cubicBezTo>
                    <a:pt x="56" y="58"/>
                    <a:pt x="102" y="141"/>
                    <a:pt x="122" y="233"/>
                  </a:cubicBezTo>
                  <a:cubicBezTo>
                    <a:pt x="119" y="233"/>
                    <a:pt x="119" y="233"/>
                    <a:pt x="119" y="233"/>
                  </a:cubicBezTo>
                  <a:cubicBezTo>
                    <a:pt x="98" y="143"/>
                    <a:pt x="53" y="60"/>
                    <a:pt x="0" y="2"/>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7" name="觅知网-不倒翁ID:189359941"/>
            <p:cNvSpPr/>
            <p:nvPr/>
          </p:nvSpPr>
          <p:spPr bwMode="auto">
            <a:xfrm>
              <a:off x="7518642" y="8111548"/>
              <a:ext cx="1048131" cy="1721422"/>
            </a:xfrm>
            <a:custGeom>
              <a:avLst/>
              <a:gdLst>
                <a:gd name="T0" fmla="*/ 3 w 141"/>
                <a:gd name="T1" fmla="*/ 0 h 231"/>
                <a:gd name="T2" fmla="*/ 141 w 141"/>
                <a:gd name="T3" fmla="*/ 230 h 231"/>
                <a:gd name="T4" fmla="*/ 138 w 141"/>
                <a:gd name="T5" fmla="*/ 231 h 231"/>
                <a:gd name="T6" fmla="*/ 0 w 141"/>
                <a:gd name="T7" fmla="*/ 2 h 231"/>
                <a:gd name="T8" fmla="*/ 3 w 141"/>
                <a:gd name="T9" fmla="*/ 0 h 231"/>
              </a:gdLst>
              <a:ahLst/>
              <a:cxnLst>
                <a:cxn ang="0">
                  <a:pos x="T0" y="T1"/>
                </a:cxn>
                <a:cxn ang="0">
                  <a:pos x="T2" y="T3"/>
                </a:cxn>
                <a:cxn ang="0">
                  <a:pos x="T4" y="T5"/>
                </a:cxn>
                <a:cxn ang="0">
                  <a:pos x="T6" y="T7"/>
                </a:cxn>
                <a:cxn ang="0">
                  <a:pos x="T8" y="T9"/>
                </a:cxn>
              </a:cxnLst>
              <a:rect l="0" t="0" r="r" b="b"/>
              <a:pathLst>
                <a:path w="141" h="231">
                  <a:moveTo>
                    <a:pt x="3" y="0"/>
                  </a:moveTo>
                  <a:cubicBezTo>
                    <a:pt x="52" y="44"/>
                    <a:pt x="111" y="132"/>
                    <a:pt x="141" y="230"/>
                  </a:cubicBezTo>
                  <a:cubicBezTo>
                    <a:pt x="138" y="231"/>
                    <a:pt x="138" y="231"/>
                    <a:pt x="138" y="231"/>
                  </a:cubicBezTo>
                  <a:cubicBezTo>
                    <a:pt x="109" y="135"/>
                    <a:pt x="50" y="47"/>
                    <a:pt x="0" y="2"/>
                  </a:cubicBez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sp>
          <p:nvSpPr>
            <p:cNvPr id="168" name="觅知网-不倒翁ID:189359941"/>
            <p:cNvSpPr>
              <a:spLocks noChangeArrowheads="1"/>
            </p:cNvSpPr>
            <p:nvPr/>
          </p:nvSpPr>
          <p:spPr bwMode="auto">
            <a:xfrm>
              <a:off x="5056479" y="14633222"/>
              <a:ext cx="6943" cy="694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微软雅黑" pitchFamily="34" charset="-122"/>
                <a:ea typeface="微软雅黑" pitchFamily="34" charset="-122"/>
                <a:cs typeface="思源黑体 CN Regular" panose="020B0500000000000000" charset="-122"/>
              </a:endParaRPr>
            </a:p>
          </p:txBody>
        </p:sp>
      </p:grpSp>
      <p:grpSp>
        <p:nvGrpSpPr>
          <p:cNvPr id="15" name="觅知网-不倒翁ID:189359941"/>
          <p:cNvGrpSpPr/>
          <p:nvPr>
            <p:custDataLst>
              <p:tags r:id="rId1"/>
            </p:custDataLst>
          </p:nvPr>
        </p:nvGrpSpPr>
        <p:grpSpPr>
          <a:xfrm>
            <a:off x="955163" y="647056"/>
            <a:ext cx="10294372" cy="6835208"/>
            <a:chOff x="1933880" y="1452820"/>
            <a:chExt cx="8655456" cy="5747008"/>
          </a:xfrm>
        </p:grpSpPr>
        <p:sp>
          <p:nvSpPr>
            <p:cNvPr id="13" name="觅知网-不倒翁ID:189359941"/>
            <p:cNvSpPr/>
            <p:nvPr/>
          </p:nvSpPr>
          <p:spPr>
            <a:xfrm rot="21314498">
              <a:off x="1933880" y="1453250"/>
              <a:ext cx="8410937" cy="5746578"/>
            </a:xfrm>
            <a:custGeom>
              <a:avLst/>
              <a:gdLst>
                <a:gd name="connsiteX0" fmla="*/ 8410936 w 8410937"/>
                <a:gd name="connsiteY0" fmla="*/ 0 h 5746578"/>
                <a:gd name="connsiteX1" fmla="*/ 8410937 w 8410937"/>
                <a:gd name="connsiteY1" fmla="*/ 5746578 h 5746578"/>
                <a:gd name="connsiteX2" fmla="*/ 0 w 8410937"/>
                <a:gd name="connsiteY2" fmla="*/ 5046446 h 5746578"/>
                <a:gd name="connsiteX3" fmla="*/ 0 w 8410937"/>
                <a:gd name="connsiteY3" fmla="*/ 0 h 5746578"/>
              </a:gdLst>
              <a:ahLst/>
              <a:cxnLst>
                <a:cxn ang="0">
                  <a:pos x="connsiteX0" y="connsiteY0"/>
                </a:cxn>
                <a:cxn ang="0">
                  <a:pos x="connsiteX1" y="connsiteY1"/>
                </a:cxn>
                <a:cxn ang="0">
                  <a:pos x="connsiteX2" y="connsiteY2"/>
                </a:cxn>
                <a:cxn ang="0">
                  <a:pos x="connsiteX3" y="connsiteY3"/>
                </a:cxn>
              </a:cxnLst>
              <a:rect l="l" t="t" r="r" b="b"/>
              <a:pathLst>
                <a:path w="8410937" h="5746578">
                  <a:moveTo>
                    <a:pt x="8410936" y="0"/>
                  </a:moveTo>
                  <a:lnTo>
                    <a:pt x="8410937" y="5746578"/>
                  </a:lnTo>
                  <a:lnTo>
                    <a:pt x="0" y="5046446"/>
                  </a:lnTo>
                  <a:lnTo>
                    <a:pt x="0" y="0"/>
                  </a:lnTo>
                  <a:close/>
                </a:path>
              </a:pathLst>
            </a:custGeom>
            <a:solidFill>
              <a:srgbClr val="344778"/>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思源黑体 CN Regular" panose="020B0500000000000000" charset="-122"/>
              </a:endParaRPr>
            </a:p>
          </p:txBody>
        </p:sp>
        <p:sp>
          <p:nvSpPr>
            <p:cNvPr id="14" name="觅知网-不倒翁ID:189359941"/>
            <p:cNvSpPr/>
            <p:nvPr/>
          </p:nvSpPr>
          <p:spPr>
            <a:xfrm>
              <a:off x="2178400" y="1452820"/>
              <a:ext cx="8410936" cy="5388246"/>
            </a:xfrm>
            <a:custGeom>
              <a:avLst/>
              <a:gdLst>
                <a:gd name="connsiteX0" fmla="*/ 0 w 8410936"/>
                <a:gd name="connsiteY0" fmla="*/ 0 h 5388246"/>
                <a:gd name="connsiteX1" fmla="*/ 8410936 w 8410936"/>
                <a:gd name="connsiteY1" fmla="*/ 0 h 5388246"/>
                <a:gd name="connsiteX2" fmla="*/ 8410936 w 8410936"/>
                <a:gd name="connsiteY2" fmla="*/ 5388246 h 5388246"/>
                <a:gd name="connsiteX3" fmla="*/ 0 w 8410936"/>
                <a:gd name="connsiteY3" fmla="*/ 5388246 h 5388246"/>
              </a:gdLst>
              <a:ahLst/>
              <a:cxnLst>
                <a:cxn ang="0">
                  <a:pos x="connsiteX0" y="connsiteY0"/>
                </a:cxn>
                <a:cxn ang="0">
                  <a:pos x="connsiteX1" y="connsiteY1"/>
                </a:cxn>
                <a:cxn ang="0">
                  <a:pos x="connsiteX2" y="connsiteY2"/>
                </a:cxn>
                <a:cxn ang="0">
                  <a:pos x="connsiteX3" y="connsiteY3"/>
                </a:cxn>
              </a:cxnLst>
              <a:rect l="l" t="t" r="r" b="b"/>
              <a:pathLst>
                <a:path w="8410936" h="5388246">
                  <a:moveTo>
                    <a:pt x="0" y="0"/>
                  </a:moveTo>
                  <a:lnTo>
                    <a:pt x="8410936" y="0"/>
                  </a:lnTo>
                  <a:lnTo>
                    <a:pt x="8410936" y="5388246"/>
                  </a:lnTo>
                  <a:lnTo>
                    <a:pt x="0" y="5388246"/>
                  </a:lnTo>
                  <a:close/>
                </a:path>
              </a:pathLst>
            </a:custGeom>
            <a:solidFill>
              <a:schemeClr val="bg1">
                <a:alpha val="93000"/>
              </a:schemeClr>
            </a:solidFill>
            <a:ln w="28575">
              <a:solidFill>
                <a:srgbClr val="344778"/>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itchFamily="34" charset="-122"/>
                <a:ea typeface="微软雅黑" pitchFamily="34" charset="-122"/>
                <a:cs typeface="思源黑体 CN Regular" panose="020B0500000000000000" charset="-122"/>
              </a:endParaRPr>
            </a:p>
          </p:txBody>
        </p:sp>
      </p:grpSp>
      <p:grpSp>
        <p:nvGrpSpPr>
          <p:cNvPr id="8" name="觅知网-不倒翁ID:189359941"/>
          <p:cNvGrpSpPr/>
          <p:nvPr>
            <p:custDataLst>
              <p:tags r:id="rId2"/>
            </p:custDataLst>
          </p:nvPr>
        </p:nvGrpSpPr>
        <p:grpSpPr>
          <a:xfrm>
            <a:off x="5227157" y="1844355"/>
            <a:ext cx="1728192" cy="605998"/>
            <a:chOff x="5231904" y="1742380"/>
            <a:chExt cx="1728192" cy="605998"/>
          </a:xfrm>
        </p:grpSpPr>
        <p:sp>
          <p:nvSpPr>
            <p:cNvPr id="9" name="觅知网-不倒翁ID:189359941"/>
            <p:cNvSpPr/>
            <p:nvPr/>
          </p:nvSpPr>
          <p:spPr>
            <a:xfrm>
              <a:off x="5231904" y="1742380"/>
              <a:ext cx="1728192" cy="52322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itchFamily="34" charset="-122"/>
                <a:ea typeface="微软雅黑" pitchFamily="34" charset="-122"/>
                <a:cs typeface="思源黑体 CN Regular" panose="020B0500000000000000" charset="-122"/>
              </a:endParaRPr>
            </a:p>
          </p:txBody>
        </p:sp>
        <p:sp>
          <p:nvSpPr>
            <p:cNvPr id="10" name="觅知网-不倒翁ID:189359941"/>
            <p:cNvSpPr/>
            <p:nvPr/>
          </p:nvSpPr>
          <p:spPr>
            <a:xfrm flipV="1">
              <a:off x="6041390" y="2254223"/>
              <a:ext cx="109220" cy="94155"/>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微软雅黑" pitchFamily="34" charset="-122"/>
                <a:ea typeface="微软雅黑" pitchFamily="34" charset="-122"/>
                <a:cs typeface="思源黑体 CN Regular" panose="020B0500000000000000" charset="-122"/>
              </a:endParaRPr>
            </a:p>
          </p:txBody>
        </p:sp>
      </p:grpSp>
      <p:sp>
        <p:nvSpPr>
          <p:cNvPr id="11" name="觅知网-不倒翁ID:189359941"/>
          <p:cNvSpPr txBox="1"/>
          <p:nvPr>
            <p:custDataLst>
              <p:tags r:id="rId3"/>
            </p:custDataLst>
          </p:nvPr>
        </p:nvSpPr>
        <p:spPr>
          <a:xfrm>
            <a:off x="3695350" y="2659883"/>
            <a:ext cx="4801314" cy="1200329"/>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7200" dirty="0">
                <a:solidFill>
                  <a:schemeClr val="accent1"/>
                </a:solidFill>
                <a:latin typeface="思源宋体 CN Heavy" panose="02020900000000000000" charset="-122"/>
                <a:ea typeface="思源宋体 CN Heavy" panose="02020900000000000000" charset="-122"/>
                <a:cs typeface="+mn-ea"/>
                <a:sym typeface="+mn-lt"/>
              </a:rPr>
              <a:t>总结与展望</a:t>
            </a:r>
          </a:p>
        </p:txBody>
      </p:sp>
      <p:sp>
        <p:nvSpPr>
          <p:cNvPr id="12" name="觅知网-不倒翁ID:189359941"/>
          <p:cNvSpPr txBox="1"/>
          <p:nvPr/>
        </p:nvSpPr>
        <p:spPr>
          <a:xfrm>
            <a:off x="5383367" y="1880058"/>
            <a:ext cx="1415772" cy="46166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kumimoji="1" lang="zh-CN" altLang="en-US" sz="2400" dirty="0">
                <a:solidFill>
                  <a:schemeClr val="bg1"/>
                </a:solidFill>
                <a:latin typeface="+mj-ea"/>
                <a:ea typeface="+mj-ea"/>
                <a:cs typeface="思源黑体 CN Regular" panose="020B0500000000000000" charset="-122"/>
              </a:rPr>
              <a:t>第五部分</a:t>
            </a:r>
          </a:p>
        </p:txBody>
      </p:sp>
      <p:cxnSp>
        <p:nvCxnSpPr>
          <p:cNvPr id="18" name="觅知网-不倒翁ID:189359941"/>
          <p:cNvCxnSpPr/>
          <p:nvPr>
            <p:custDataLst>
              <p:tags r:id="rId4"/>
            </p:custDataLst>
          </p:nvPr>
        </p:nvCxnSpPr>
        <p:spPr>
          <a:xfrm>
            <a:off x="2964215" y="3911559"/>
            <a:ext cx="6254079"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 name="觅知网-不倒翁ID:189359941"/>
          <p:cNvSpPr/>
          <p:nvPr/>
        </p:nvSpPr>
        <p:spPr bwMode="auto">
          <a:xfrm>
            <a:off x="323" y="5511138"/>
            <a:ext cx="12191677" cy="1346862"/>
          </a:xfrm>
          <a:custGeom>
            <a:avLst/>
            <a:gdLst>
              <a:gd name="connsiteX0" fmla="*/ 12191677 w 12191677"/>
              <a:gd name="connsiteY0" fmla="*/ 0 h 1346862"/>
              <a:gd name="connsiteX1" fmla="*/ 12191677 w 12191677"/>
              <a:gd name="connsiteY1" fmla="*/ 1346862 h 1346862"/>
              <a:gd name="connsiteX2" fmla="*/ 0 w 12191677"/>
              <a:gd name="connsiteY2" fmla="*/ 1346862 h 1346862"/>
              <a:gd name="connsiteX3" fmla="*/ 0 w 12191677"/>
              <a:gd name="connsiteY3" fmla="*/ 42381 h 1346862"/>
              <a:gd name="connsiteX4" fmla="*/ 11935898 w 12191677"/>
              <a:gd name="connsiteY4" fmla="*/ 70915 h 13468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1677" h="1346862">
                <a:moveTo>
                  <a:pt x="12191677" y="0"/>
                </a:moveTo>
                <a:lnTo>
                  <a:pt x="12191677" y="1346862"/>
                </a:lnTo>
                <a:lnTo>
                  <a:pt x="0" y="1346862"/>
                </a:lnTo>
                <a:lnTo>
                  <a:pt x="0" y="42381"/>
                </a:lnTo>
                <a:cubicBezTo>
                  <a:pt x="3090122" y="758737"/>
                  <a:pt x="8949245" y="844902"/>
                  <a:pt x="11935898" y="70915"/>
                </a:cubicBezTo>
                <a:close/>
              </a:path>
            </a:pathLst>
          </a:custGeom>
          <a:solidFill>
            <a:srgbClr val="344778"/>
          </a:solidFill>
          <a:ln w="25400" cap="flat" cmpd="sng" algn="ctr">
            <a:noFill/>
            <a:prstDash val="solid"/>
          </a:ln>
          <a:effectLst/>
        </p:spPr>
        <p:txBody>
          <a:bodyPr wrap="square" rtlCol="0" anchor="ctr">
            <a:noAutofit/>
          </a:bodyPr>
          <a:lstStyle/>
          <a:p>
            <a:pPr marL="0" marR="0" lvl="0" indent="0" algn="ctr" defTabSz="866775" rtl="0" eaLnBrk="1" fontAlgn="base" latinLnBrk="0" hangingPunct="1">
              <a:lnSpc>
                <a:spcPct val="100000"/>
              </a:lnSpc>
              <a:spcBef>
                <a:spcPct val="0"/>
              </a:spcBef>
              <a:spcAft>
                <a:spcPct val="0"/>
              </a:spcAft>
              <a:buClrTx/>
              <a:buSzTx/>
              <a:buFontTx/>
              <a:buNone/>
              <a:defRPr/>
            </a:pPr>
            <a:endParaRPr kumimoji="0" lang="zh-CN" altLang="en-US" sz="1705" b="0" i="0" u="none" strike="noStrike" kern="0" cap="none" spc="0" normalizeH="0" baseline="0" noProof="0" dirty="0">
              <a:ln>
                <a:noFill/>
              </a:ln>
              <a:solidFill>
                <a:sysClr val="window" lastClr="FFFFFF"/>
              </a:solidFill>
              <a:effectLst/>
              <a:uLnTx/>
              <a:uFillTx/>
              <a:latin typeface="微软雅黑" pitchFamily="34" charset="-122"/>
              <a:ea typeface="微软雅黑" pitchFamily="34" charset="-122"/>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nodeType="withEffect">
                                  <p:stCondLst>
                                    <p:cond delay="0"/>
                                  </p:stCondLst>
                                  <p:iterate type="lt">
                                    <p:tmPct val="10000"/>
                                  </p:iterate>
                                  <p:childTnLst>
                                    <p:set>
                                      <p:cBhvr>
                                        <p:cTn id="6" dur="1" fill="hold">
                                          <p:stCondLst>
                                            <p:cond delay="0"/>
                                          </p:stCondLst>
                                        </p:cTn>
                                        <p:tgtEl>
                                          <p:spTgt spid="15"/>
                                        </p:tgtEl>
                                        <p:attrNameLst>
                                          <p:attrName>style.visibility</p:attrName>
                                        </p:attrNameLst>
                                      </p:cBhvr>
                                      <p:to>
                                        <p:strVal val="visible"/>
                                      </p:to>
                                    </p:set>
                                    <p:anim to="" calcmode="lin" valueType="num">
                                      <p:cBhvr>
                                        <p:cTn id="7" dur="500" fill="hold">
                                          <p:stCondLst>
                                            <p:cond delay="0"/>
                                          </p:stCondLst>
                                        </p:cTn>
                                        <p:tgtEl>
                                          <p:spTgt spid="15"/>
                                        </p:tgtEl>
                                        <p:attrNameLst>
                                          <p:attrName>ppt_x</p:attrName>
                                        </p:attrNameLst>
                                      </p:cBhvr>
                                      <p:tavLst>
                                        <p:tav tm="0" fmla="$">
                                          <p:val>
                                            <p:strVal val="#ppt_x"/>
                                          </p:val>
                                        </p:tav>
                                        <p:tav tm="100000" fmla="$">
                                          <p:val>
                                            <p:strVal val="#ppt_x"/>
                                          </p:val>
                                        </p:tav>
                                      </p:tavLst>
                                    </p:anim>
                                    <p:anim to="" calcmode="lin" valueType="num">
                                      <p:cBhvr>
                                        <p:cTn id="8" dur="500" fill="hold">
                                          <p:stCondLst>
                                            <p:cond delay="0"/>
                                          </p:stCondLst>
                                        </p:cTn>
                                        <p:tgtEl>
                                          <p:spTgt spid="15"/>
                                        </p:tgtEl>
                                        <p:attrNameLst>
                                          <p:attrName>ppt_y</p:attrName>
                                        </p:attrNameLst>
                                      </p:cBhvr>
                                      <p:tavLst>
                                        <p:tav tm="0" fmla="$">
                                          <p:val>
                                            <p:strVal val="1+#ppt_h/2"/>
                                          </p:val>
                                        </p:tav>
                                        <p:tav tm="100000" fmla="$">
                                          <p:val>
                                            <p:strVal val="#ppt_y"/>
                                          </p:val>
                                        </p:tav>
                                      </p:tavLst>
                                    </p:anim>
                                  </p:childTnLst>
                                </p:cTn>
                              </p:par>
                              <p:par>
                                <p:cTn id="9" presetID="10" presetClass="entr" presetSubtype="0" decel="100000" fill="hold" nodeType="withEffect">
                                  <p:stCondLst>
                                    <p:cond delay="500"/>
                                  </p:stCondLst>
                                  <p:childTnLst>
                                    <p:set>
                                      <p:cBhvr>
                                        <p:cTn id="10" dur="1" fill="hold">
                                          <p:stCondLst>
                                            <p:cond delay="0"/>
                                          </p:stCondLst>
                                        </p:cTn>
                                        <p:tgtEl>
                                          <p:spTgt spid="8"/>
                                        </p:tgtEl>
                                        <p:attrNameLst>
                                          <p:attrName>style.visibility</p:attrName>
                                        </p:attrNameLst>
                                      </p:cBhvr>
                                      <p:to>
                                        <p:strVal val="visible"/>
                                      </p:to>
                                    </p:set>
                                    <p:anim to="" calcmode="lin" valueType="num">
                                      <p:cBhvr>
                                        <p:cTn id="11" dur="500" fill="hold">
                                          <p:stCondLst>
                                            <p:cond delay="0"/>
                                          </p:stCondLst>
                                        </p:cTn>
                                        <p:tgtEl>
                                          <p:spTgt spid="8"/>
                                        </p:tgtEl>
                                        <p:attrNameLst>
                                          <p:attrName>ppt_w</p:attrName>
                                        </p:attrNameLst>
                                      </p:cBhvr>
                                      <p:tavLst>
                                        <p:tav tm="0" fmla="$">
                                          <p:val>
                                            <p:fltVal val="0"/>
                                          </p:val>
                                        </p:tav>
                                        <p:tav tm="100000" fmla="$">
                                          <p:val>
                                            <p:strVal val="#ppt_w"/>
                                          </p:val>
                                        </p:tav>
                                      </p:tavLst>
                                    </p:anim>
                                    <p:anim to="" calcmode="lin" valueType="num">
                                      <p:cBhvr>
                                        <p:cTn id="12" dur="500" fill="hold">
                                          <p:stCondLst>
                                            <p:cond delay="0"/>
                                          </p:stCondLst>
                                        </p:cTn>
                                        <p:tgtEl>
                                          <p:spTgt spid="8"/>
                                        </p:tgtEl>
                                        <p:attrNameLst>
                                          <p:attrName>ppt_h</p:attrName>
                                        </p:attrNameLst>
                                      </p:cBhvr>
                                      <p:tavLst>
                                        <p:tav tm="0" fmla="$">
                                          <p:val>
                                            <p:fltVal val="0"/>
                                          </p:val>
                                        </p:tav>
                                        <p:tav tm="100000" fmla="$">
                                          <p:val>
                                            <p:strVal val="#ppt_h"/>
                                          </p:val>
                                        </p:tav>
                                      </p:tavLst>
                                    </p:anim>
                                    <p:anim from="0" to="1" calcmode="lin" valueType="num">
                                      <p:cBhvr>
                                        <p:cTn id="13" dur="500" fill="hold">
                                          <p:stCondLst>
                                            <p:cond delay="0"/>
                                          </p:stCondLst>
                                        </p:cTn>
                                        <p:tgtEl>
                                          <p:spTgt spid="8"/>
                                        </p:tgtEl>
                                        <p:attrNameLst>
                                          <p:attrName>style.opacity</p:attrName>
                                        </p:attrNameLst>
                                      </p:cBhvr>
                                    </p:anim>
                                  </p:childTnLst>
                                </p:cTn>
                              </p:par>
                              <p:par>
                                <p:cTn id="14" presetID="10" presetClass="entr" presetSubtype="0" fill="hold" grpId="0" nodeType="withEffect">
                                  <p:stCondLst>
                                    <p:cond delay="250"/>
                                  </p:stCondLst>
                                  <p:iterate type="lt">
                                    <p:tmPct val="10000"/>
                                  </p:iterate>
                                  <p:childTnLst>
                                    <p:set>
                                      <p:cBhvr>
                                        <p:cTn id="15" dur="1" fill="hold">
                                          <p:stCondLst>
                                            <p:cond delay="0"/>
                                          </p:stCondLst>
                                        </p:cTn>
                                        <p:tgtEl>
                                          <p:spTgt spid="11"/>
                                        </p:tgtEl>
                                        <p:attrNameLst>
                                          <p:attrName>style.visibility</p:attrName>
                                        </p:attrNameLst>
                                      </p:cBhvr>
                                      <p:to>
                                        <p:strVal val="visible"/>
                                      </p:to>
                                    </p:set>
                                    <p:anim to="" calcmode="lin" valueType="num">
                                      <p:cBhvr>
                                        <p:cTn id="16" dur="750" fill="hold">
                                          <p:stCondLst>
                                            <p:cond delay="0"/>
                                          </p:stCondLst>
                                        </p:cTn>
                                        <p:tgtEl>
                                          <p:spTgt spid="11"/>
                                        </p:tgtEl>
                                        <p:attrNameLst>
                                          <p:attrName>ppt_h</p:attrName>
                                        </p:attrNameLst>
                                      </p:cBhvr>
                                      <p:tavLst>
                                        <p:tav tm="0" fmla="(1+min((1.5/#ppt_h),(1.5/#ppt_w))*((1-$)^7))*#ppt_h">
                                          <p:val>
                                            <p:fltVal val="0"/>
                                          </p:val>
                                        </p:tav>
                                        <p:tav tm="100000" fmla="$">
                                          <p:val>
                                            <p:fltVal val="1"/>
                                          </p:val>
                                        </p:tav>
                                      </p:tavLst>
                                    </p:anim>
                                    <p:anim to="" calcmode="lin" valueType="num">
                                      <p:cBhvr>
                                        <p:cTn id="17" dur="750" fill="hold">
                                          <p:stCondLst>
                                            <p:cond delay="0"/>
                                          </p:stCondLst>
                                        </p:cTn>
                                        <p:tgtEl>
                                          <p:spTgt spid="11"/>
                                        </p:tgtEl>
                                        <p:attrNameLst>
                                          <p:attrName>ppt_w</p:attrName>
                                        </p:attrNameLst>
                                      </p:cBhvr>
                                      <p:tavLst>
                                        <p:tav tm="0" fmla="(1+min((1.5/#ppt_h),(1.5/#ppt_w))*((1-$)^7))*#ppt_w">
                                          <p:val>
                                            <p:fltVal val="0"/>
                                          </p:val>
                                        </p:tav>
                                        <p:tav tm="100000" fmla="(1+min((2/#ppt_h),(2/#ppt_w))*((1-$)^7))*#ppt_w">
                                          <p:val>
                                            <p:fltVal val="1"/>
                                          </p:val>
                                        </p:tav>
                                      </p:tavLst>
                                    </p:anim>
                                    <p:anim to="" calcmode="lin" valueType="num">
                                      <p:cBhvr>
                                        <p:cTn id="18" dur="400" fill="hold">
                                          <p:stCondLst>
                                            <p:cond delay="0"/>
                                          </p:stCondLst>
                                        </p:cTn>
                                        <p:tgtEl>
                                          <p:spTgt spid="11"/>
                                        </p:tgtEl>
                                        <p:attrNameLst>
                                          <p:attrName>style.opacity</p:attrName>
                                        </p:attrNameLst>
                                      </p:cBhvr>
                                      <p:tavLst>
                                        <p:tav tm="0" fmla="1-(1-$)">
                                          <p:val>
                                            <p:fltVal val="0"/>
                                          </p:val>
                                        </p:tav>
                                        <p:tav tm="100000" fmla="1-(1-$)">
                                          <p:val>
                                            <p:fltVal val="1"/>
                                          </p:val>
                                        </p:tav>
                                      </p:tavLst>
                                    </p:anim>
                                  </p:childTnLst>
                                </p:cTn>
                              </p:par>
                              <p:par>
                                <p:cTn id="19" presetID="0" presetClass="entr" presetSubtype="0" decel="100000" fill="hold" nodeType="withEffect">
                                  <p:stCondLst>
                                    <p:cond delay="750"/>
                                  </p:stCondLst>
                                  <p:childTnLst>
                                    <p:set>
                                      <p:cBhvr>
                                        <p:cTn id="20" dur="1" fill="hold">
                                          <p:stCondLst>
                                            <p:cond delay="0"/>
                                          </p:stCondLst>
                                        </p:cTn>
                                        <p:tgtEl>
                                          <p:spTgt spid="18"/>
                                        </p:tgtEl>
                                        <p:attrNameLst>
                                          <p:attrName>style.visibility</p:attrName>
                                        </p:attrNameLst>
                                      </p:cBhvr>
                                      <p:to>
                                        <p:strVal val="visible"/>
                                      </p:to>
                                    </p:set>
                                    <p:anim from="0" to="1" calcmode="lin" valueType="num">
                                      <p:cBhvr>
                                        <p:cTn id="21" dur="500" fill="hold">
                                          <p:stCondLst>
                                            <p:cond delay="0"/>
                                          </p:stCondLst>
                                        </p:cTn>
                                        <p:tgtEl>
                                          <p:spTgt spid="18"/>
                                        </p:tgtEl>
                                        <p:attrNameLst>
                                          <p:attrName>style.opacity</p:attrName>
                                        </p:attrNameLst>
                                      </p:cBhvr>
                                    </p:anim>
                                    <p:anim to="" calcmode="lin" valueType="num">
                                      <p:cBhvr>
                                        <p:cTn id="22" dur="500" fill="hold">
                                          <p:stCondLst>
                                            <p:cond delay="0"/>
                                          </p:stCondLst>
                                        </p:cTn>
                                        <p:tgtEl>
                                          <p:spTgt spid="18"/>
                                        </p:tgtEl>
                                        <p:attrNameLst>
                                          <p:attrName>ppt_y</p:attrName>
                                        </p:attrNameLst>
                                      </p:cBhvr>
                                      <p:tavLst>
                                        <p:tav tm="0" fmla="$">
                                          <p:val>
                                            <p:strVal val="#ppt_y-.05"/>
                                          </p:val>
                                        </p:tav>
                                        <p:tav tm="100000" fmla="$">
                                          <p:val>
                                            <p:strVal val="#ppt_y"/>
                                          </p:val>
                                        </p:tav>
                                      </p:tavLst>
                                    </p:anim>
                                  </p:childTnLst>
                                </p:cTn>
                              </p:par>
                              <p:par>
                                <p:cTn id="23" presetID="10" presetClass="entr" presetSubtype="0" decel="100000" fill="hold" grpId="0" nodeType="withEffect">
                                  <p:stCondLst>
                                    <p:cond delay="500"/>
                                  </p:stCondLst>
                                  <p:childTnLst>
                                    <p:set>
                                      <p:cBhvr>
                                        <p:cTn id="24" dur="1" fill="hold">
                                          <p:stCondLst>
                                            <p:cond delay="0"/>
                                          </p:stCondLst>
                                        </p:cTn>
                                        <p:tgtEl>
                                          <p:spTgt spid="12"/>
                                        </p:tgtEl>
                                        <p:attrNameLst>
                                          <p:attrName>style.visibility</p:attrName>
                                        </p:attrNameLst>
                                      </p:cBhvr>
                                      <p:to>
                                        <p:strVal val="visible"/>
                                      </p:to>
                                    </p:set>
                                    <p:anim to="" calcmode="lin" valueType="num">
                                      <p:cBhvr>
                                        <p:cTn id="25" dur="500" fill="hold">
                                          <p:stCondLst>
                                            <p:cond delay="0"/>
                                          </p:stCondLst>
                                        </p:cTn>
                                        <p:tgtEl>
                                          <p:spTgt spid="12"/>
                                        </p:tgtEl>
                                        <p:attrNameLst>
                                          <p:attrName>ppt_w</p:attrName>
                                        </p:attrNameLst>
                                      </p:cBhvr>
                                      <p:tavLst>
                                        <p:tav tm="0" fmla="$">
                                          <p:val>
                                            <p:fltVal val="0"/>
                                          </p:val>
                                        </p:tav>
                                        <p:tav tm="100000" fmla="$">
                                          <p:val>
                                            <p:strVal val="#ppt_w"/>
                                          </p:val>
                                        </p:tav>
                                      </p:tavLst>
                                    </p:anim>
                                    <p:anim to="" calcmode="lin" valueType="num">
                                      <p:cBhvr>
                                        <p:cTn id="26" dur="500" fill="hold">
                                          <p:stCondLst>
                                            <p:cond delay="0"/>
                                          </p:stCondLst>
                                        </p:cTn>
                                        <p:tgtEl>
                                          <p:spTgt spid="12"/>
                                        </p:tgtEl>
                                        <p:attrNameLst>
                                          <p:attrName>ppt_h</p:attrName>
                                        </p:attrNameLst>
                                      </p:cBhvr>
                                      <p:tavLst>
                                        <p:tav tm="0" fmla="$">
                                          <p:val>
                                            <p:fltVal val="0"/>
                                          </p:val>
                                        </p:tav>
                                        <p:tav tm="100000" fmla="$">
                                          <p:val>
                                            <p:strVal val="#ppt_h"/>
                                          </p:val>
                                        </p:tav>
                                      </p:tavLst>
                                    </p:anim>
                                    <p:anim from="0" to="1" calcmode="lin" valueType="num">
                                      <p:cBhvr>
                                        <p:cTn id="27" dur="500" fill="hold">
                                          <p:stCondLst>
                                            <p:cond delay="0"/>
                                          </p:stCondLst>
                                        </p:cTn>
                                        <p:tgtEl>
                                          <p:spTgt spid="12"/>
                                        </p:tgtEl>
                                        <p:attrNameLst>
                                          <p:attrName>style.opacity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觅知网-不倒翁ID:189359941"/>
          <p:cNvSpPr txBox="1"/>
          <p:nvPr>
            <p:custDataLst>
              <p:tags r:id="rId1"/>
            </p:custDataLst>
          </p:nvPr>
        </p:nvSpPr>
        <p:spPr>
          <a:xfrm>
            <a:off x="557987" y="554591"/>
            <a:ext cx="4600135" cy="584775"/>
          </a:xfrm>
          <a:prstGeom prst="rect">
            <a:avLst/>
          </a:prstGeom>
          <a:noFill/>
        </p:spPr>
        <p:txBody>
          <a:bodyPr wrap="square" rtlCol="0">
            <a:spAutoFit/>
          </a:bodyPr>
          <a:lstStyle/>
          <a:p>
            <a:r>
              <a:rPr lang="zh-CN" altLang="en-US" sz="3200" dirty="0">
                <a:solidFill>
                  <a:schemeClr val="accent1"/>
                </a:solidFill>
                <a:latin typeface="+mj-ea"/>
                <a:ea typeface="+mj-ea"/>
                <a:cs typeface="思源黑体 CN Regular" panose="020B0500000000000000" charset="-122"/>
              </a:rPr>
              <a:t>总结与展望</a:t>
            </a:r>
          </a:p>
        </p:txBody>
      </p:sp>
      <p:sp>
        <p:nvSpPr>
          <p:cNvPr id="19" name="觅知网-不倒翁ID:189359941"/>
          <p:cNvSpPr/>
          <p:nvPr/>
        </p:nvSpPr>
        <p:spPr>
          <a:xfrm>
            <a:off x="672917" y="1144775"/>
            <a:ext cx="1754511" cy="1193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itchFamily="34" charset="-122"/>
              <a:ea typeface="微软雅黑" pitchFamily="34" charset="-122"/>
              <a:cs typeface="思源黑体 CN Regular" panose="020B0500000000000000" charset="-122"/>
            </a:endParaRPr>
          </a:p>
        </p:txBody>
      </p:sp>
      <p:cxnSp>
        <p:nvCxnSpPr>
          <p:cNvPr id="20" name="觅知网-不倒翁ID:189359941"/>
          <p:cNvCxnSpPr/>
          <p:nvPr/>
        </p:nvCxnSpPr>
        <p:spPr>
          <a:xfrm>
            <a:off x="2427425" y="1201832"/>
            <a:ext cx="9058800"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1558BB81-6B7F-5DC1-FC1D-D50D4E04F37E}"/>
              </a:ext>
            </a:extLst>
          </p:cNvPr>
          <p:cNvSpPr txBox="1"/>
          <p:nvPr/>
        </p:nvSpPr>
        <p:spPr>
          <a:xfrm>
            <a:off x="672268" y="2160438"/>
            <a:ext cx="10813308" cy="923330"/>
          </a:xfrm>
          <a:prstGeom prst="rect">
            <a:avLst/>
          </a:prstGeom>
          <a:noFill/>
        </p:spPr>
        <p:txBody>
          <a:bodyPr wrap="square" rtlCol="0">
            <a:spAutoFit/>
          </a:bodyPr>
          <a:lstStyle/>
          <a:p>
            <a:r>
              <a:rPr lang="zh-CN" altLang="en-US" dirty="0"/>
              <a:t>本文提出的基于对比学习的数据增强策略能够有效的提升模型的效果表现</a:t>
            </a:r>
            <a:endParaRPr lang="en-US" altLang="zh-CN" dirty="0"/>
          </a:p>
          <a:p>
            <a:endParaRPr lang="en-US" altLang="zh-CN" dirty="0"/>
          </a:p>
          <a:p>
            <a:r>
              <a:rPr lang="zh-CN" altLang="en-US" dirty="0"/>
              <a:t>高斯噪声在模拟自然误差等方面更加合理有效</a:t>
            </a:r>
          </a:p>
        </p:txBody>
      </p:sp>
      <p:sp>
        <p:nvSpPr>
          <p:cNvPr id="8" name="文本框 7">
            <a:extLst>
              <a:ext uri="{FF2B5EF4-FFF2-40B4-BE49-F238E27FC236}">
                <a16:creationId xmlns:a16="http://schemas.microsoft.com/office/drawing/2014/main" id="{89F94349-B3D2-3B0B-0A06-4C03B1DF5FC7}"/>
              </a:ext>
            </a:extLst>
          </p:cNvPr>
          <p:cNvSpPr txBox="1"/>
          <p:nvPr/>
        </p:nvSpPr>
        <p:spPr>
          <a:xfrm>
            <a:off x="672268" y="4235897"/>
            <a:ext cx="10813308" cy="1477328"/>
          </a:xfrm>
          <a:prstGeom prst="rect">
            <a:avLst/>
          </a:prstGeom>
          <a:noFill/>
        </p:spPr>
        <p:txBody>
          <a:bodyPr wrap="square" rtlCol="0">
            <a:spAutoFit/>
          </a:bodyPr>
          <a:lstStyle/>
          <a:p>
            <a:r>
              <a:rPr lang="zh-CN" altLang="en-US" dirty="0"/>
              <a:t>数据集的选取十分重要，</a:t>
            </a:r>
            <a:r>
              <a:rPr lang="en-US" altLang="zh-CN" dirty="0" err="1"/>
              <a:t>nuPlan</a:t>
            </a:r>
            <a:r>
              <a:rPr lang="zh-CN" altLang="en-US" dirty="0"/>
              <a:t>标准数据集上的实验更完整、可靠</a:t>
            </a:r>
            <a:endParaRPr lang="en-US" altLang="zh-CN" dirty="0"/>
          </a:p>
          <a:p>
            <a:endParaRPr lang="en-US" altLang="zh-CN" dirty="0"/>
          </a:p>
          <a:p>
            <a:r>
              <a:rPr lang="zh-CN" altLang="en-US" dirty="0"/>
              <a:t>噪声函数的参数的选取对模型的影响</a:t>
            </a:r>
            <a:endParaRPr lang="en-US" altLang="zh-CN" dirty="0"/>
          </a:p>
          <a:p>
            <a:endParaRPr lang="en-US" altLang="zh-CN" dirty="0"/>
          </a:p>
          <a:p>
            <a:r>
              <a:rPr lang="zh-CN" altLang="en-US" dirty="0"/>
              <a:t>考虑动力学因素，将输出由预测轨迹精细化到对车辆的控制命令</a:t>
            </a:r>
          </a:p>
        </p:txBody>
      </p:sp>
      <p:sp>
        <p:nvSpPr>
          <p:cNvPr id="9" name="文本框 8">
            <a:extLst>
              <a:ext uri="{FF2B5EF4-FFF2-40B4-BE49-F238E27FC236}">
                <a16:creationId xmlns:a16="http://schemas.microsoft.com/office/drawing/2014/main" id="{9AFB5532-4D16-379B-3D66-D2E0AFC887BD}"/>
              </a:ext>
            </a:extLst>
          </p:cNvPr>
          <p:cNvSpPr txBox="1"/>
          <p:nvPr/>
        </p:nvSpPr>
        <p:spPr>
          <a:xfrm>
            <a:off x="767408" y="3429000"/>
            <a:ext cx="3528392" cy="461665"/>
          </a:xfrm>
          <a:prstGeom prst="rect">
            <a:avLst/>
          </a:prstGeom>
          <a:noFill/>
        </p:spPr>
        <p:txBody>
          <a:bodyPr wrap="square" rtlCol="0">
            <a:spAutoFit/>
          </a:bodyPr>
          <a:lstStyle/>
          <a:p>
            <a:r>
              <a:rPr lang="zh-CN" altLang="en-US" sz="2400" dirty="0">
                <a:solidFill>
                  <a:srgbClr val="344778"/>
                </a:solidFill>
              </a:rPr>
              <a:t>未来展望</a:t>
            </a:r>
          </a:p>
        </p:txBody>
      </p:sp>
      <p:sp>
        <p:nvSpPr>
          <p:cNvPr id="10" name="文本框 9">
            <a:extLst>
              <a:ext uri="{FF2B5EF4-FFF2-40B4-BE49-F238E27FC236}">
                <a16:creationId xmlns:a16="http://schemas.microsoft.com/office/drawing/2014/main" id="{41A7AC5D-1D33-BDF1-6E49-3FC6FD911D4A}"/>
              </a:ext>
            </a:extLst>
          </p:cNvPr>
          <p:cNvSpPr txBox="1"/>
          <p:nvPr/>
        </p:nvSpPr>
        <p:spPr>
          <a:xfrm>
            <a:off x="672268" y="1484784"/>
            <a:ext cx="2327388" cy="461665"/>
          </a:xfrm>
          <a:prstGeom prst="rect">
            <a:avLst/>
          </a:prstGeom>
          <a:noFill/>
        </p:spPr>
        <p:txBody>
          <a:bodyPr wrap="square" rtlCol="0">
            <a:spAutoFit/>
          </a:bodyPr>
          <a:lstStyle/>
          <a:p>
            <a:r>
              <a:rPr lang="zh-CN" altLang="en-US" sz="2400" dirty="0">
                <a:solidFill>
                  <a:srgbClr val="344778"/>
                </a:solidFill>
              </a:rPr>
              <a:t>全文总结</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decel="100000" fill="hold" grpId="0" nodeType="withEffect">
                                  <p:stCondLst>
                                    <p:cond delay="0"/>
                                  </p:stCondLst>
                                  <p:iterate type="lt">
                                    <p:tmPct val="10000"/>
                                  </p:iterate>
                                  <p:childTnLst>
                                    <p:set>
                                      <p:cBhvr>
                                        <p:cTn id="6" dur="1" fill="hold">
                                          <p:stCondLst>
                                            <p:cond delay="0"/>
                                          </p:stCondLst>
                                        </p:cTn>
                                        <p:tgtEl>
                                          <p:spTgt spid="18"/>
                                        </p:tgtEl>
                                        <p:attrNameLst>
                                          <p:attrName>style.visibility</p:attrName>
                                        </p:attrNameLst>
                                      </p:cBhvr>
                                      <p:to>
                                        <p:strVal val="visible"/>
                                      </p:to>
                                    </p:set>
                                    <p:anim from="0" to="1" calcmode="lin" valueType="num">
                                      <p:cBhvr>
                                        <p:cTn id="7" dur="500" fill="hold">
                                          <p:stCondLst>
                                            <p:cond delay="0"/>
                                          </p:stCondLst>
                                        </p:cTn>
                                        <p:tgtEl>
                                          <p:spTgt spid="18"/>
                                        </p:tgtEl>
                                        <p:attrNameLst>
                                          <p:attrName>style.opacity</p:attrName>
                                        </p:attrNameLst>
                                      </p:cBhvr>
                                    </p:anim>
                                    <p:anim to="" calcmode="lin" valueType="num">
                                      <p:cBhvr>
                                        <p:cTn id="8" dur="500" fill="hold">
                                          <p:stCondLst>
                                            <p:cond delay="0"/>
                                          </p:stCondLst>
                                        </p:cTn>
                                        <p:tgtEl>
                                          <p:spTgt spid="18"/>
                                        </p:tgtEl>
                                        <p:attrNameLst>
                                          <p:attrName>ppt_y</p:attrName>
                                        </p:attrNameLst>
                                      </p:cBhvr>
                                      <p:tavLst>
                                        <p:tav tm="0" fmla="$">
                                          <p:val>
                                            <p:strVal val="#ppt_y+.05"/>
                                          </p:val>
                                        </p:tav>
                                        <p:tav tm="100000" fmla="$">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DYxMmJlZDU2ZGMzN2IyZjY5N2I5YzcxNzkxZDc3MzgifQ=="/>
</p:tagLst>
</file>

<file path=ppt/tags/tag2.xml><?xml version="1.0" encoding="utf-8"?>
<p:tagLst xmlns:a="http://schemas.openxmlformats.org/drawingml/2006/main" xmlns:r="http://schemas.openxmlformats.org/officeDocument/2006/relationships" xmlns:p="http://schemas.openxmlformats.org/presentationml/2006/main">
  <p:tag name="ESE00001" val="{&quot;index&quot;:1,&quot;name&quot;:null,&quot;color&quot;:0,&quot;uid&quot;:1,&quot;displayname&quot;:&quot;组 14&quot;,&quot;abstypecode&quot;:0,&quot;spid&quot;:15,&quot;nativeid&quot;:10,&quot;isexit&quot;:0,&quot;bhvcode&quot;:&quot;spp&quot;,&quot;oindex&quot;:1,&quot;autoReverse&quot;:false,&quot;isClickTriggered&quot;:false,&quot;rangedatastart&quot;:0.0,&quot;rangedataend&quot;:0.5}"/>
  <p:tag name="ESO0001500324" val="OLDID"/>
</p:tagLst>
</file>

<file path=ppt/tags/tag3.xml><?xml version="1.0" encoding="utf-8"?>
<p:tagLst xmlns:a="http://schemas.openxmlformats.org/drawingml/2006/main" xmlns:r="http://schemas.openxmlformats.org/officeDocument/2006/relationships" xmlns:p="http://schemas.openxmlformats.org/presentationml/2006/main">
  <p:tag name="ESO0000500324" val="OLDID"/>
  <p:tag name="ESE00008" val="{&quot;index&quot;:8,&quot;name&quot;:null,&quot;color&quot;:0,&quot;uid&quot;:8,&quot;displayname&quot;:&quot;毕业论文答辩通用PPT模板&quot;,&quot;abstypecode&quot;:0,&quot;spid&quot;:5,&quot;nativeid&quot;:10,&quot;isexit&quot;:0,&quot;bhvcode&quot;:&quot;sppp&quot;,&quot;oindex&quot;:8,&quot;autoReverse&quot;:false,&quot;isClickTriggered&quot;:false,&quot;rangedatastart&quot;:0.5,&quot;rangedataend&quot;:1.25}"/>
</p:tagLst>
</file>

<file path=ppt/tags/tag4.xml><?xml version="1.0" encoding="utf-8"?>
<p:tagLst xmlns:a="http://schemas.openxmlformats.org/drawingml/2006/main" xmlns:r="http://schemas.openxmlformats.org/officeDocument/2006/relationships" xmlns:p="http://schemas.openxmlformats.org/presentationml/2006/main">
  <p:tag name="ESE00001" val="{&quot;index&quot;:1,&quot;name&quot;:null,&quot;color&quot;:0,&quot;uid&quot;:1,&quot;displayname&quot;:&quot;组 14&quot;,&quot;abstypecode&quot;:0,&quot;spid&quot;:15,&quot;nativeid&quot;:10,&quot;isexit&quot;:0,&quot;bhvcode&quot;:&quot;spp&quot;,&quot;oindex&quot;:1,&quot;autoReverse&quot;:false,&quot;isClickTriggered&quot;:false,&quot;rangedatastart&quot;:0.0,&quot;rangedataend&quot;:0.5}"/>
  <p:tag name="ESO0001500326" val="OLDID"/>
</p:tagLst>
</file>

<file path=ppt/tags/tag5.xml><?xml version="1.0" encoding="utf-8"?>
<p:tagLst xmlns:a="http://schemas.openxmlformats.org/drawingml/2006/main" xmlns:r="http://schemas.openxmlformats.org/officeDocument/2006/relationships" xmlns:p="http://schemas.openxmlformats.org/presentationml/2006/main">
  <p:tag name="ESE00006" val="{&quot;index&quot;:6,&quot;name&quot;:null,&quot;color&quot;:0,&quot;uid&quot;:6,&quot;displayname&quot;:&quot;Freeform 5&quot;,&quot;abstypecode&quot;:0,&quot;spid&quot;:25,&quot;nativeid&quot;:10,&quot;isexit&quot;:0,&quot;bhvcode&quot;:&quot;sppp&quot;,&quot;oindex&quot;:6,&quot;autoReverse&quot;:false,&quot;isClickTriggered&quot;:false,&quot;rangedatastart&quot;:0.5,&quot;rangedataend&quot;:1.0}"/>
  <p:tag name="ESO0002500326" val="OLDID"/>
</p:tagLst>
</file>

<file path=ppt/tags/tag6.xml><?xml version="1.0" encoding="utf-8"?>
<p:tagLst xmlns:a="http://schemas.openxmlformats.org/drawingml/2006/main" xmlns:r="http://schemas.openxmlformats.org/officeDocument/2006/relationships" xmlns:p="http://schemas.openxmlformats.org/presentationml/2006/main">
  <p:tag name="ESE00002" val="{&quot;index&quot;:2,&quot;name&quot;:null,&quot;color&quot;:0,&quot;uid&quot;:2,&quot;displayname&quot;:&quot;Oval 5&quot;,&quot;abstypecode&quot;:0,&quot;spid&quot;:46,&quot;nativeid&quot;:10,&quot;isexit&quot;:0,&quot;bhvcode&quot;:&quot;sppp&quot;,&quot;oindex&quot;:2,&quot;autoReverse&quot;:false,&quot;isClickTriggered&quot;:false,&quot;rangedatastart&quot;:0.25,&quot;rangedataend&quot;:1.0}"/>
  <p:tag name="ESO0004600326" val="OLDID"/>
</p:tagLst>
</file>

<file path=ppt/tags/tag7.xml><?xml version="1.0" encoding="utf-8"?>
<p:tagLst xmlns:a="http://schemas.openxmlformats.org/drawingml/2006/main" xmlns:r="http://schemas.openxmlformats.org/officeDocument/2006/relationships" xmlns:p="http://schemas.openxmlformats.org/presentationml/2006/main">
  <p:tag name="ESE00003" val="{&quot;index&quot;:3,&quot;name&quot;:null,&quot;color&quot;:0,&quot;uid&quot;:3,&quot;displayname&quot;:&quot;Oval 5&quot;,&quot;abstypecode&quot;:0,&quot;spid&quot;:47,&quot;nativeid&quot;:10,&quot;isexit&quot;:0,&quot;bhvcode&quot;:&quot;sppp&quot;,&quot;oindex&quot;:3,&quot;autoReverse&quot;:false,&quot;isClickTriggered&quot;:false,&quot;rangedatastart&quot;:0.25,&quot;rangedataend&quot;:1.0}"/>
  <p:tag name="ESO0004700326" val="OLDID"/>
</p:tagLst>
</file>

<file path=ppt/tags/tag8.xml><?xml version="1.0" encoding="utf-8"?>
<p:tagLst xmlns:a="http://schemas.openxmlformats.org/drawingml/2006/main" xmlns:r="http://schemas.openxmlformats.org/officeDocument/2006/relationships" xmlns:p="http://schemas.openxmlformats.org/presentationml/2006/main">
  <p:tag name="ESE00004" val="{&quot;index&quot;:4,&quot;name&quot;:null,&quot;color&quot;:0,&quot;uid&quot;:4,&quot;displayname&quot;:&quot;目录&quot;,&quot;abstypecode&quot;:0,&quot;spid&quot;:48,&quot;nativeid&quot;:10,&quot;isexit&quot;:0,&quot;bhvcode&quot;:&quot;sppp&quot;,&quot;oindex&quot;:4,&quot;autoReverse&quot;:false,&quot;isClickTriggered&quot;:false,&quot;rangedatastart&quot;:0.25,&quot;rangedataend&quot;:1.0}"/>
  <p:tag name="ESO0004800326" val="OLDID"/>
</p:tagLst>
</file>

<file path=ppt/tags/tag9.xml><?xml version="1.0" encoding="utf-8"?>
<p:tagLst xmlns:a="http://schemas.openxmlformats.org/drawingml/2006/main" xmlns:r="http://schemas.openxmlformats.org/officeDocument/2006/relationships" xmlns:p="http://schemas.openxmlformats.org/presentationml/2006/main">
  <p:tag name="ESE00005" val="{&quot;index&quot;:5,&quot;name&quot;:null,&quot;color&quot;:0,&quot;uid&quot;:5,&quot;displayname&quot;:&quot;CONTENTS&quot;,&quot;abstypecode&quot;:0,&quot;spid&quot;:49,&quot;nativeid&quot;:10,&quot;isexit&quot;:0,&quot;bhvcode&quot;:&quot;sppp&quot;,&quot;oindex&quot;:5,&quot;autoReverse&quot;:false,&quot;isClickTriggered&quot;:false,&quot;rangedatastart&quot;:0.25,&quot;rangedataend&quot;:1.0}"/>
  <p:tag name="ESO0004900326" val="OLDID"/>
</p:tagLst>
</file>

<file path=ppt/tags/tag10.xml><?xml version="1.0" encoding="utf-8"?>
<p:tagLst xmlns:a="http://schemas.openxmlformats.org/drawingml/2006/main" xmlns:r="http://schemas.openxmlformats.org/officeDocument/2006/relationships" xmlns:p="http://schemas.openxmlformats.org/presentationml/2006/main">
  <p:tag name="ESE00001" val="{&quot;index&quot;:1,&quot;name&quot;:null,&quot;color&quot;:0,&quot;uid&quot;:1,&quot;displayname&quot;:&quot;组 14&quot;,&quot;abstypecode&quot;:0,&quot;spid&quot;:15,&quot;nativeid&quot;:10,&quot;isexit&quot;:0,&quot;bhvcode&quot;:&quot;spp&quot;,&quot;oindex&quot;:1,&quot;autoReverse&quot;:false,&quot;isClickTriggered&quot;:false,&quot;rangedatastart&quot;:0.0,&quot;rangedataend&quot;:0.5}"/>
  <p:tag name="ESO0001500328" val="OLDID"/>
</p:tagLst>
</file>

<file path=ppt/tags/tag11.xml><?xml version="1.0" encoding="utf-8"?>
<p:tagLst xmlns:a="http://schemas.openxmlformats.org/drawingml/2006/main" xmlns:r="http://schemas.openxmlformats.org/officeDocument/2006/relationships" xmlns:p="http://schemas.openxmlformats.org/presentationml/2006/main">
  <p:tag name="ESO0000800328" val="OLDID"/>
  <p:tag name="ESE00002" val="{&quot;index&quot;:2,&quot;name&quot;:null,&quot;color&quot;:0,&quot;uid&quot;:2,&quot;displayname&quot;:&quot;独爱礼坊7&quot;,&quot;abstypecode&quot;:0,&quot;spid&quot;:8,&quot;nativeid&quot;:10,&quot;isexit&quot;:0,&quot;bhvcode&quot;:&quot;sppp&quot;,&quot;oindex&quot;:2,&quot;autoReverse&quot;:false,&quot;isClickTriggered&quot;:false,&quot;rangedatastart&quot;:0.25,&quot;rangedataend&quot;:0.75}"/>
</p:tagLst>
</file>

<file path=ppt/tags/tag12.xml><?xml version="1.0" encoding="utf-8"?>
<p:tagLst xmlns:a="http://schemas.openxmlformats.org/drawingml/2006/main" xmlns:r="http://schemas.openxmlformats.org/officeDocument/2006/relationships" xmlns:p="http://schemas.openxmlformats.org/presentationml/2006/main">
  <p:tag name="ESO0001100328" val="OLDID"/>
  <p:tag name="ESE00003" val="{&quot;index&quot;:3,&quot;name&quot;:null,&quot;color&quot;:0,&quot;uid&quot;:3,&quot;displayname&quot;:&quot;选题背景与意义&quot;,&quot;abstypecode&quot;:0,&quot;spid&quot;:11,&quot;nativeid&quot;:10,&quot;isexit&quot;:0,&quot;bhvcode&quot;:&quot;sppp&quot;,&quot;oindex&quot;:3,&quot;autoReverse&quot;:false,&quot;isClickTriggered&quot;:false,&quot;rangedatastart&quot;:0.25,&quot;rangedataend&quot;:1.0}"/>
</p:tagLst>
</file>

<file path=ppt/tags/tag13.xml><?xml version="1.0" encoding="utf-8"?>
<p:tagLst xmlns:a="http://schemas.openxmlformats.org/drawingml/2006/main" xmlns:r="http://schemas.openxmlformats.org/officeDocument/2006/relationships" xmlns:p="http://schemas.openxmlformats.org/presentationml/2006/main">
  <p:tag name="ESE00004" val="{&quot;index&quot;:4,&quot;name&quot;:null,&quot;color&quot;:0,&quot;uid&quot;:4,&quot;displayname&quot;:&quot;连接符 17&quot;,&quot;abstypecode&quot;:0,&quot;spid&quot;:18,&quot;nativeid&quot;:0,&quot;isexit&quot;:0,&quot;bhvcode&quot;:&quot;spp&quot;,&quot;oindex&quot;:4,&quot;autoReverse&quot;:false,&quot;isClickTriggered&quot;:false,&quot;rangedatastart&quot;:0.75,&quot;rangedataend&quot;:1.25}"/>
  <p:tag name="ESO0001800328" val="OLDID"/>
</p:tagLst>
</file>

<file path=ppt/tags/tag14.xml><?xml version="1.0" encoding="utf-8"?>
<p:tagLst xmlns:a="http://schemas.openxmlformats.org/drawingml/2006/main" xmlns:r="http://schemas.openxmlformats.org/officeDocument/2006/relationships" xmlns:p="http://schemas.openxmlformats.org/presentationml/2006/main">
  <p:tag name="ESE00010" val="{&quot;index&quot;:10,&quot;name&quot;:null,&quot;color&quot;:0,&quot;uid&quot;:10,&quot;displayname&quot;:&quot;选题背景与意义&quot;,&quot;abstypecode&quot;:0,&quot;spid&quot;:18,&quot;nativeid&quot;:10,&quot;isexit&quot;:0,&quot;bhvcode&quot;:&quot;spp&quot;,&quot;oindex&quot;:10,&quot;autoReverse&quot;:false,&quot;isClickTriggered&quot;:false,&quot;rangedatastart&quot;:0.0,&quot;rangedataend&quot;:0.5}"/>
  <p:tag name="ESO0001800336" val="OLDID"/>
</p:tagLst>
</file>

<file path=ppt/tags/tag15.xml><?xml version="1.0" encoding="utf-8"?>
<p:tagLst xmlns:a="http://schemas.openxmlformats.org/drawingml/2006/main" xmlns:r="http://schemas.openxmlformats.org/officeDocument/2006/relationships" xmlns:p="http://schemas.openxmlformats.org/presentationml/2006/main">
  <p:tag name="ESE00002" val="{&quot;index&quot;:2,&quot;name&quot;:null,&quot;color&quot;:0,&quot;uid&quot;:2,&quot;displayname&quot;:&quot;请添加小标题&quot;,&quot;abstypecode&quot;:0,&quot;spid&quot;:2,&quot;nativeid&quot;:10,&quot;isexit&quot;:0,&quot;bhvcode&quot;:&quot;spp&quot;,&quot;oindex&quot;:2,&quot;autoReverse&quot;:false,&quot;isClickTriggered&quot;:false,&quot;rangedatastart&quot;:0.0,&quot;rangedataend&quot;:0.5}"/>
  <p:tag name="ESO0000200262" val="OLDID"/>
  <p:tag name="ESE00001" val="{&quot;index&quot;:1,&quot;name&quot;:null,&quot;color&quot;:0,&quot;uid&quot;:1,&quot;displayname&quot;:&quot;请添加小标题&quot;,&quot;abstypecode&quot;:0,&quot;spid&quot;:2,&quot;nativeid&quot;:10,&quot;isexit&quot;:0,&quot;bhvcode&quot;:&quot;spp&quot;,&quot;oindex&quot;:1,&quot;autoReverse&quot;:false,&quot;isClickTriggered&quot;:false,&quot;rangedatastart&quot;:0.0,&quot;rangedataend&quot;:0.5}"/>
  <p:tag name="ESO0000200336" val="OLDID"/>
</p:tagLst>
</file>

<file path=ppt/tags/tag16.xml><?xml version="1.0" encoding="utf-8"?>
<p:tagLst xmlns:a="http://schemas.openxmlformats.org/drawingml/2006/main" xmlns:r="http://schemas.openxmlformats.org/officeDocument/2006/relationships" xmlns:p="http://schemas.openxmlformats.org/presentationml/2006/main">
  <p:tag name="ESE00003" val="{&quot;index&quot;:3,&quot;name&quot;:null,&quot;color&quot;:0,&quot;uid&quot;:3,&quot;displayname&quot;:&quot;单击此处输入你的正文,文字是您思想的提炼,为了最终演示发布的良好效果,请尽量言简意赅的阐述观点；根据需要可酌情增减文字,以便观者可以准确理解您所传达的信息。&quot;,&quot;abstypecode&quot;:0,&quot;spid&quot;:3,&quot;nativeid&quot;:10,&quot;isexit&quot;:0,&quot;bhvcode&quot;:&quot;spp&quot;,&quot;oindex&quot;:3,&quot;autoReverse&quot;:false,&quot;isClickTriggered&quot;:false,&quot;rangedatastart&quot;:0.0,&quot;rangedataend&quot;:0.5}"/>
  <p:tag name="ESO0000300262" val="OLDID"/>
  <p:tag name="ESE00002" val="{&quot;index&quot;:2,&quot;name&quot;:null,&quot;color&quot;:0,&quot;uid&quot;:2,&quot;displayname&quot;:&quot;单击此处输入你的正文,文字是您思想的提炼,为了最终演示发布的良好效果,请尽量言简意赅的阐述观点；根据需要可酌情增减文字,以便观者可以准确理解您所传达的信息。&quot;,&quot;abstypecode&quot;:0,&quot;spid&quot;:3,&quot;nativeid&quot;:10,&quot;isexit&quot;:0,&quot;bhvcode&quot;:&quot;spp&quot;,&quot;oindex&quot;:2,&quot;autoReverse&quot;:false,&quot;isClickTriggered&quot;:false,&quot;rangedatastart&quot;:0.0,&quot;rangedataend&quot;:0.5}"/>
  <p:tag name="ESO0000300336" val="OLDID"/>
</p:tagLst>
</file>

<file path=ppt/tags/tag17.xml><?xml version="1.0" encoding="utf-8"?>
<p:tagLst xmlns:a="http://schemas.openxmlformats.org/drawingml/2006/main" xmlns:r="http://schemas.openxmlformats.org/officeDocument/2006/relationships" xmlns:p="http://schemas.openxmlformats.org/presentationml/2006/main">
  <p:tag name="ESE00004" val="{&quot;index&quot;:4,&quot;name&quot;:null,&quot;color&quot;:0,&quot;uid&quot;:4,&quot;displayname&quot;:&quot;15&quot;,&quot;abstypecode&quot;:0,&quot;spid&quot;:5,&quot;nativeid&quot;:10,&quot;isexit&quot;:0,&quot;bhvcode&quot;:&quot;spp&quot;,&quot;oindex&quot;:4,&quot;autoReverse&quot;:false,&quot;isClickTriggered&quot;:false,&quot;rangedatastart&quot;:0.0,&quot;rangedataend&quot;:0.5}"/>
  <p:tag name="ESO0000500262" val="OLDID"/>
  <p:tag name="ESE00003" val="{&quot;index&quot;:3,&quot;name&quot;:null,&quot;color&quot;:0,&quot;uid&quot;:3,&quot;displayname&quot;:&quot;15&quot;,&quot;abstypecode&quot;:0,&quot;spid&quot;:5,&quot;nativeid&quot;:10,&quot;isexit&quot;:0,&quot;bhvcode&quot;:&quot;spp&quot;,&quot;oindex&quot;:3,&quot;autoReverse&quot;:false,&quot;isClickTriggered&quot;:false,&quot;rangedatastart&quot;:0.0,&quot;rangedataend&quot;:0.5}"/>
  <p:tag name="ESO0000500336" val="OLDID"/>
</p:tagLst>
</file>

<file path=ppt/tags/tag18.xml><?xml version="1.0" encoding="utf-8"?>
<p:tagLst xmlns:a="http://schemas.openxmlformats.org/drawingml/2006/main" xmlns:r="http://schemas.openxmlformats.org/officeDocument/2006/relationships" xmlns:p="http://schemas.openxmlformats.org/presentationml/2006/main">
  <p:tag name="ESE00006" val="{&quot;index&quot;:6,&quot;name&quot;:null,&quot;color&quot;:0,&quot;uid&quot;:6,&quot;displayname&quot;:&quot;组 6&quot;,&quot;abstypecode&quot;:0,&quot;spid&quot;:7,&quot;nativeid&quot;:10,&quot;isexit&quot;:0,&quot;bhvcode&quot;:&quot;spp&quot;,&quot;oindex&quot;:6,&quot;autoReverse&quot;:false,&quot;isClickTriggered&quot;:false,&quot;rangedatastart&quot;:0.0,&quot;rangedataend&quot;:0.5}"/>
  <p:tag name="ESO0000700262" val="OLDID"/>
  <p:tag name="ESE00005" val="{&quot;index&quot;:5,&quot;name&quot;:null,&quot;color&quot;:0,&quot;uid&quot;:5,&quot;displayname&quot;:&quot;组 6&quot;,&quot;abstypecode&quot;:0,&quot;spid&quot;:7,&quot;nativeid&quot;:10,&quot;isexit&quot;:0,&quot;bhvcode&quot;:&quot;spp&quot;,&quot;oindex&quot;:5,&quot;autoReverse&quot;:false,&quot;isClickTriggered&quot;:false,&quot;rangedatastart&quot;:0.0,&quot;rangedataend&quot;:0.5}"/>
  <p:tag name="ESE00004" val="{&quot;index&quot;:4,&quot;name&quot;:null,&quot;color&quot;:0,&quot;uid&quot;:4,&quot;displayname&quot;:&quot;组 5&quot;,&quot;abstypecode&quot;:0,&quot;spid&quot;:6,&quot;nativeid&quot;:10,&quot;isexit&quot;:0,&quot;bhvcode&quot;:&quot;spp&quot;,&quot;oindex&quot;:4,&quot;autoReverse&quot;:false,&quot;isClickTriggered&quot;:false,&quot;rangedatastart&quot;:0.0,&quot;rangedataend&quot;:0.5}"/>
  <p:tag name="ESO0000600336" val="OLDID"/>
</p:tagLst>
</file>

<file path=ppt/tags/tag19.xml><?xml version="1.0" encoding="utf-8"?>
<p:tagLst xmlns:a="http://schemas.openxmlformats.org/drawingml/2006/main" xmlns:r="http://schemas.openxmlformats.org/officeDocument/2006/relationships" xmlns:p="http://schemas.openxmlformats.org/presentationml/2006/main">
  <p:tag name="ESE00007" val="{&quot;index&quot;:7,&quot;name&quot;:null,&quot;color&quot;:0,&quot;uid&quot;:7,&quot;displayname&quot;:&quot;15&quot;,&quot;abstypecode&quot;:0,&quot;spid&quot;:8,&quot;nativeid&quot;:10,&quot;isexit&quot;:0,&quot;bhvcode&quot;:&quot;spp&quot;,&quot;oindex&quot;:7,&quot;autoReverse&quot;:false,&quot;isClickTriggered&quot;:false,&quot;rangedatastart&quot;:0.0,&quot;rangedataend&quot;:0.5}"/>
  <p:tag name="ESO0000800262" val="OLDID"/>
  <p:tag name="ESE00006" val="{&quot;index&quot;:6,&quot;name&quot;:null,&quot;color&quot;:0,&quot;uid&quot;:6,&quot;displayname&quot;:&quot;15&quot;,&quot;abstypecode&quot;:0,&quot;spid&quot;:8,&quot;nativeid&quot;:10,&quot;isexit&quot;:0,&quot;bhvcode&quot;:&quot;spp&quot;,&quot;oindex&quot;:6,&quot;autoReverse&quot;:false,&quot;isClickTriggered&quot;:false,&quot;rangedatastart&quot;:0.0,&quot;rangedataend&quot;:0.5}"/>
  <p:tag name="ESE00005" val="{&quot;index&quot;:5,&quot;name&quot;:null,&quot;color&quot;:0,&quot;uid&quot;:5,&quot;displayname&quot;:&quot;15&quot;,&quot;abstypecode&quot;:0,&quot;spid&quot;:9,&quot;nativeid&quot;:10,&quot;isexit&quot;:0,&quot;bhvcode&quot;:&quot;spp&quot;,&quot;oindex&quot;:5,&quot;autoReverse&quot;:false,&quot;isClickTriggered&quot;:false,&quot;rangedatastart&quot;:0.0,&quot;rangedataend&quot;:0.5}"/>
  <p:tag name="ESO0000900336" val="OLDID"/>
</p:tagLst>
</file>

<file path=ppt/tags/tag20.xml><?xml version="1.0" encoding="utf-8"?>
<p:tagLst xmlns:a="http://schemas.openxmlformats.org/drawingml/2006/main" xmlns:r="http://schemas.openxmlformats.org/officeDocument/2006/relationships" xmlns:p="http://schemas.openxmlformats.org/presentationml/2006/main">
  <p:tag name="ESE00009" val="{&quot;index&quot;:9,&quot;name&quot;:null,&quot;color&quot;:0,&quot;uid&quot;:9,&quot;displayname&quot;:&quot;组 9&quot;,&quot;abstypecode&quot;:0,&quot;spid&quot;:10,&quot;nativeid&quot;:10,&quot;isexit&quot;:0,&quot;bhvcode&quot;:&quot;spp&quot;,&quot;oindex&quot;:9,&quot;autoReverse&quot;:false,&quot;isClickTriggered&quot;:false,&quot;rangedatastart&quot;:0.0,&quot;rangedataend&quot;:0.5}"/>
  <p:tag name="ESO0001000262" val="OLDID"/>
  <p:tag name="ESE00007" val="{&quot;index&quot;:7,&quot;name&quot;:null,&quot;color&quot;:0,&quot;uid&quot;:7,&quot;displayname&quot;:&quot;组 9&quot;,&quot;abstypecode&quot;:0,&quot;spid&quot;:10,&quot;nativeid&quot;:10,&quot;isexit&quot;:0,&quot;bhvcode&quot;:&quot;spp&quot;,&quot;oindex&quot;:7,&quot;autoReverse&quot;:false,&quot;isClickTriggered&quot;:false,&quot;rangedatastart&quot;:0.0,&quot;rangedataend&quot;:0.5}"/>
  <p:tag name="ESE00006" val="{&quot;index&quot;:6,&quot;name&quot;:null,&quot;color&quot;:0,&quot;uid&quot;:6,&quot;displayname&quot;:&quot;组 9&quot;,&quot;abstypecode&quot;:0,&quot;spid&quot;:10,&quot;nativeid&quot;:10,&quot;isexit&quot;:0,&quot;bhvcode&quot;:&quot;spp&quot;,&quot;oindex&quot;:6,&quot;autoReverse&quot;:false,&quot;isClickTriggered&quot;:false,&quot;rangedatastart&quot;:0.0,&quot;rangedataend&quot;:0.5}"/>
  <p:tag name="ESO0001000336" val="OLDID"/>
</p:tagLst>
</file>

<file path=ppt/tags/tag21.xml><?xml version="1.0" encoding="utf-8"?>
<p:tagLst xmlns:a="http://schemas.openxmlformats.org/drawingml/2006/main" xmlns:r="http://schemas.openxmlformats.org/officeDocument/2006/relationships" xmlns:p="http://schemas.openxmlformats.org/presentationml/2006/main">
  <p:tag name="ESE00008" val="{&quot;index&quot;:8,&quot;name&quot;:null,&quot;color&quot;:0,&quot;uid&quot;:8,&quot;displayname&quot;:&quot;组 14&quot;,&quot;abstypecode&quot;:0,&quot;spid&quot;:15,&quot;nativeid&quot;:10,&quot;isexit&quot;:0,&quot;bhvcode&quot;:&quot;spp&quot;,&quot;oindex&quot;:8,&quot;autoReverse&quot;:false,&quot;isClickTriggered&quot;:false,&quot;rangedatastart&quot;:0.0,&quot;rangedataend&quot;:0.5}"/>
  <p:tag name="ESO0001500262" val="OLDID"/>
  <p:tag name="ESE00007" val="{&quot;index&quot;:7,&quot;name&quot;:null,&quot;color&quot;:0,&quot;uid&quot;:7,&quot;displayname&quot;:&quot;组 12&quot;,&quot;abstypecode&quot;:0,&quot;spid&quot;:13,&quot;nativeid&quot;:10,&quot;isexit&quot;:0,&quot;bhvcode&quot;:&quot;spp&quot;,&quot;oindex&quot;:7,&quot;autoReverse&quot;:false,&quot;isClickTriggered&quot;:false,&quot;rangedatastart&quot;:0.0,&quot;rangedataend&quot;:0.5}"/>
  <p:tag name="ESO0001300336" val="OLDID"/>
</p:tagLst>
</file>

<file path=ppt/tags/tag22.xml><?xml version="1.0" encoding="utf-8"?>
<p:tagLst xmlns:a="http://schemas.openxmlformats.org/drawingml/2006/main" xmlns:r="http://schemas.openxmlformats.org/officeDocument/2006/relationships" xmlns:p="http://schemas.openxmlformats.org/presentationml/2006/main">
  <p:tag name="ESE00009" val="{&quot;index&quot;:9,&quot;name&quot;:null,&quot;color&quot;:0,&quot;uid&quot;:9,&quot;displayname&quot;:&quot;pie-graphic-symbol-for-business-stats_44639&quot;,&quot;abstypecode&quot;:0,&quot;spid&quot;:21,&quot;nativeid&quot;:10,&quot;isexit&quot;:0,&quot;bhvcode&quot;:&quot;spp&quot;,&quot;oindex&quot;:9,&quot;autoReverse&quot;:false,&quot;isClickTriggered&quot;:false,&quot;rangedatastart&quot;:0.0,&quot;rangedataend&quot;:0.5}"/>
  <p:tag name="ESO0002100262" val="OLDID"/>
  <p:tag name="ESE00008" val="{&quot;index&quot;:8,&quot;name&quot;:null,&quot;color&quot;:0,&quot;uid&quot;:8,&quot;displayname&quot;:&quot;pie-graphic-symbol-for-business-stats_44639&quot;,&quot;abstypecode&quot;:0,&quot;spid&quot;:26,&quot;nativeid&quot;:10,&quot;isexit&quot;:0,&quot;bhvcode&quot;:&quot;spp&quot;,&quot;oindex&quot;:8,&quot;autoReverse&quot;:false,&quot;isClickTriggered&quot;:false,&quot;rangedatastart&quot;:0.0,&quot;rangedataend&quot;:0.5}"/>
  <p:tag name="ESO0002600336" val="OLDID"/>
</p:tagLst>
</file>

<file path=ppt/tags/tag23.xml><?xml version="1.0" encoding="utf-8"?>
<p:tagLst xmlns:a="http://schemas.openxmlformats.org/drawingml/2006/main" xmlns:r="http://schemas.openxmlformats.org/officeDocument/2006/relationships" xmlns:p="http://schemas.openxmlformats.org/presentationml/2006/main">
  <p:tag name="ESE00008" val="{&quot;index&quot;:8,&quot;name&quot;:null,&quot;color&quot;:0,&quot;uid&quot;:8,&quot;displayname&quot;:&quot;选题背景与意义&quot;,&quot;abstypecode&quot;:0,&quot;spid&quot;:18,&quot;nativeid&quot;:10,&quot;isexit&quot;:0,&quot;bhvcode&quot;:&quot;spp&quot;,&quot;oindex&quot;:8,&quot;autoReverse&quot;:false,&quot;isClickTriggered&quot;:false,&quot;rangedatastart&quot;:0.0,&quot;rangedataend&quot;:0.5}"/>
  <p:tag name="ESO0001800349" val="OLDID"/>
</p:tagLst>
</file>

<file path=ppt/tags/tag24.xml><?xml version="1.0" encoding="utf-8"?>
<p:tagLst xmlns:a="http://schemas.openxmlformats.org/drawingml/2006/main" xmlns:r="http://schemas.openxmlformats.org/officeDocument/2006/relationships" xmlns:p="http://schemas.openxmlformats.org/presentationml/2006/main">
  <p:tag name="ESE00005" val="{&quot;index&quot;:5,&quot;name&quot;:null,&quot;color&quot;:0,&quot;uid&quot;:5,&quot;displayname&quot;:&quot;组 1&quot;,&quot;abstypecode&quot;:0,&quot;spid&quot;:2,&quot;nativeid&quot;:0,&quot;isexit&quot;:0,&quot;bhvcode&quot;:&quot;spp&quot;,&quot;oindex&quot;:1,&quot;autoReverse&quot;:false,&quot;isClickTriggered&quot;:false,&quot;rangedatastart&quot;:0.0,&quot;rangedataend&quot;:0.5}"/>
  <p:tag name="ESO0000200349" val="OLDID"/>
</p:tagLst>
</file>

<file path=ppt/tags/tag25.xml><?xml version="1.0" encoding="utf-8"?>
<p:tagLst xmlns:a="http://schemas.openxmlformats.org/drawingml/2006/main" xmlns:r="http://schemas.openxmlformats.org/officeDocument/2006/relationships" xmlns:p="http://schemas.openxmlformats.org/presentationml/2006/main">
  <p:tag name="ESE00006" val="{&quot;index&quot;:6,&quot;name&quot;:null,&quot;color&quot;:0,&quot;uid&quot;:6,&quot;displayname&quot;:&quot;组 11&quot;,&quot;abstypecode&quot;:0,&quot;spid&quot;:12,&quot;nativeid&quot;:0,&quot;isexit&quot;:0,&quot;bhvcode&quot;:&quot;spp&quot;,&quot;oindex&quot;:2,&quot;autoReverse&quot;:false,&quot;isClickTriggered&quot;:false,&quot;rangedatastart&quot;:0.25,&quot;rangedataend&quot;:0.75}"/>
  <p:tag name="ESO0001200349" val="OLDID"/>
</p:tagLst>
</file>

<file path=ppt/tags/tag26.xml><?xml version="1.0" encoding="utf-8"?>
<p:tagLst xmlns:a="http://schemas.openxmlformats.org/drawingml/2006/main" xmlns:r="http://schemas.openxmlformats.org/officeDocument/2006/relationships" xmlns:p="http://schemas.openxmlformats.org/presentationml/2006/main">
  <p:tag name="ESE00007" val="{&quot;index&quot;:7,&quot;name&quot;:null,&quot;color&quot;:0,&quot;uid&quot;:7,&quot;displayname&quot;:&quot;组 28&quot;,&quot;abstypecode&quot;:0,&quot;spid&quot;:29,&quot;nativeid&quot;:0,&quot;isexit&quot;:0,&quot;bhvcode&quot;:&quot;spp&quot;,&quot;oindex&quot;:3,&quot;autoReverse&quot;:false,&quot;isClickTriggered&quot;:false,&quot;rangedatastart&quot;:0.5,&quot;rangedataend&quot;:1.0}"/>
  <p:tag name="ESO0002900349" val="OLDID"/>
</p:tagLst>
</file>

<file path=ppt/tags/tag27.xml><?xml version="1.0" encoding="utf-8"?>
<p:tagLst xmlns:a="http://schemas.openxmlformats.org/drawingml/2006/main" xmlns:r="http://schemas.openxmlformats.org/officeDocument/2006/relationships" xmlns:p="http://schemas.openxmlformats.org/presentationml/2006/main">
  <p:tag name="ESE00010" val="{&quot;index&quot;:10,&quot;name&quot;:null,&quot;color&quot;:0,&quot;uid&quot;:10,&quot;displayname&quot;:&quot;Freeform 141&quot;,&quot;abstypecode&quot;:0,&quot;spid&quot;:2,&quot;nativeid&quot;:10,&quot;isexit&quot;:0,&quot;bhvcode&quot;:&quot;spp&quot;,&quot;oindex&quot;:10,&quot;autoReverse&quot;:false,&quot;isClickTriggered&quot;:false,&quot;rangedatastart&quot;:0.0,&quot;rangedataend&quot;:0.5}"/>
  <p:tag name="ESO0000200484" val="OLDID"/>
  <p:tag name="ESE00004" val="{&quot;index&quot;:4,&quot;name&quot;:null,&quot;color&quot;:0,&quot;uid&quot;:4,&quot;displayname&quot;:&quot;Freeform 141&quot;,&quot;abstypecode&quot;:0,&quot;spid&quot;:42,&quot;nativeid&quot;:10,&quot;isexit&quot;:0,&quot;bhvcode&quot;:&quot;spp&quot;,&quot;oindex&quot;:7,&quot;autoReverse&quot;:false,&quot;isClickTriggered&quot;:false,&quot;rangedatastart&quot;:0.0,&quot;rangedataend&quot;:0.5}"/>
  <p:tag name="ESO0004200349" val="OLDID"/>
</p:tagLst>
</file>

<file path=ppt/tags/tag28.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5"/>
  <p:tag name="KSO_WM_UNIT_TEXT_FILL_FORE_SCHEMECOLOR_INDEX" val="10"/>
  <p:tag name="KSO_WM_UNIT_TEXT_FILL_TYPE" val="1"/>
</p:tagLst>
</file>

<file path=ppt/tags/tag2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5"/>
  <p:tag name="KSO_WM_UNIT_TEXT_FILL_FORE_SCHEMECOLOR_INDEX" val="14"/>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FILL_FORE_SCHEMECOLOR_INDEX_BRIGHTNESS" val="-0.35"/>
  <p:tag name="KSO_WM_UNIT_FILL_FORE_SCHEMECOLOR_INDEX" val="10"/>
  <p:tag name="KSO_WM_UNI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FILL_FORE_SCHEMECOLOR_INDEX_BRIGHTNESS" val="-0.35"/>
  <p:tag name="KSO_WM_UNIT_FILL_FORE_SCHEMECOLOR_INDEX" val="10"/>
  <p:tag name="KSO_WM_UNIT_FILL_TYPE" val="1"/>
</p:tagLst>
</file>

<file path=ppt/tags/tag33.xml><?xml version="1.0" encoding="utf-8"?>
<p:tagLst xmlns:a="http://schemas.openxmlformats.org/drawingml/2006/main" xmlns:r="http://schemas.openxmlformats.org/officeDocument/2006/relationships" xmlns:p="http://schemas.openxmlformats.org/presentationml/2006/main">
  <p:tag name="KSO_WM_UNIT_FILL_FORE_SCHEMECOLOR_INDEX_BRIGHTNESS" val="-0.35"/>
  <p:tag name="KSO_WM_UNIT_FILL_FORE_SCHEMECOLOR_INDEX" val="10"/>
  <p:tag name="KSO_WM_UNIT_FILL_TYPE" val="1"/>
</p:tagLst>
</file>

<file path=ppt/tags/tag3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5"/>
  <p:tag name="KSO_WM_UNIT_TEXT_FILL_FORE_SCHEMECOLOR_INDEX" val="10"/>
  <p:tag name="KSO_WM_UNIT_TEXT_FILL_TYPE" val="1"/>
</p:tagLst>
</file>

<file path=ppt/tags/tag3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5"/>
  <p:tag name="KSO_WM_UNIT_TEXT_FILL_FORE_SCHEMECOLOR_INDEX" val="14"/>
  <p:tag name="KSO_WM_UNIT_TEXT_FILL_TYPE" val="1"/>
</p:tagLst>
</file>

<file path=ppt/tags/tag36.xml><?xml version="1.0" encoding="utf-8"?>
<p:tagLst xmlns:a="http://schemas.openxmlformats.org/drawingml/2006/main" xmlns:r="http://schemas.openxmlformats.org/officeDocument/2006/relationships" xmlns:p="http://schemas.openxmlformats.org/presentationml/2006/main">
  <p:tag name="KSO_WM_UNIT_FILL_FORE_SCHEMECOLOR_INDEX_BRIGHTNESS" val="-0.35"/>
  <p:tag name="KSO_WM_UNIT_FILL_FORE_SCHEMECOLOR_INDEX" val="10"/>
  <p:tag name="KSO_WM_UNIT_FILL_TYPE" val="1"/>
</p:tagLst>
</file>

<file path=ppt/tags/tag37.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FILL_FORE_SCHEMECOLOR_INDEX_BRIGHTNESS" val="-0.35"/>
  <p:tag name="KSO_WM_UNIT_FILL_FORE_SCHEMECOLOR_INDEX" val="10"/>
  <p:tag name="KSO_WM_UNI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FILL_FORE_SCHEMECOLOR_INDEX_BRIGHTNESS" val="-0.35"/>
  <p:tag name="KSO_WM_UNIT_FILL_FORE_SCHEMECOLOR_INDEX" val="10"/>
  <p:tag name="KSO_WM_UNI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5"/>
  <p:tag name="KSO_WM_UNIT_TEXT_FILL_FORE_SCHEMECOLOR_INDEX" val="10"/>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5"/>
  <p:tag name="KSO_WM_UNIT_TEXT_FILL_FORE_SCHEMECOLOR_INDEX" val="14"/>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UNIT_FILL_FORE_SCHEMECOLOR_INDEX_BRIGHTNESS" val="-0.35"/>
  <p:tag name="KSO_WM_UNIT_FILL_FORE_SCHEMECOLOR_INDEX" val="10"/>
  <p:tag name="KSO_WM_UNI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5"/>
  <p:tag name="KSO_WM_UNIT_FILL_TYPE" val="1"/>
</p:tagLst>
</file>

<file path=ppt/tags/tag44.xml><?xml version="1.0" encoding="utf-8"?>
<p:tagLst xmlns:a="http://schemas.openxmlformats.org/drawingml/2006/main" xmlns:r="http://schemas.openxmlformats.org/officeDocument/2006/relationships" xmlns:p="http://schemas.openxmlformats.org/presentationml/2006/main">
  <p:tag name="KSO_WM_UNIT_FILL_FORE_SCHEMECOLOR_INDEX_BRIGHTNESS" val="-0.35"/>
  <p:tag name="KSO_WM_UNIT_FILL_FORE_SCHEMECOLOR_INDEX" val="10"/>
  <p:tag name="KSO_WM_UNIT_FILL_TYPE" val="1"/>
</p:tagLst>
</file>

<file path=ppt/tags/tag45.xml><?xml version="1.0" encoding="utf-8"?>
<p:tagLst xmlns:a="http://schemas.openxmlformats.org/drawingml/2006/main" xmlns:r="http://schemas.openxmlformats.org/officeDocument/2006/relationships" xmlns:p="http://schemas.openxmlformats.org/presentationml/2006/main">
  <p:tag name="KSO_WM_UNIT_FILL_FORE_SCHEMECOLOR_INDEX_BRIGHTNESS" val="-0.35"/>
  <p:tag name="KSO_WM_UNIT_FILL_FORE_SCHEMECOLOR_INDEX" val="10"/>
  <p:tag name="KSO_WM_UNIT_FILL_TYPE" val="1"/>
</p:tagLst>
</file>

<file path=ppt/tags/tag46.xml><?xml version="1.0" encoding="utf-8"?>
<p:tagLst xmlns:a="http://schemas.openxmlformats.org/drawingml/2006/main" xmlns:r="http://schemas.openxmlformats.org/officeDocument/2006/relationships" xmlns:p="http://schemas.openxmlformats.org/presentationml/2006/main">
  <p:tag name="ESE00001" val="{&quot;index&quot;:1,&quot;name&quot;:null,&quot;color&quot;:0,&quot;uid&quot;:1,&quot;displayname&quot;:&quot;组 14&quot;,&quot;abstypecode&quot;:0,&quot;spid&quot;:15,&quot;nativeid&quot;:10,&quot;isexit&quot;:0,&quot;bhvcode&quot;:&quot;spp&quot;,&quot;oindex&quot;:1,&quot;autoReverse&quot;:false,&quot;isClickTriggered&quot;:false,&quot;rangedatastart&quot;:0.0,&quot;rangedataend&quot;:0.5}"/>
  <p:tag name="ESO0001500328" val="OLDID"/>
</p:tagLst>
</file>

<file path=ppt/tags/tag47.xml><?xml version="1.0" encoding="utf-8"?>
<p:tagLst xmlns:a="http://schemas.openxmlformats.org/drawingml/2006/main" xmlns:r="http://schemas.openxmlformats.org/officeDocument/2006/relationships" xmlns:p="http://schemas.openxmlformats.org/presentationml/2006/main">
  <p:tag name="ESO0000800328" val="OLDID"/>
  <p:tag name="ESE00002" val="{&quot;index&quot;:2,&quot;name&quot;:null,&quot;color&quot;:0,&quot;uid&quot;:2,&quot;displayname&quot;:&quot;独爱礼坊7&quot;,&quot;abstypecode&quot;:0,&quot;spid&quot;:8,&quot;nativeid&quot;:10,&quot;isexit&quot;:0,&quot;bhvcode&quot;:&quot;sppp&quot;,&quot;oindex&quot;:2,&quot;autoReverse&quot;:false,&quot;isClickTriggered&quot;:false,&quot;rangedatastart&quot;:0.25,&quot;rangedataend&quot;:0.75}"/>
</p:tagLst>
</file>

<file path=ppt/tags/tag48.xml><?xml version="1.0" encoding="utf-8"?>
<p:tagLst xmlns:a="http://schemas.openxmlformats.org/drawingml/2006/main" xmlns:r="http://schemas.openxmlformats.org/officeDocument/2006/relationships" xmlns:p="http://schemas.openxmlformats.org/presentationml/2006/main">
  <p:tag name="ESO0001100328" val="OLDID"/>
  <p:tag name="ESE00003" val="{&quot;index&quot;:3,&quot;name&quot;:null,&quot;color&quot;:0,&quot;uid&quot;:3,&quot;displayname&quot;:&quot;选题背景与意义&quot;,&quot;abstypecode&quot;:0,&quot;spid&quot;:11,&quot;nativeid&quot;:10,&quot;isexit&quot;:0,&quot;bhvcode&quot;:&quot;sppp&quot;,&quot;oindex&quot;:3,&quot;autoReverse&quot;:false,&quot;isClickTriggered&quot;:false,&quot;rangedatastart&quot;:0.25,&quot;rangedataend&quot;:1.0}"/>
</p:tagLst>
</file>

<file path=ppt/tags/tag49.xml><?xml version="1.0" encoding="utf-8"?>
<p:tagLst xmlns:a="http://schemas.openxmlformats.org/drawingml/2006/main" xmlns:r="http://schemas.openxmlformats.org/officeDocument/2006/relationships" xmlns:p="http://schemas.openxmlformats.org/presentationml/2006/main">
  <p:tag name="ESE00004" val="{&quot;index&quot;:4,&quot;name&quot;:null,&quot;color&quot;:0,&quot;uid&quot;:4,&quot;displayname&quot;:&quot;连接符 17&quot;,&quot;abstypecode&quot;:0,&quot;spid&quot;:18,&quot;nativeid&quot;:0,&quot;isexit&quot;:0,&quot;bhvcode&quot;:&quot;spp&quot;,&quot;oindex&quot;:4,&quot;autoReverse&quot;:false,&quot;isClickTriggered&quot;:false,&quot;rangedatastart&quot;:0.75,&quot;rangedataend&quot;:1.25}"/>
  <p:tag name="ESO0001800328" val="OLDID"/>
</p:tagLst>
</file>

<file path=ppt/tags/tag50.xml><?xml version="1.0" encoding="utf-8"?>
<p:tagLst xmlns:a="http://schemas.openxmlformats.org/drawingml/2006/main" xmlns:r="http://schemas.openxmlformats.org/officeDocument/2006/relationships" xmlns:p="http://schemas.openxmlformats.org/presentationml/2006/main">
  <p:tag name="ESE00006" val="{&quot;index&quot;:6,&quot;name&quot;:null,&quot;color&quot;:0,&quot;uid&quot;:6,&quot;displayname&quot;:&quot;组 23&quot;,&quot;abstypecode&quot;:0,&quot;spid&quot;:4,&quot;nativeid&quot;:0,&quot;isexit&quot;:0,&quot;bhvcode&quot;:&quot;spp&quot;,&quot;oindex&quot;:3,&quot;autoReverse&quot;:false,&quot;isClickTriggered&quot;:false,&quot;rangedatastart&quot;:0.5,&quot;rangedataend&quot;:1.0}"/>
  <p:tag name="ESO0000400331" val="OLDID"/>
</p:tagLst>
</file>

<file path=ppt/tags/tag51.xml><?xml version="1.0" encoding="utf-8"?>
<p:tagLst xmlns:a="http://schemas.openxmlformats.org/drawingml/2006/main" xmlns:r="http://schemas.openxmlformats.org/officeDocument/2006/relationships" xmlns:p="http://schemas.openxmlformats.org/presentationml/2006/main">
  <p:tag name="ESE00015" val="{&quot;index&quot;:15,&quot;name&quot;:null,&quot;color&quot;:0,&quot;uid&quot;:15,&quot;displayname&quot;:&quot;图形 1578&quot;,&quot;abstypecode&quot;:0,&quot;spid&quot;:15,&quot;nativeid&quot;:0,&quot;isexit&quot;:0,&quot;bhvcode&quot;:&quot;spp&quot;,&quot;oindex&quot;:12,&quot;autoReverse&quot;:false,&quot;isClickTriggered&quot;:false,&quot;rangedatastart&quot;:0.75,&quot;rangedataend&quot;:1.25}"/>
  <p:tag name="ESO0001500331" val="OLDID"/>
</p:tagLst>
</file>

<file path=ppt/tags/tag52.xml><?xml version="1.0" encoding="utf-8"?>
<p:tagLst xmlns:a="http://schemas.openxmlformats.org/drawingml/2006/main" xmlns:r="http://schemas.openxmlformats.org/officeDocument/2006/relationships" xmlns:p="http://schemas.openxmlformats.org/presentationml/2006/main">
  <p:tag name="ESO0000400396" val="OLDID"/>
  <p:tag name="ESE00003" val="{&quot;index&quot;:3,&quot;name&quot;:null,&quot;color&quot;:0,&quot;uid&quot;:3,&quot;displayname&quot;:&quot;单击此处输入你的正文,文字是您思想的提炼,为了最终演示发布的良好效果,请尽量言简意赅的阐述观点；根据需要可酌情增减文字,以便观者可以准确理解您所传达的信息。根据需要可酌情增减文字,以便观者可以准确理解您所传达的信息。&quot;,&quot;abstypecode&quot;:0,&quot;spid&quot;:4,&quot;nativeid&quot;:10,&quot;isexit&quot;:0,&quot;bhvcode&quot;:&quot;sf&quot;,&quot;oindex&quot;:3,&quot;autoReverse&quot;:false,&quot;isClickTriggered&quot;:false,&quot;rangedatastart&quot;:0.25,&quot;rangedataend&quot;:0.75}"/>
  <p:tag name="ESE00002" val="{&quot;index&quot;:2,&quot;name&quot;:null,&quot;color&quot;:0,&quot;uid&quot;:2,&quot;displayname&quot;:&quot;单击此处输入你的正文,文字是您思想的提炼,为了最终演示发布的良好效果,请尽量言简意赅的阐述观点；根据需要可酌情增减文字,以便观者可以准确理解您所传达的信息。根据需要可酌情增减文字,以便观者可以准确理解您所传达的信息。&quot;,&quot;abstypecode&quot;:0,&quot;spid&quot;:23,&quot;nativeid&quot;:10,&quot;isexit&quot;:0,&quot;bhvcode&quot;:&quot;sf&quot;,&quot;oindex&quot;:14,&quot;autoReverse&quot;:false,&quot;isClickTriggered&quot;:false,&quot;rangedatastart&quot;:0.25,&quot;rangedataend&quot;:0.75}"/>
  <p:tag name="ESO0002300331" val="OLDID"/>
</p:tagLst>
</file>

<file path=ppt/tags/tag53.xml><?xml version="1.0" encoding="utf-8"?>
<p:tagLst xmlns:a="http://schemas.openxmlformats.org/drawingml/2006/main" xmlns:r="http://schemas.openxmlformats.org/officeDocument/2006/relationships" xmlns:p="http://schemas.openxmlformats.org/presentationml/2006/main">
  <p:tag name="ESE00001" val="{&quot;index&quot;:1,&quot;name&quot;:null,&quot;color&quot;:0,&quot;uid&quot;:1,&quot;displayname&quot;:&quot;选题背景与意义&quot;,&quot;abstypecode&quot;:0,&quot;spid&quot;:18,&quot;nativeid&quot;:10,&quot;isexit&quot;:0,&quot;bhvcode&quot;:&quot;spp&quot;,&quot;oindex&quot;:1,&quot;autoReverse&quot;:false,&quot;isClickTriggered&quot;:false,&quot;rangedatastart&quot;:0.0,&quot;rangedataend&quot;:0.5}"/>
  <p:tag name="ESO0001800355" val="OLDID"/>
</p:tagLst>
</file>

<file path=ppt/tags/tag54.xml><?xml version="1.0" encoding="utf-8"?>
<p:tagLst xmlns:a="http://schemas.openxmlformats.org/drawingml/2006/main" xmlns:r="http://schemas.openxmlformats.org/officeDocument/2006/relationships" xmlns:p="http://schemas.openxmlformats.org/presentationml/2006/main">
  <p:tag name="ESE00001" val="{&quot;index&quot;:1,&quot;name&quot;:null,&quot;color&quot;:0,&quot;uid&quot;:1,&quot;displayname&quot;:&quot;组 14&quot;,&quot;abstypecode&quot;:0,&quot;spid&quot;:15,&quot;nativeid&quot;:10,&quot;isexit&quot;:0,&quot;bhvcode&quot;:&quot;spp&quot;,&quot;oindex&quot;:1,&quot;autoReverse&quot;:false,&quot;isClickTriggered&quot;:false,&quot;rangedatastart&quot;:0.0,&quot;rangedataend&quot;:0.5}"/>
  <p:tag name="ESO0001500328" val="OLDID"/>
</p:tagLst>
</file>

<file path=ppt/tags/tag55.xml><?xml version="1.0" encoding="utf-8"?>
<p:tagLst xmlns:a="http://schemas.openxmlformats.org/drawingml/2006/main" xmlns:r="http://schemas.openxmlformats.org/officeDocument/2006/relationships" xmlns:p="http://schemas.openxmlformats.org/presentationml/2006/main">
  <p:tag name="ESO0000800328" val="OLDID"/>
  <p:tag name="ESE00002" val="{&quot;index&quot;:2,&quot;name&quot;:null,&quot;color&quot;:0,&quot;uid&quot;:2,&quot;displayname&quot;:&quot;独爱礼坊7&quot;,&quot;abstypecode&quot;:0,&quot;spid&quot;:8,&quot;nativeid&quot;:10,&quot;isexit&quot;:0,&quot;bhvcode&quot;:&quot;sppp&quot;,&quot;oindex&quot;:2,&quot;autoReverse&quot;:false,&quot;isClickTriggered&quot;:false,&quot;rangedatastart&quot;:0.25,&quot;rangedataend&quot;:0.75}"/>
</p:tagLst>
</file>

<file path=ppt/tags/tag56.xml><?xml version="1.0" encoding="utf-8"?>
<p:tagLst xmlns:a="http://schemas.openxmlformats.org/drawingml/2006/main" xmlns:r="http://schemas.openxmlformats.org/officeDocument/2006/relationships" xmlns:p="http://schemas.openxmlformats.org/presentationml/2006/main">
  <p:tag name="ESO0001100328" val="OLDID"/>
  <p:tag name="ESE00003" val="{&quot;index&quot;:3,&quot;name&quot;:null,&quot;color&quot;:0,&quot;uid&quot;:3,&quot;displayname&quot;:&quot;选题背景与意义&quot;,&quot;abstypecode&quot;:0,&quot;spid&quot;:11,&quot;nativeid&quot;:10,&quot;isexit&quot;:0,&quot;bhvcode&quot;:&quot;sppp&quot;,&quot;oindex&quot;:3,&quot;autoReverse&quot;:false,&quot;isClickTriggered&quot;:false,&quot;rangedatastart&quot;:0.25,&quot;rangedataend&quot;:1.0}"/>
</p:tagLst>
</file>

<file path=ppt/tags/tag57.xml><?xml version="1.0" encoding="utf-8"?>
<p:tagLst xmlns:a="http://schemas.openxmlformats.org/drawingml/2006/main" xmlns:r="http://schemas.openxmlformats.org/officeDocument/2006/relationships" xmlns:p="http://schemas.openxmlformats.org/presentationml/2006/main">
  <p:tag name="ESE00004" val="{&quot;index&quot;:4,&quot;name&quot;:null,&quot;color&quot;:0,&quot;uid&quot;:4,&quot;displayname&quot;:&quot;连接符 17&quot;,&quot;abstypecode&quot;:0,&quot;spid&quot;:18,&quot;nativeid&quot;:0,&quot;isexit&quot;:0,&quot;bhvcode&quot;:&quot;spp&quot;,&quot;oindex&quot;:4,&quot;autoReverse&quot;:false,&quot;isClickTriggered&quot;:false,&quot;rangedatastart&quot;:0.75,&quot;rangedataend&quot;:1.25}"/>
  <p:tag name="ESO0001800328" val="OLDID"/>
</p:tagLst>
</file>

<file path=ppt/tags/tag58.xml><?xml version="1.0" encoding="utf-8"?>
<p:tagLst xmlns:a="http://schemas.openxmlformats.org/drawingml/2006/main" xmlns:r="http://schemas.openxmlformats.org/officeDocument/2006/relationships" xmlns:p="http://schemas.openxmlformats.org/presentationml/2006/main">
  <p:tag name="ESE00011" val="{&quot;index&quot;:11,&quot;name&quot;:null,&quot;color&quot;:0,&quot;uid&quot;:11,&quot;displayname&quot;:&quot;选题背景与意义&quot;,&quot;abstypecode&quot;:0,&quot;spid&quot;:18,&quot;nativeid&quot;:10,&quot;isexit&quot;:0,&quot;bhvcode&quot;:&quot;spp&quot;,&quot;oindex&quot;:11,&quot;autoReverse&quot;:false,&quot;isClickTriggered&quot;:false,&quot;rangedatastart&quot;:0.0,&quot;rangedataend&quot;:0.5}"/>
  <p:tag name="ESO0001800334" val="OLDID"/>
</p:tagLst>
</file>

<file path=ppt/tags/tag59.xml><?xml version="1.0" encoding="utf-8"?>
<p:tagLst xmlns:a="http://schemas.openxmlformats.org/drawingml/2006/main" xmlns:r="http://schemas.openxmlformats.org/officeDocument/2006/relationships" xmlns:p="http://schemas.openxmlformats.org/presentationml/2006/main">
  <p:tag name="ESO0000701346" val="OLDID"/>
  <p:tag name="ESE00004" val="{&quot;index&quot;:4,&quot;name&quot;:null,&quot;color&quot;:0,&quot;uid&quot;:4,&quot;displayname&quot;:&quot;请添加小标题&quot;,&quot;abstypecode&quot;:0,&quot;spid&quot;:34,&quot;nativeid&quot;:10,&quot;isexit&quot;:0,&quot;bhvcode&quot;:&quot;spp&quot;,&quot;oindex&quot;:4,&quot;autoReverse&quot;:false,&quot;isClickTriggered&quot;:false,&quot;rangedatastart&quot;:0.25,&quot;rangedataend&quot;:0.75}"/>
  <p:tag name="ESO0003400348" val="OLDID"/>
</p:tagLst>
</file>

<file path=ppt/tags/tag60.xml><?xml version="1.0" encoding="utf-8"?>
<p:tagLst xmlns:a="http://schemas.openxmlformats.org/drawingml/2006/main" xmlns:r="http://schemas.openxmlformats.org/officeDocument/2006/relationships" xmlns:p="http://schemas.openxmlformats.org/presentationml/2006/main">
  <p:tag name="ESO0001001346" val="OLDID"/>
  <p:tag name="ESE00006" val="{&quot;index&quot;:6,&quot;name&quot;:null,&quot;color&quot;:0,&quot;uid&quot;:6,&quot;displayname&quot;:&quot;请添加小标题&quot;,&quot;abstypecode&quot;:0,&quot;spid&quot;:36,&quot;nativeid&quot;:10,&quot;isexit&quot;:0,&quot;bhvcode&quot;:&quot;spp&quot;,&quot;oindex&quot;:6,&quot;autoReverse&quot;:false,&quot;isClickTriggered&quot;:false,&quot;rangedatastart&quot;:0.5,&quot;rangedataend&quot;:1.0}"/>
  <p:tag name="ESO0003600348" val="OLDID"/>
</p:tagLst>
</file>

<file path=ppt/tags/tag61.xml><?xml version="1.0" encoding="utf-8"?>
<p:tagLst xmlns:a="http://schemas.openxmlformats.org/drawingml/2006/main" xmlns:r="http://schemas.openxmlformats.org/officeDocument/2006/relationships" xmlns:p="http://schemas.openxmlformats.org/presentationml/2006/main">
  <p:tag name="ESO0001301346" val="OLDID"/>
  <p:tag name="ESE00008" val="{&quot;index&quot;:8,&quot;name&quot;:null,&quot;color&quot;:0,&quot;uid&quot;:8,&quot;displayname&quot;:&quot;请添加小标题&quot;,&quot;abstypecode&quot;:0,&quot;spid&quot;:38,&quot;nativeid&quot;:10,&quot;isexit&quot;:0,&quot;bhvcode&quot;:&quot;spp&quot;,&quot;oindex&quot;:8,&quot;autoReverse&quot;:false,&quot;isClickTriggered&quot;:false,&quot;rangedatastart&quot;:0.75,&quot;rangedataend&quot;:1.25}"/>
  <p:tag name="ESO0003800348" val="OLDID"/>
</p:tagLst>
</file>

<file path=ppt/tags/tag62.xml><?xml version="1.0" encoding="utf-8"?>
<p:tagLst xmlns:a="http://schemas.openxmlformats.org/drawingml/2006/main" xmlns:r="http://schemas.openxmlformats.org/officeDocument/2006/relationships" xmlns:p="http://schemas.openxmlformats.org/presentationml/2006/main">
  <p:tag name="ESO0001701346" val="OLDID"/>
  <p:tag name="ESE00011" val="{&quot;index&quot;:11,&quot;name&quot;:null,&quot;color&quot;:0,&quot;uid&quot;:11,&quot;displayname&quot;:&quot;请添加小标题&quot;,&quot;abstypecode&quot;:0,&quot;spid&quot;:41,&quot;nativeid&quot;:10,&quot;isexit&quot;:0,&quot;bhvcode&quot;:&quot;spp&quot;,&quot;oindex&quot;:11,&quot;autoReverse&quot;:false,&quot;isClickTriggered&quot;:false,&quot;rangedatastart&quot;:0.0,&quot;rangedataend&quot;:0.5}"/>
  <p:tag name="ESO0004100348" val="OLDID"/>
</p:tagLst>
</file>

<file path=ppt/tags/tag63.xml><?xml version="1.0" encoding="utf-8"?>
<p:tagLst xmlns:a="http://schemas.openxmlformats.org/drawingml/2006/main" xmlns:r="http://schemas.openxmlformats.org/officeDocument/2006/relationships" xmlns:p="http://schemas.openxmlformats.org/presentationml/2006/main">
  <p:tag name="ESO0002401346" val="OLDID"/>
  <p:tag name="ESE00015" val="{&quot;index&quot;:15,&quot;name&quot;:null,&quot;color&quot;:0,&quot;uid&quot;:15,&quot;displayname&quot;:&quot;请添加小标题&quot;,&quot;abstypecode&quot;:0,&quot;spid&quot;:47,&quot;nativeid&quot;:10,&quot;isexit&quot;:0,&quot;bhvcode&quot;:&quot;spp&quot;,&quot;oindex&quot;:15,&quot;autoReverse&quot;:false,&quot;isClickTriggered&quot;:false,&quot;rangedatastart&quot;:0.25,&quot;rangedataend&quot;:0.75}"/>
  <p:tag name="ESO0004700348" val="OLDID"/>
</p:tagLst>
</file>

<file path=ppt/tags/tag64.xml><?xml version="1.0" encoding="utf-8"?>
<p:tagLst xmlns:a="http://schemas.openxmlformats.org/drawingml/2006/main" xmlns:r="http://schemas.openxmlformats.org/officeDocument/2006/relationships" xmlns:p="http://schemas.openxmlformats.org/presentationml/2006/main">
  <p:tag name="ESO0003101346" val="OLDID"/>
  <p:tag name="ESE00019" val="{&quot;index&quot;:19,&quot;name&quot;:null,&quot;color&quot;:0,&quot;uid&quot;:19,&quot;displayname&quot;:&quot;请添加小标题&quot;,&quot;abstypecode&quot;:0,&quot;spid&quot;:53,&quot;nativeid&quot;:10,&quot;isexit&quot;:0,&quot;bhvcode&quot;:&quot;spp&quot;,&quot;oindex&quot;:19,&quot;autoReverse&quot;:false,&quot;isClickTriggered&quot;:false,&quot;rangedatastart&quot;:0.5,&quot;rangedataend&quot;:1.0}"/>
  <p:tag name="ESO0005300348" val="OLDID"/>
</p:tagLst>
</file>

<file path=ppt/tags/tag65.xml><?xml version="1.0" encoding="utf-8"?>
<p:tagLst xmlns:a="http://schemas.openxmlformats.org/drawingml/2006/main" xmlns:r="http://schemas.openxmlformats.org/officeDocument/2006/relationships" xmlns:p="http://schemas.openxmlformats.org/presentationml/2006/main">
  <p:tag name="ESO0003801346" val="OLDID"/>
  <p:tag name="ESE00023" val="{&quot;index&quot;:23,&quot;name&quot;:null,&quot;color&quot;:0,&quot;uid&quot;:23,&quot;displayname&quot;:&quot;请添加小标题&quot;,&quot;abstypecode&quot;:0,&quot;spid&quot;:59,&quot;nativeid&quot;:10,&quot;isexit&quot;:0,&quot;bhvcode&quot;:&quot;spp&quot;,&quot;oindex&quot;:23,&quot;autoReverse&quot;:false,&quot;isClickTriggered&quot;:false,&quot;rangedatastart&quot;:0.75,&quot;rangedataend&quot;:1.25}"/>
  <p:tag name="ESO0005900348" val="OLDID"/>
</p:tagLst>
</file>

<file path=ppt/tags/tag66.xml><?xml version="1.0" encoding="utf-8"?>
<p:tagLst xmlns:a="http://schemas.openxmlformats.org/drawingml/2006/main" xmlns:r="http://schemas.openxmlformats.org/officeDocument/2006/relationships" xmlns:p="http://schemas.openxmlformats.org/presentationml/2006/main">
  <p:tag name="ESO0000401346" val="OLDID"/>
  <p:tag name="ESE00002" val="{&quot;index&quot;:2,&quot;name&quot;:null,&quot;color&quot;:0,&quot;uid&quot;:2,&quot;displayname&quot;:&quot;请添加小标题&quot;,&quot;abstypecode&quot;:0,&quot;spid&quot;:32,&quot;nativeid&quot;:10,&quot;isexit&quot;:0,&quot;bhvcode&quot;:&quot;spp&quot;,&quot;oindex&quot;:2,&quot;autoReverse&quot;:false,&quot;isClickTriggered&quot;:false,&quot;rangedatastart&quot;:0.0,&quot;rangedataend&quot;:0.5}"/>
  <p:tag name="ESO0003200348" val="OLDID"/>
</p:tagLst>
</file>

<file path=ppt/tags/tag67.xml><?xml version="1.0" encoding="utf-8"?>
<p:tagLst xmlns:a="http://schemas.openxmlformats.org/drawingml/2006/main" xmlns:r="http://schemas.openxmlformats.org/officeDocument/2006/relationships" xmlns:p="http://schemas.openxmlformats.org/presentationml/2006/main">
  <p:tag name="ESO0000701346" val="OLDID"/>
  <p:tag name="ESE00004" val="{&quot;index&quot;:4,&quot;name&quot;:null,&quot;color&quot;:0,&quot;uid&quot;:4,&quot;displayname&quot;:&quot;请添加小标题&quot;,&quot;abstypecode&quot;:0,&quot;spid&quot;:34,&quot;nativeid&quot;:10,&quot;isexit&quot;:0,&quot;bhvcode&quot;:&quot;spp&quot;,&quot;oindex&quot;:4,&quot;autoReverse&quot;:false,&quot;isClickTriggered&quot;:false,&quot;rangedatastart&quot;:0.25,&quot;rangedataend&quot;:0.75}"/>
  <p:tag name="ESO0003400348" val="OLDID"/>
</p:tagLst>
</file>

<file path=ppt/tags/tag68.xml><?xml version="1.0" encoding="utf-8"?>
<p:tagLst xmlns:a="http://schemas.openxmlformats.org/drawingml/2006/main" xmlns:r="http://schemas.openxmlformats.org/officeDocument/2006/relationships" xmlns:p="http://schemas.openxmlformats.org/presentationml/2006/main">
  <p:tag name="ESO0001001346" val="OLDID"/>
  <p:tag name="ESE00006" val="{&quot;index&quot;:6,&quot;name&quot;:null,&quot;color&quot;:0,&quot;uid&quot;:6,&quot;displayname&quot;:&quot;请添加小标题&quot;,&quot;abstypecode&quot;:0,&quot;spid&quot;:36,&quot;nativeid&quot;:10,&quot;isexit&quot;:0,&quot;bhvcode&quot;:&quot;spp&quot;,&quot;oindex&quot;:6,&quot;autoReverse&quot;:false,&quot;isClickTriggered&quot;:false,&quot;rangedatastart&quot;:0.5,&quot;rangedataend&quot;:1.0}"/>
  <p:tag name="ESO0003600348" val="OLDID"/>
</p:tagLst>
</file>

<file path=ppt/tags/tag69.xml><?xml version="1.0" encoding="utf-8"?>
<p:tagLst xmlns:a="http://schemas.openxmlformats.org/drawingml/2006/main" xmlns:r="http://schemas.openxmlformats.org/officeDocument/2006/relationships" xmlns:p="http://schemas.openxmlformats.org/presentationml/2006/main">
  <p:tag name="ESO0001301346" val="OLDID"/>
  <p:tag name="ESE00008" val="{&quot;index&quot;:8,&quot;name&quot;:null,&quot;color&quot;:0,&quot;uid&quot;:8,&quot;displayname&quot;:&quot;请添加小标题&quot;,&quot;abstypecode&quot;:0,&quot;spid&quot;:38,&quot;nativeid&quot;:10,&quot;isexit&quot;:0,&quot;bhvcode&quot;:&quot;spp&quot;,&quot;oindex&quot;:8,&quot;autoReverse&quot;:false,&quot;isClickTriggered&quot;:false,&quot;rangedatastart&quot;:0.75,&quot;rangedataend&quot;:1.25}"/>
  <p:tag name="ESO0003800348" val="OLDID"/>
</p:tagLst>
</file>

<file path=ppt/tags/tag70.xml><?xml version="1.0" encoding="utf-8"?>
<p:tagLst xmlns:a="http://schemas.openxmlformats.org/drawingml/2006/main" xmlns:r="http://schemas.openxmlformats.org/officeDocument/2006/relationships" xmlns:p="http://schemas.openxmlformats.org/presentationml/2006/main">
  <p:tag name="ESO0001601346" val="OLDID"/>
  <p:tag name="ESE00010" val="{&quot;index&quot;:10,&quot;name&quot;:null,&quot;color&quot;:0,&quot;uid&quot;:10,&quot;displayname&quot;:&quot;单击此处输入你的正文,文字是您思想的提炼,为了最终演示发布的良好效果,请尽量言简意赅的阐述观点；&quot;,&quot;abstypecode&quot;:0,&quot;spid&quot;:40,&quot;nativeid&quot;:10,&quot;isexit&quot;:0,&quot;bhvcode&quot;:&quot;spp&quot;,&quot;oindex&quot;:10,&quot;autoReverse&quot;:false,&quot;isClickTriggered&quot;:false,&quot;rangedatastart&quot;:0.0,&quot;rangedataend&quot;:0.5}"/>
  <p:tag name="ESO0004000348" val="OLDID"/>
</p:tagLst>
</file>

<file path=ppt/tags/tag71.xml><?xml version="1.0" encoding="utf-8"?>
<p:tagLst xmlns:a="http://schemas.openxmlformats.org/drawingml/2006/main" xmlns:r="http://schemas.openxmlformats.org/officeDocument/2006/relationships" xmlns:p="http://schemas.openxmlformats.org/presentationml/2006/main">
  <p:tag name="ESO0001701346" val="OLDID"/>
  <p:tag name="ESE00011" val="{&quot;index&quot;:11,&quot;name&quot;:null,&quot;color&quot;:0,&quot;uid&quot;:11,&quot;displayname&quot;:&quot;请添加小标题&quot;,&quot;abstypecode&quot;:0,&quot;spid&quot;:41,&quot;nativeid&quot;:10,&quot;isexit&quot;:0,&quot;bhvcode&quot;:&quot;spp&quot;,&quot;oindex&quot;:11,&quot;autoReverse&quot;:false,&quot;isClickTriggered&quot;:false,&quot;rangedatastart&quot;:0.0,&quot;rangedataend&quot;:0.5}"/>
  <p:tag name="ESO0004100348" val="OLDID"/>
</p:tagLst>
</file>

<file path=ppt/tags/tag72.xml><?xml version="1.0" encoding="utf-8"?>
<p:tagLst xmlns:a="http://schemas.openxmlformats.org/drawingml/2006/main" xmlns:r="http://schemas.openxmlformats.org/officeDocument/2006/relationships" xmlns:p="http://schemas.openxmlformats.org/presentationml/2006/main">
  <p:tag name="ESO0002301346" val="OLDID"/>
  <p:tag name="ESE00014" val="{&quot;index&quot;:14,&quot;name&quot;:null,&quot;color&quot;:0,&quot;uid&quot;:14,&quot;displayname&quot;:&quot;单击此处输入你的正文,文字是您思想的提炼,为了最终演示发布的良好效果,请尽量言简意赅的阐述观点；&quot;,&quot;abstypecode&quot;:0,&quot;spid&quot;:46,&quot;nativeid&quot;:10,&quot;isexit&quot;:0,&quot;bhvcode&quot;:&quot;spp&quot;,&quot;oindex&quot;:14,&quot;autoReverse&quot;:false,&quot;isClickTriggered&quot;:false,&quot;rangedatastart&quot;:0.25,&quot;rangedataend&quot;:0.75}"/>
  <p:tag name="ESO0004600348" val="OLDID"/>
</p:tagLst>
</file>

<file path=ppt/tags/tag73.xml><?xml version="1.0" encoding="utf-8"?>
<p:tagLst xmlns:a="http://schemas.openxmlformats.org/drawingml/2006/main" xmlns:r="http://schemas.openxmlformats.org/officeDocument/2006/relationships" xmlns:p="http://schemas.openxmlformats.org/presentationml/2006/main">
  <p:tag name="ESO0002401346" val="OLDID"/>
  <p:tag name="ESE00015" val="{&quot;index&quot;:15,&quot;name&quot;:null,&quot;color&quot;:0,&quot;uid&quot;:15,&quot;displayname&quot;:&quot;请添加小标题&quot;,&quot;abstypecode&quot;:0,&quot;spid&quot;:47,&quot;nativeid&quot;:10,&quot;isexit&quot;:0,&quot;bhvcode&quot;:&quot;spp&quot;,&quot;oindex&quot;:15,&quot;autoReverse&quot;:false,&quot;isClickTriggered&quot;:false,&quot;rangedatastart&quot;:0.25,&quot;rangedataend&quot;:0.75}"/>
  <p:tag name="ESO0004700348" val="OLDID"/>
</p:tagLst>
</file>

<file path=ppt/tags/tag74.xml><?xml version="1.0" encoding="utf-8"?>
<p:tagLst xmlns:a="http://schemas.openxmlformats.org/drawingml/2006/main" xmlns:r="http://schemas.openxmlformats.org/officeDocument/2006/relationships" xmlns:p="http://schemas.openxmlformats.org/presentationml/2006/main">
  <p:tag name="ESO0003001346" val="OLDID"/>
  <p:tag name="ESE00018" val="{&quot;index&quot;:18,&quot;name&quot;:null,&quot;color&quot;:0,&quot;uid&quot;:18,&quot;displayname&quot;:&quot;单击此处输入你的正文,文字是您思想的提炼,为了最终演示发布的良好效果,请尽量言简意赅的阐述观点；&quot;,&quot;abstypecode&quot;:0,&quot;spid&quot;:52,&quot;nativeid&quot;:10,&quot;isexit&quot;:0,&quot;bhvcode&quot;:&quot;spp&quot;,&quot;oindex&quot;:18,&quot;autoReverse&quot;:false,&quot;isClickTriggered&quot;:false,&quot;rangedatastart&quot;:0.5,&quot;rangedataend&quot;:1.0}"/>
  <p:tag name="ESO0005200348" val="OLDID"/>
</p:tagLst>
</file>

<file path=ppt/tags/tag75.xml><?xml version="1.0" encoding="utf-8"?>
<p:tagLst xmlns:a="http://schemas.openxmlformats.org/drawingml/2006/main" xmlns:r="http://schemas.openxmlformats.org/officeDocument/2006/relationships" xmlns:p="http://schemas.openxmlformats.org/presentationml/2006/main">
  <p:tag name="ESO0003101346" val="OLDID"/>
  <p:tag name="ESE00019" val="{&quot;index&quot;:19,&quot;name&quot;:null,&quot;color&quot;:0,&quot;uid&quot;:19,&quot;displayname&quot;:&quot;请添加小标题&quot;,&quot;abstypecode&quot;:0,&quot;spid&quot;:53,&quot;nativeid&quot;:10,&quot;isexit&quot;:0,&quot;bhvcode&quot;:&quot;spp&quot;,&quot;oindex&quot;:19,&quot;autoReverse&quot;:false,&quot;isClickTriggered&quot;:false,&quot;rangedatastart&quot;:0.5,&quot;rangedataend&quot;:1.0}"/>
  <p:tag name="ESO0005300348" val="OLDID"/>
</p:tagLst>
</file>

<file path=ppt/tags/tag76.xml><?xml version="1.0" encoding="utf-8"?>
<p:tagLst xmlns:a="http://schemas.openxmlformats.org/drawingml/2006/main" xmlns:r="http://schemas.openxmlformats.org/officeDocument/2006/relationships" xmlns:p="http://schemas.openxmlformats.org/presentationml/2006/main">
  <p:tag name="ESO0003701346" val="OLDID"/>
  <p:tag name="ESE00022" val="{&quot;index&quot;:22,&quot;name&quot;:null,&quot;color&quot;:0,&quot;uid&quot;:22,&quot;displayname&quot;:&quot;单击此处输入你的正文,文字是您思想的提炼,为了最终演示发布的良好效果,请尽量言简意赅的阐述观点；&quot;,&quot;abstypecode&quot;:0,&quot;spid&quot;:58,&quot;nativeid&quot;:10,&quot;isexit&quot;:0,&quot;bhvcode&quot;:&quot;spp&quot;,&quot;oindex&quot;:22,&quot;autoReverse&quot;:false,&quot;isClickTriggered&quot;:false,&quot;rangedatastart&quot;:0.75,&quot;rangedataend&quot;:1.25}"/>
  <p:tag name="ESO0005800348" val="OLDID"/>
</p:tagLst>
</file>

<file path=ppt/tags/tag77.xml><?xml version="1.0" encoding="utf-8"?>
<p:tagLst xmlns:a="http://schemas.openxmlformats.org/drawingml/2006/main" xmlns:r="http://schemas.openxmlformats.org/officeDocument/2006/relationships" xmlns:p="http://schemas.openxmlformats.org/presentationml/2006/main">
  <p:tag name="ESO0003801346" val="OLDID"/>
  <p:tag name="ESE00023" val="{&quot;index&quot;:23,&quot;name&quot;:null,&quot;color&quot;:0,&quot;uid&quot;:23,&quot;displayname&quot;:&quot;请添加小标题&quot;,&quot;abstypecode&quot;:0,&quot;spid&quot;:59,&quot;nativeid&quot;:10,&quot;isexit&quot;:0,&quot;bhvcode&quot;:&quot;spp&quot;,&quot;oindex&quot;:23,&quot;autoReverse&quot;:false,&quot;isClickTriggered&quot;:false,&quot;rangedatastart&quot;:0.75,&quot;rangedataend&quot;:1.25}"/>
  <p:tag name="ESO0005900348" val="OLDID"/>
</p:tagLst>
</file>

<file path=ppt/tags/tag78.xml><?xml version="1.0" encoding="utf-8"?>
<p:tagLst xmlns:a="http://schemas.openxmlformats.org/drawingml/2006/main" xmlns:r="http://schemas.openxmlformats.org/officeDocument/2006/relationships" xmlns:p="http://schemas.openxmlformats.org/presentationml/2006/main">
  <p:tag name="ESO0000401346" val="OLDID"/>
  <p:tag name="ESE00002" val="{&quot;index&quot;:2,&quot;name&quot;:null,&quot;color&quot;:0,&quot;uid&quot;:2,&quot;displayname&quot;:&quot;请添加小标题&quot;,&quot;abstypecode&quot;:0,&quot;spid&quot;:32,&quot;nativeid&quot;:10,&quot;isexit&quot;:0,&quot;bhvcode&quot;:&quot;spp&quot;,&quot;oindex&quot;:2,&quot;autoReverse&quot;:false,&quot;isClickTriggered&quot;:false,&quot;rangedatastart&quot;:0.0,&quot;rangedataend&quot;:0.5}"/>
  <p:tag name="ESO0003200348" val="OLDID"/>
</p:tagLst>
</file>

<file path=ppt/tags/tag79.xml><?xml version="1.0" encoding="utf-8"?>
<p:tagLst xmlns:a="http://schemas.openxmlformats.org/drawingml/2006/main" xmlns:r="http://schemas.openxmlformats.org/officeDocument/2006/relationships" xmlns:p="http://schemas.openxmlformats.org/presentationml/2006/main">
  <p:tag name="ESO0000701346" val="OLDID"/>
  <p:tag name="ESE00004" val="{&quot;index&quot;:4,&quot;name&quot;:null,&quot;color&quot;:0,&quot;uid&quot;:4,&quot;displayname&quot;:&quot;请添加小标题&quot;,&quot;abstypecode&quot;:0,&quot;spid&quot;:34,&quot;nativeid&quot;:10,&quot;isexit&quot;:0,&quot;bhvcode&quot;:&quot;spp&quot;,&quot;oindex&quot;:4,&quot;autoReverse&quot;:false,&quot;isClickTriggered&quot;:false,&quot;rangedatastart&quot;:0.25,&quot;rangedataend&quot;:0.75}"/>
  <p:tag name="ESO0003400348" val="OLDID"/>
</p:tagLst>
</file>

<file path=ppt/tags/tag80.xml><?xml version="1.0" encoding="utf-8"?>
<p:tagLst xmlns:a="http://schemas.openxmlformats.org/drawingml/2006/main" xmlns:r="http://schemas.openxmlformats.org/officeDocument/2006/relationships" xmlns:p="http://schemas.openxmlformats.org/presentationml/2006/main">
  <p:tag name="ESO0001001346" val="OLDID"/>
  <p:tag name="ESE00006" val="{&quot;index&quot;:6,&quot;name&quot;:null,&quot;color&quot;:0,&quot;uid&quot;:6,&quot;displayname&quot;:&quot;请添加小标题&quot;,&quot;abstypecode&quot;:0,&quot;spid&quot;:36,&quot;nativeid&quot;:10,&quot;isexit&quot;:0,&quot;bhvcode&quot;:&quot;spp&quot;,&quot;oindex&quot;:6,&quot;autoReverse&quot;:false,&quot;isClickTriggered&quot;:false,&quot;rangedatastart&quot;:0.5,&quot;rangedataend&quot;:1.0}"/>
  <p:tag name="ESO0003600348" val="OLDID"/>
</p:tagLst>
</file>

<file path=ppt/tags/tag81.xml><?xml version="1.0" encoding="utf-8"?>
<p:tagLst xmlns:a="http://schemas.openxmlformats.org/drawingml/2006/main" xmlns:r="http://schemas.openxmlformats.org/officeDocument/2006/relationships" xmlns:p="http://schemas.openxmlformats.org/presentationml/2006/main">
  <p:tag name="ESO0001301346" val="OLDID"/>
  <p:tag name="ESE00008" val="{&quot;index&quot;:8,&quot;name&quot;:null,&quot;color&quot;:0,&quot;uid&quot;:8,&quot;displayname&quot;:&quot;请添加小标题&quot;,&quot;abstypecode&quot;:0,&quot;spid&quot;:38,&quot;nativeid&quot;:10,&quot;isexit&quot;:0,&quot;bhvcode&quot;:&quot;spp&quot;,&quot;oindex&quot;:8,&quot;autoReverse&quot;:false,&quot;isClickTriggered&quot;:false,&quot;rangedatastart&quot;:0.75,&quot;rangedataend&quot;:1.25}"/>
  <p:tag name="ESO0003800348" val="OLDID"/>
</p:tagLst>
</file>

<file path=ppt/tags/tag82.xml><?xml version="1.0" encoding="utf-8"?>
<p:tagLst xmlns:a="http://schemas.openxmlformats.org/drawingml/2006/main" xmlns:r="http://schemas.openxmlformats.org/officeDocument/2006/relationships" xmlns:p="http://schemas.openxmlformats.org/presentationml/2006/main">
  <p:tag name="ESO0001601346" val="OLDID"/>
  <p:tag name="ESE00010" val="{&quot;index&quot;:10,&quot;name&quot;:null,&quot;color&quot;:0,&quot;uid&quot;:10,&quot;displayname&quot;:&quot;单击此处输入你的正文,文字是您思想的提炼,为了最终演示发布的良好效果,请尽量言简意赅的阐述观点；&quot;,&quot;abstypecode&quot;:0,&quot;spid&quot;:40,&quot;nativeid&quot;:10,&quot;isexit&quot;:0,&quot;bhvcode&quot;:&quot;spp&quot;,&quot;oindex&quot;:10,&quot;autoReverse&quot;:false,&quot;isClickTriggered&quot;:false,&quot;rangedatastart&quot;:0.0,&quot;rangedataend&quot;:0.5}"/>
  <p:tag name="ESO0004000348" val="OLDID"/>
</p:tagLst>
</file>

<file path=ppt/tags/tag83.xml><?xml version="1.0" encoding="utf-8"?>
<p:tagLst xmlns:a="http://schemas.openxmlformats.org/drawingml/2006/main" xmlns:r="http://schemas.openxmlformats.org/officeDocument/2006/relationships" xmlns:p="http://schemas.openxmlformats.org/presentationml/2006/main">
  <p:tag name="ESO0001701346" val="OLDID"/>
  <p:tag name="ESE00011" val="{&quot;index&quot;:11,&quot;name&quot;:null,&quot;color&quot;:0,&quot;uid&quot;:11,&quot;displayname&quot;:&quot;请添加小标题&quot;,&quot;abstypecode&quot;:0,&quot;spid&quot;:41,&quot;nativeid&quot;:10,&quot;isexit&quot;:0,&quot;bhvcode&quot;:&quot;spp&quot;,&quot;oindex&quot;:11,&quot;autoReverse&quot;:false,&quot;isClickTriggered&quot;:false,&quot;rangedatastart&quot;:0.0,&quot;rangedataend&quot;:0.5}"/>
  <p:tag name="ESO0004100348" val="OLDID"/>
</p:tagLst>
</file>

<file path=ppt/tags/tag84.xml><?xml version="1.0" encoding="utf-8"?>
<p:tagLst xmlns:a="http://schemas.openxmlformats.org/drawingml/2006/main" xmlns:r="http://schemas.openxmlformats.org/officeDocument/2006/relationships" xmlns:p="http://schemas.openxmlformats.org/presentationml/2006/main">
  <p:tag name="ESO0002301346" val="OLDID"/>
  <p:tag name="ESE00014" val="{&quot;index&quot;:14,&quot;name&quot;:null,&quot;color&quot;:0,&quot;uid&quot;:14,&quot;displayname&quot;:&quot;单击此处输入你的正文,文字是您思想的提炼,为了最终演示发布的良好效果,请尽量言简意赅的阐述观点；&quot;,&quot;abstypecode&quot;:0,&quot;spid&quot;:46,&quot;nativeid&quot;:10,&quot;isexit&quot;:0,&quot;bhvcode&quot;:&quot;spp&quot;,&quot;oindex&quot;:14,&quot;autoReverse&quot;:false,&quot;isClickTriggered&quot;:false,&quot;rangedatastart&quot;:0.25,&quot;rangedataend&quot;:0.75}"/>
  <p:tag name="ESO0004600348" val="OLDID"/>
</p:tagLst>
</file>

<file path=ppt/tags/tag85.xml><?xml version="1.0" encoding="utf-8"?>
<p:tagLst xmlns:a="http://schemas.openxmlformats.org/drawingml/2006/main" xmlns:r="http://schemas.openxmlformats.org/officeDocument/2006/relationships" xmlns:p="http://schemas.openxmlformats.org/presentationml/2006/main">
  <p:tag name="ESO0002401346" val="OLDID"/>
  <p:tag name="ESE00015" val="{&quot;index&quot;:15,&quot;name&quot;:null,&quot;color&quot;:0,&quot;uid&quot;:15,&quot;displayname&quot;:&quot;请添加小标题&quot;,&quot;abstypecode&quot;:0,&quot;spid&quot;:47,&quot;nativeid&quot;:10,&quot;isexit&quot;:0,&quot;bhvcode&quot;:&quot;spp&quot;,&quot;oindex&quot;:15,&quot;autoReverse&quot;:false,&quot;isClickTriggered&quot;:false,&quot;rangedatastart&quot;:0.25,&quot;rangedataend&quot;:0.75}"/>
  <p:tag name="ESO0004700348" val="OLDID"/>
</p:tagLst>
</file>

<file path=ppt/tags/tag86.xml><?xml version="1.0" encoding="utf-8"?>
<p:tagLst xmlns:a="http://schemas.openxmlformats.org/drawingml/2006/main" xmlns:r="http://schemas.openxmlformats.org/officeDocument/2006/relationships" xmlns:p="http://schemas.openxmlformats.org/presentationml/2006/main">
  <p:tag name="ESO0003001346" val="OLDID"/>
  <p:tag name="ESE00018" val="{&quot;index&quot;:18,&quot;name&quot;:null,&quot;color&quot;:0,&quot;uid&quot;:18,&quot;displayname&quot;:&quot;单击此处输入你的正文,文字是您思想的提炼,为了最终演示发布的良好效果,请尽量言简意赅的阐述观点；&quot;,&quot;abstypecode&quot;:0,&quot;spid&quot;:52,&quot;nativeid&quot;:10,&quot;isexit&quot;:0,&quot;bhvcode&quot;:&quot;spp&quot;,&quot;oindex&quot;:18,&quot;autoReverse&quot;:false,&quot;isClickTriggered&quot;:false,&quot;rangedatastart&quot;:0.5,&quot;rangedataend&quot;:1.0}"/>
  <p:tag name="ESO0005200348" val="OLDID"/>
</p:tagLst>
</file>

<file path=ppt/tags/tag87.xml><?xml version="1.0" encoding="utf-8"?>
<p:tagLst xmlns:a="http://schemas.openxmlformats.org/drawingml/2006/main" xmlns:r="http://schemas.openxmlformats.org/officeDocument/2006/relationships" xmlns:p="http://schemas.openxmlformats.org/presentationml/2006/main">
  <p:tag name="ESO0003101346" val="OLDID"/>
  <p:tag name="ESE00019" val="{&quot;index&quot;:19,&quot;name&quot;:null,&quot;color&quot;:0,&quot;uid&quot;:19,&quot;displayname&quot;:&quot;请添加小标题&quot;,&quot;abstypecode&quot;:0,&quot;spid&quot;:53,&quot;nativeid&quot;:10,&quot;isexit&quot;:0,&quot;bhvcode&quot;:&quot;spp&quot;,&quot;oindex&quot;:19,&quot;autoReverse&quot;:false,&quot;isClickTriggered&quot;:false,&quot;rangedatastart&quot;:0.5,&quot;rangedataend&quot;:1.0}"/>
  <p:tag name="ESO0005300348" val="OLDID"/>
</p:tagLst>
</file>

<file path=ppt/tags/tag88.xml><?xml version="1.0" encoding="utf-8"?>
<p:tagLst xmlns:a="http://schemas.openxmlformats.org/drawingml/2006/main" xmlns:r="http://schemas.openxmlformats.org/officeDocument/2006/relationships" xmlns:p="http://schemas.openxmlformats.org/presentationml/2006/main">
  <p:tag name="ESO0003801346" val="OLDID"/>
  <p:tag name="ESE00023" val="{&quot;index&quot;:23,&quot;name&quot;:null,&quot;color&quot;:0,&quot;uid&quot;:23,&quot;displayname&quot;:&quot;请添加小标题&quot;,&quot;abstypecode&quot;:0,&quot;spid&quot;:59,&quot;nativeid&quot;:10,&quot;isexit&quot;:0,&quot;bhvcode&quot;:&quot;spp&quot;,&quot;oindex&quot;:23,&quot;autoReverse&quot;:false,&quot;isClickTriggered&quot;:false,&quot;rangedatastart&quot;:0.75,&quot;rangedataend&quot;:1.25}"/>
  <p:tag name="ESO0005900348" val="OLDID"/>
</p:tagLst>
</file>

<file path=ppt/tags/tag89.xml><?xml version="1.0" encoding="utf-8"?>
<p:tagLst xmlns:a="http://schemas.openxmlformats.org/drawingml/2006/main" xmlns:r="http://schemas.openxmlformats.org/officeDocument/2006/relationships" xmlns:p="http://schemas.openxmlformats.org/presentationml/2006/main">
  <p:tag name="ESO0002401346" val="OLDID"/>
  <p:tag name="ESE00015" val="{&quot;index&quot;:15,&quot;name&quot;:null,&quot;color&quot;:0,&quot;uid&quot;:15,&quot;displayname&quot;:&quot;请添加小标题&quot;,&quot;abstypecode&quot;:0,&quot;spid&quot;:47,&quot;nativeid&quot;:10,&quot;isexit&quot;:0,&quot;bhvcode&quot;:&quot;spp&quot;,&quot;oindex&quot;:15,&quot;autoReverse&quot;:false,&quot;isClickTriggered&quot;:false,&quot;rangedatastart&quot;:0.25,&quot;rangedataend&quot;:0.75}"/>
  <p:tag name="ESO0004700348" val="OLDID"/>
</p:tagLst>
</file>

<file path=ppt/tags/tag90.xml><?xml version="1.0" encoding="utf-8"?>
<p:tagLst xmlns:a="http://schemas.openxmlformats.org/drawingml/2006/main" xmlns:r="http://schemas.openxmlformats.org/officeDocument/2006/relationships" xmlns:p="http://schemas.openxmlformats.org/presentationml/2006/main">
  <p:tag name="ESO0003101346" val="OLDID"/>
  <p:tag name="ESE00019" val="{&quot;index&quot;:19,&quot;name&quot;:null,&quot;color&quot;:0,&quot;uid&quot;:19,&quot;displayname&quot;:&quot;请添加小标题&quot;,&quot;abstypecode&quot;:0,&quot;spid&quot;:53,&quot;nativeid&quot;:10,&quot;isexit&quot;:0,&quot;bhvcode&quot;:&quot;spp&quot;,&quot;oindex&quot;:19,&quot;autoReverse&quot;:false,&quot;isClickTriggered&quot;:false,&quot;rangedatastart&quot;:0.5,&quot;rangedataend&quot;:1.0}"/>
  <p:tag name="ESO0005300348" val="OLDID"/>
</p:tagLst>
</file>

<file path=ppt/tags/tag91.xml><?xml version="1.0" encoding="utf-8"?>
<p:tagLst xmlns:a="http://schemas.openxmlformats.org/drawingml/2006/main" xmlns:r="http://schemas.openxmlformats.org/officeDocument/2006/relationships" xmlns:p="http://schemas.openxmlformats.org/presentationml/2006/main">
  <p:tag name="ESO0003101346" val="OLDID"/>
  <p:tag name="ESE00019" val="{&quot;index&quot;:19,&quot;name&quot;:null,&quot;color&quot;:0,&quot;uid&quot;:19,&quot;displayname&quot;:&quot;请添加小标题&quot;,&quot;abstypecode&quot;:0,&quot;spid&quot;:53,&quot;nativeid&quot;:10,&quot;isexit&quot;:0,&quot;bhvcode&quot;:&quot;spp&quot;,&quot;oindex&quot;:19,&quot;autoReverse&quot;:false,&quot;isClickTriggered&quot;:false,&quot;rangedatastart&quot;:0.5,&quot;rangedataend&quot;:1.0}"/>
  <p:tag name="ESO0005300348" val="OLDID"/>
</p:tagLst>
</file>

<file path=ppt/tags/tag92.xml><?xml version="1.0" encoding="utf-8"?>
<p:tagLst xmlns:a="http://schemas.openxmlformats.org/drawingml/2006/main" xmlns:r="http://schemas.openxmlformats.org/officeDocument/2006/relationships" xmlns:p="http://schemas.openxmlformats.org/presentationml/2006/main">
  <p:tag name="ESE00001" val="{&quot;index&quot;:1,&quot;name&quot;:null,&quot;color&quot;:0,&quot;uid&quot;:1,&quot;displayname&quot;:&quot;组 14&quot;,&quot;abstypecode&quot;:0,&quot;spid&quot;:15,&quot;nativeid&quot;:10,&quot;isexit&quot;:0,&quot;bhvcode&quot;:&quot;spp&quot;,&quot;oindex&quot;:1,&quot;autoReverse&quot;:false,&quot;isClickTriggered&quot;:false,&quot;rangedatastart&quot;:0.0,&quot;rangedataend&quot;:0.5}"/>
  <p:tag name="ESO0001500328" val="OLDID"/>
</p:tagLst>
</file>

<file path=ppt/tags/tag93.xml><?xml version="1.0" encoding="utf-8"?>
<p:tagLst xmlns:a="http://schemas.openxmlformats.org/drawingml/2006/main" xmlns:r="http://schemas.openxmlformats.org/officeDocument/2006/relationships" xmlns:p="http://schemas.openxmlformats.org/presentationml/2006/main">
  <p:tag name="ESO0000800328" val="OLDID"/>
  <p:tag name="ESE00002" val="{&quot;index&quot;:2,&quot;name&quot;:null,&quot;color&quot;:0,&quot;uid&quot;:2,&quot;displayname&quot;:&quot;独爱礼坊7&quot;,&quot;abstypecode&quot;:0,&quot;spid&quot;:8,&quot;nativeid&quot;:10,&quot;isexit&quot;:0,&quot;bhvcode&quot;:&quot;sppp&quot;,&quot;oindex&quot;:2,&quot;autoReverse&quot;:false,&quot;isClickTriggered&quot;:false,&quot;rangedatastart&quot;:0.25,&quot;rangedataend&quot;:0.75}"/>
</p:tagLst>
</file>

<file path=ppt/tags/tag94.xml><?xml version="1.0" encoding="utf-8"?>
<p:tagLst xmlns:a="http://schemas.openxmlformats.org/drawingml/2006/main" xmlns:r="http://schemas.openxmlformats.org/officeDocument/2006/relationships" xmlns:p="http://schemas.openxmlformats.org/presentationml/2006/main">
  <p:tag name="ESO0001100328" val="OLDID"/>
  <p:tag name="ESE00003" val="{&quot;index&quot;:3,&quot;name&quot;:null,&quot;color&quot;:0,&quot;uid&quot;:3,&quot;displayname&quot;:&quot;选题背景与意义&quot;,&quot;abstypecode&quot;:0,&quot;spid&quot;:11,&quot;nativeid&quot;:10,&quot;isexit&quot;:0,&quot;bhvcode&quot;:&quot;sppp&quot;,&quot;oindex&quot;:3,&quot;autoReverse&quot;:false,&quot;isClickTriggered&quot;:false,&quot;rangedatastart&quot;:0.25,&quot;rangedataend&quot;:1.0}"/>
</p:tagLst>
</file>

<file path=ppt/tags/tag95.xml><?xml version="1.0" encoding="utf-8"?>
<p:tagLst xmlns:a="http://schemas.openxmlformats.org/drawingml/2006/main" xmlns:r="http://schemas.openxmlformats.org/officeDocument/2006/relationships" xmlns:p="http://schemas.openxmlformats.org/presentationml/2006/main">
  <p:tag name="ESE00004" val="{&quot;index&quot;:4,&quot;name&quot;:null,&quot;color&quot;:0,&quot;uid&quot;:4,&quot;displayname&quot;:&quot;连接符 17&quot;,&quot;abstypecode&quot;:0,&quot;spid&quot;:18,&quot;nativeid&quot;:0,&quot;isexit&quot;:0,&quot;bhvcode&quot;:&quot;spp&quot;,&quot;oindex&quot;:4,&quot;autoReverse&quot;:false,&quot;isClickTriggered&quot;:false,&quot;rangedatastart&quot;:0.75,&quot;rangedataend&quot;:1.25}"/>
  <p:tag name="ESO0001800328" val="OLDID"/>
</p:tagLst>
</file>

<file path=ppt/tags/tag96.xml><?xml version="1.0" encoding="utf-8"?>
<p:tagLst xmlns:a="http://schemas.openxmlformats.org/drawingml/2006/main" xmlns:r="http://schemas.openxmlformats.org/officeDocument/2006/relationships" xmlns:p="http://schemas.openxmlformats.org/presentationml/2006/main">
  <p:tag name="ESE00001" val="{&quot;index&quot;:1,&quot;name&quot;:null,&quot;color&quot;:0,&quot;uid&quot;:1,&quot;displayname&quot;:&quot;选题背景与意义&quot;,&quot;abstypecode&quot;:0,&quot;spid&quot;:18,&quot;nativeid&quot;:10,&quot;isexit&quot;:0,&quot;bhvcode&quot;:&quot;spp&quot;,&quot;oindex&quot;:1,&quot;autoReverse&quot;:false,&quot;isClickTriggered&quot;:false,&quot;rangedatastart&quot;:0.0,&quot;rangedataend&quot;:0.5}"/>
  <p:tag name="ESO0001800335" val="OLDID"/>
</p:tagLst>
</file>

<file path=ppt/tags/tag97.xml><?xml version="1.0" encoding="utf-8"?>
<p:tagLst xmlns:a="http://schemas.openxmlformats.org/drawingml/2006/main" xmlns:r="http://schemas.openxmlformats.org/officeDocument/2006/relationships" xmlns:p="http://schemas.openxmlformats.org/presentationml/2006/main">
  <p:tag name="ESE00013" val="{&quot;index&quot;:13,&quot;name&quot;:null,&quot;color&quot;:0,&quot;uid&quot;:13,&quot;displayname&quot;:&quot;图形&quot;,&quot;abstypecode&quot;:0,&quot;spid&quot;:12,&quot;nativeid&quot;:10,&quot;isexit&quot;:0,&quot;bhvcode&quot;:&quot;spp&quot;,&quot;oindex&quot;:13,&quot;autoReverse&quot;:false,&quot;isClickTriggered&quot;:false,&quot;rangedatastart&quot;:0.20000000298023224,&quot;rangedataend&quot;:0.699999988079071}"/>
  <p:tag name="ESO0001200335" val="OLDID"/>
</p:tagLst>
</file>

<file path=ppt/tags/tag98.xml><?xml version="1.0" encoding="utf-8"?>
<p:tagLst xmlns:a="http://schemas.openxmlformats.org/drawingml/2006/main" xmlns:r="http://schemas.openxmlformats.org/officeDocument/2006/relationships" xmlns:p="http://schemas.openxmlformats.org/presentationml/2006/main">
  <p:tag name="ESE00004" val="{&quot;index&quot;:4,&quot;name&quot;:null,&quot;color&quot;:0,&quot;uid&quot;:4,&quot;displayname&quot;:&quot;单击此处输入你的正文,文字是您思想的提炼,为了最终演示发布的良好效果,请尽量言简意赅的阐述观点；根据需要可酌情增减文字,以便观者可以准确理解您所传达的信息。&quot;,&quot;abstypecode&quot;:0,&quot;spid&quot;:34,&quot;nativeid&quot;:0,&quot;isexit&quot;:0,&quot;bhvcode&quot;:&quot;spp&quot;,&quot;oindex&quot;:4,&quot;autoReverse&quot;:false,&quot;isClickTriggered&quot;:false,&quot;rangedatastart&quot;:0.0,&quot;rangedataend&quot;:0.5}"/>
  <p:tag name="ESO0003400335" val="OLDID"/>
</p:tagLst>
</file>

<file path=ppt/tags/tag99.xml><?xml version="1.0" encoding="utf-8"?>
<p:tagLst xmlns:a="http://schemas.openxmlformats.org/drawingml/2006/main" xmlns:r="http://schemas.openxmlformats.org/officeDocument/2006/relationships" xmlns:p="http://schemas.openxmlformats.org/presentationml/2006/main">
  <p:tag name="ESE00005" val="{&quot;index&quot;:5,&quot;name&quot;:null,&quot;color&quot;:0,&quot;uid&quot;:5,&quot;displayname&quot;:&quot;请添加标题&quot;,&quot;abstypecode&quot;:0,&quot;spid&quot;:35,&quot;nativeid&quot;:0,&quot;isexit&quot;:0,&quot;bhvcode&quot;:&quot;spp&quot;,&quot;oindex&quot;:5,&quot;autoReverse&quot;:false,&quot;isClickTriggered&quot;:false,&quot;rangedatastart&quot;:0.0,&quot;rangedataend&quot;:0.5}"/>
  <p:tag name="ESO0003500335" val="OLDID"/>
</p:tagLst>
</file>

<file path=ppt/tags/tag100.xml><?xml version="1.0" encoding="utf-8"?>
<p:tagLst xmlns:a="http://schemas.openxmlformats.org/drawingml/2006/main" xmlns:r="http://schemas.openxmlformats.org/officeDocument/2006/relationships" xmlns:p="http://schemas.openxmlformats.org/presentationml/2006/main">
  <p:tag name="ESE00006" val="{&quot;index&quot;:6,&quot;name&quot;:null,&quot;color&quot;:0,&quot;uid&quot;:6,&quot;displayname&quot;:&quot;20XX&quot;,&quot;abstypecode&quot;:0,&quot;spid&quot;:36,&quot;nativeid&quot;:0,&quot;isexit&quot;:0,&quot;bhvcode&quot;:&quot;spp&quot;,&quot;oindex&quot;:6,&quot;autoReverse&quot;:false,&quot;isClickTriggered&quot;:false,&quot;rangedatastart&quot;:0.0,&quot;rangedataend&quot;:0.5}"/>
  <p:tag name="ESO0003600335" val="OLDID"/>
</p:tagLst>
</file>

<file path=ppt/tags/tag101.xml><?xml version="1.0" encoding="utf-8"?>
<p:tagLst xmlns:a="http://schemas.openxmlformats.org/drawingml/2006/main" xmlns:r="http://schemas.openxmlformats.org/officeDocument/2006/relationships" xmlns:p="http://schemas.openxmlformats.org/presentationml/2006/main">
  <p:tag name="ESE00007" val="{&quot;index&quot;:7,&quot;name&quot;:null,&quot;color&quot;:0,&quot;uid&quot;:7,&quot;displayname&quot;:&quot;连接符 36&quot;,&quot;abstypecode&quot;:0,&quot;spid&quot;:37,&quot;nativeid&quot;:0,&quot;isexit&quot;:0,&quot;bhvcode&quot;:&quot;spp&quot;,&quot;oindex&quot;:7,&quot;autoReverse&quot;:false,&quot;isClickTriggered&quot;:false,&quot;rangedatastart&quot;:0.0,&quot;rangedataend&quot;:0.5}"/>
  <p:tag name="ESO0003700335" val="OLDID"/>
</p:tagLst>
</file>

<file path=ppt/tags/tag102.xml><?xml version="1.0" encoding="utf-8"?>
<p:tagLst xmlns:a="http://schemas.openxmlformats.org/drawingml/2006/main" xmlns:r="http://schemas.openxmlformats.org/officeDocument/2006/relationships" xmlns:p="http://schemas.openxmlformats.org/presentationml/2006/main">
  <p:tag name="ESE00026" val="{&quot;index&quot;:26,&quot;name&quot;:null,&quot;color&quot;:0,&quot;uid&quot;:26,&quot;displayname&quot;:&quot;Designer简10&quot;,&quot;abstypecode&quot;:0,&quot;spid&quot;:39,&quot;nativeid&quot;:10,&quot;isexit&quot;:0,&quot;bhvcode&quot;:&quot;spp&quot;,&quot;oindex&quot;:26,&quot;autoReverse&quot;:false,&quot;isClickTriggered&quot;:false,&quot;rangedatastart&quot;:0.20000000298023224,&quot;rangedataend&quot;:0.699999988079071}"/>
  <p:tag name="ESO0003900335" val="OLDID"/>
</p:tagLst>
</file>

<file path=ppt/tags/tag103.xml><?xml version="1.0" encoding="utf-8"?>
<p:tagLst xmlns:a="http://schemas.openxmlformats.org/drawingml/2006/main" xmlns:r="http://schemas.openxmlformats.org/officeDocument/2006/relationships" xmlns:p="http://schemas.openxmlformats.org/presentationml/2006/main">
  <p:tag name="ESE00028" val="{&quot;index&quot;:28,&quot;name&quot;:null,&quot;color&quot;:0,&quot;uid&quot;:28,&quot;displayname&quot;:&quot;图形 44&quot;,&quot;abstypecode&quot;:0,&quot;spid&quot;:41,&quot;nativeid&quot;:10,&quot;isexit&quot;:0,&quot;bhvcode&quot;:&quot;spp&quot;,&quot;oindex&quot;:28,&quot;autoReverse&quot;:false,&quot;isClickTriggered&quot;:false,&quot;rangedatastart&quot;:0.20000000298023224,&quot;rangedataend&quot;:0.699999988079071}"/>
  <p:tag name="ESO0004100335" val="OLDID"/>
</p:tagLst>
</file>

<file path=ppt/tags/tag104.xml><?xml version="1.0" encoding="utf-8"?>
<p:tagLst xmlns:a="http://schemas.openxmlformats.org/drawingml/2006/main" xmlns:r="http://schemas.openxmlformats.org/officeDocument/2006/relationships" xmlns:p="http://schemas.openxmlformats.org/presentationml/2006/main">
  <p:tag name="ESE00030" val="{&quot;index&quot;:30,&quot;name&quot;:null,&quot;color&quot;:0,&quot;uid&quot;:30,&quot;displayname&quot;:&quot;图形 2986&quot;,&quot;abstypecode&quot;:0,&quot;spid&quot;:43,&quot;nativeid&quot;:10,&quot;isexit&quot;:0,&quot;bhvcode&quot;:&quot;spp&quot;,&quot;oindex&quot;:30,&quot;autoReverse&quot;:false,&quot;isClickTriggered&quot;:false,&quot;rangedatastart&quot;:0.20000000298023224,&quot;rangedataend&quot;:0.699999988079071}"/>
  <p:tag name="ESO0004300335" val="OLDID"/>
</p:tagLst>
</file>

<file path=ppt/tags/tag105.xml><?xml version="1.0" encoding="utf-8"?>
<p:tagLst xmlns:a="http://schemas.openxmlformats.org/drawingml/2006/main" xmlns:r="http://schemas.openxmlformats.org/officeDocument/2006/relationships" xmlns:p="http://schemas.openxmlformats.org/presentationml/2006/main">
  <p:tag name="ESE00001" val="{&quot;index&quot;:1,&quot;name&quot;:null,&quot;color&quot;:0,&quot;uid&quot;:1,&quot;displayname&quot;:&quot;选题背景与意义&quot;,&quot;abstypecode&quot;:0,&quot;spid&quot;:18,&quot;nativeid&quot;:10,&quot;isexit&quot;:0,&quot;bhvcode&quot;:&quot;spp&quot;,&quot;oindex&quot;:1,&quot;autoReverse&quot;:false,&quot;isClickTriggered&quot;:false,&quot;rangedatastart&quot;:0.0,&quot;rangedataend&quot;:0.5}"/>
  <p:tag name="ESO0001800354" val="OLDID"/>
</p:tagLst>
</file>

<file path=ppt/tags/tag106.xml><?xml version="1.0" encoding="utf-8"?>
<p:tagLst xmlns:a="http://schemas.openxmlformats.org/drawingml/2006/main" xmlns:r="http://schemas.openxmlformats.org/officeDocument/2006/relationships" xmlns:p="http://schemas.openxmlformats.org/presentationml/2006/main">
  <p:tag name="ESO0004300354" val="OLDID"/>
  <p:tag name="ESE00011" val="{&quot;index&quot;:11,&quot;name&quot;:null,&quot;color&quot;:0,&quot;uid&quot;:11,&quot;displayname&quot;:&quot;图形 13&quot;,&quot;abstypecode&quot;:0,&quot;spid&quot;:43,&quot;nativeid&quot;:10,&quot;isexit&quot;:0,&quot;bhvcode&quot;:&quot;sppp&quot;,&quot;oindex&quot;:11,&quot;autoReverse&quot;:false,&quot;isClickTriggered&quot;:false,&quot;rangedatastart&quot;:0.5,&quot;rangedataend&quot;:1.0}"/>
</p:tagLst>
</file>

<file path=ppt/tags/tag107.xml><?xml version="1.0" encoding="utf-8"?>
<p:tagLst xmlns:a="http://schemas.openxmlformats.org/drawingml/2006/main" xmlns:r="http://schemas.openxmlformats.org/officeDocument/2006/relationships" xmlns:p="http://schemas.openxmlformats.org/presentationml/2006/main">
  <p:tag name="ESO0004400354" val="OLDID"/>
  <p:tag name="ESE00012" val="{&quot;index&quot;:12,&quot;name&quot;:null,&quot;color&quot;:0,&quot;uid&quot;:12,&quot;displayname&quot;:&quot;图形 15&quot;,&quot;abstypecode&quot;:0,&quot;spid&quot;:44,&quot;nativeid&quot;:10,&quot;isexit&quot;:0,&quot;bhvcode&quot;:&quot;sppp&quot;,&quot;oindex&quot;:12,&quot;autoReverse&quot;:false,&quot;isClickTriggered&quot;:false,&quot;rangedatastart&quot;:0.5,&quot;rangedataend&quot;:1.0}"/>
</p:tagLst>
</file>

<file path=ppt/tags/tag108.xml><?xml version="1.0" encoding="utf-8"?>
<p:tagLst xmlns:a="http://schemas.openxmlformats.org/drawingml/2006/main" xmlns:r="http://schemas.openxmlformats.org/officeDocument/2006/relationships" xmlns:p="http://schemas.openxmlformats.org/presentationml/2006/main">
  <p:tag name="ESO0004500354" val="OLDID"/>
  <p:tag name="ESE00013" val="{&quot;index&quot;:13,&quot;name&quot;:null,&quot;color&quot;:0,&quot;uid&quot;:13,&quot;displayname&quot;:&quot;形状&quot;,&quot;abstypecode&quot;:0,&quot;spid&quot;:45,&quot;nativeid&quot;:10,&quot;isexit&quot;:0,&quot;bhvcode&quot;:&quot;sppp&quot;,&quot;oindex&quot;:13,&quot;autoReverse&quot;:false,&quot;isClickTriggered&quot;:false,&quot;rangedatastart&quot;:0.5,&quot;rangedataend&quot;:1.0}"/>
</p:tagLst>
</file>

<file path=ppt/tags/tag109.xml><?xml version="1.0" encoding="utf-8"?>
<p:tagLst xmlns:a="http://schemas.openxmlformats.org/drawingml/2006/main" xmlns:r="http://schemas.openxmlformats.org/officeDocument/2006/relationships" xmlns:p="http://schemas.openxmlformats.org/presentationml/2006/main">
  <p:tag name="ESO0004600354" val="OLDID"/>
  <p:tag name="ESE00014" val="{&quot;index&quot;:14,&quot;name&quot;:null,&quot;color&quot;:0,&quot;uid&quot;:14,&quot;displayname&quot;:&quot;形状&quot;,&quot;abstypecode&quot;:0,&quot;spid&quot;:46,&quot;nativeid&quot;:10,&quot;isexit&quot;:0,&quot;bhvcode&quot;:&quot;sppp&quot;,&quot;oindex&quot;:14,&quot;autoReverse&quot;:false,&quot;isClickTriggered&quot;:false,&quot;rangedatastart&quot;:0.5,&quot;rangedataend&quot;:1.0}"/>
</p:tagLst>
</file>

<file path=ppt/tags/tag110.xml><?xml version="1.0" encoding="utf-8"?>
<p:tagLst xmlns:a="http://schemas.openxmlformats.org/drawingml/2006/main" xmlns:r="http://schemas.openxmlformats.org/officeDocument/2006/relationships" xmlns:p="http://schemas.openxmlformats.org/presentationml/2006/main">
  <p:tag name="ESO0004700354" val="OLDID"/>
  <p:tag name="ESE00015" val="{&quot;index&quot;:15,&quot;name&quot;:null,&quot;color&quot;:0,&quot;uid&quot;:15,&quot;displayname&quot;:&quot;形状&quot;,&quot;abstypecode&quot;:0,&quot;spid&quot;:47,&quot;nativeid&quot;:10,&quot;isexit&quot;:0,&quot;bhvcode&quot;:&quot;sppp&quot;,&quot;oindex&quot;:15,&quot;autoReverse&quot;:false,&quot;isClickTriggered&quot;:false,&quot;rangedatastart&quot;:0.5,&quot;rangedataend&quot;:1.0}"/>
</p:tagLst>
</file>

<file path=ppt/tags/tag111.xml><?xml version="1.0" encoding="utf-8"?>
<p:tagLst xmlns:a="http://schemas.openxmlformats.org/drawingml/2006/main" xmlns:r="http://schemas.openxmlformats.org/officeDocument/2006/relationships" xmlns:p="http://schemas.openxmlformats.org/presentationml/2006/main">
  <p:tag name="ESO0001800796" val="OLDID"/>
  <p:tag name="TEXTGLOW" val="0"/>
  <p:tag name="TEXTREFLECTION" val="0"/>
  <p:tag name="LINERULEAFTER" val="-1"/>
  <p:tag name="MARGINBOTTOM" val="0"/>
  <p:tag name="MARGINRIGHT" val="0"/>
  <p:tag name="MARGINLEFT" val="0"/>
  <p:tag name="MARGINTOP" val="0"/>
  <p:tag name="FONTSIZE" val="20"/>
  <p:tag name="SOFTEDGE" val="0"/>
  <p:tag name="SHAPEGLOW" val="0"/>
  <p:tag name="SHAPEREFLECTION" val="-2.147484E+09"/>
  <p:tag name="HEIGHT" val="24.23441"/>
  <p:tag name="WIDTH" val="102.6994"/>
  <p:tag name="LEFT" val="140.9083"/>
  <p:tag name="TOP" val="257.8583"/>
  <p:tag name="ESE00001" val="{&quot;index&quot;:1,&quot;name&quot;:null,&quot;color&quot;:0,&quot;uid&quot;:1,&quot;displayname&quot;:&quot;添加标题&quot;,&quot;abstypecode&quot;:0,&quot;spid&quot;:28,&quot;nativeid&quot;:10,&quot;isexit&quot;:0,&quot;bhvcode&quot;:&quot;spp&quot;,&quot;oindex&quot;:7,&quot;autoReverse&quot;:false,&quot;isClickTriggered&quot;:false,&quot;rangedatastart&quot;:0.0,&quot;rangedataend&quot;:0.5}"/>
  <p:tag name="ESO0002800330" val="OLDID"/>
</p:tagLst>
</file>

<file path=ppt/tags/tag112.xml><?xml version="1.0" encoding="utf-8"?>
<p:tagLst xmlns:a="http://schemas.openxmlformats.org/drawingml/2006/main" xmlns:r="http://schemas.openxmlformats.org/officeDocument/2006/relationships" xmlns:p="http://schemas.openxmlformats.org/presentationml/2006/main">
  <p:tag name="ESO0001900796" val="OLDID"/>
  <p:tag name="TEXTGLOW" val="0"/>
  <p:tag name="TEXTREFLECTION" val="0"/>
  <p:tag name="LINERULEAFTER" val="-1"/>
  <p:tag name="MARGINBOTTOM" val="3.6"/>
  <p:tag name="MARGINRIGHT" val="7.2"/>
  <p:tag name="MARGINLEFT" val="7.2"/>
  <p:tag name="MARGINTOP" val="3.6"/>
  <p:tag name="FONTSIZE" val="32"/>
  <p:tag name="SOFTEDGE" val="0"/>
  <p:tag name="SHAPEGLOW" val="0"/>
  <p:tag name="SHAPEREFLECTION" val="-2.147484E+09"/>
  <p:tag name="HEIGHT" val="46.04528"/>
  <p:tag name="WIDTH" val="70.33015"/>
  <p:tag name="LEFT" val="161.2372"/>
  <p:tag name="TOP" val="282.8427"/>
  <p:tag name="ESE00002" val="{&quot;index&quot;:2,&quot;name&quot;:null,&quot;color&quot;:0,&quot;uid&quot;:2,&quot;displayname&quot;:&quot;40%&quot;,&quot;abstypecode&quot;:0,&quot;spid&quot;:29,&quot;nativeid&quot;:10,&quot;isexit&quot;:0,&quot;bhvcode&quot;:&quot;spp&quot;,&quot;oindex&quot;:8,&quot;autoReverse&quot;:false,&quot;isClickTriggered&quot;:false,&quot;rangedatastart&quot;:0.0,&quot;rangedataend&quot;:0.5}"/>
  <p:tag name="ESO0002900330" val="OLDID"/>
</p:tagLst>
</file>

<file path=ppt/tags/tag113.xml><?xml version="1.0" encoding="utf-8"?>
<p:tagLst xmlns:a="http://schemas.openxmlformats.org/drawingml/2006/main" xmlns:r="http://schemas.openxmlformats.org/officeDocument/2006/relationships" xmlns:p="http://schemas.openxmlformats.org/presentationml/2006/main">
  <p:tag name="ESO0001600796" val="OLDID"/>
  <p:tag name="TEXTGLOW" val="0"/>
  <p:tag name="TEXTREFLECTION" val="0"/>
  <p:tag name="LINERULEAFTER" val="-1"/>
  <p:tag name="MARGINBOTTOM" val="3.6"/>
  <p:tag name="MARGINRIGHT" val="7.2"/>
  <p:tag name="MARGINLEFT" val="7.2"/>
  <p:tag name="MARGINTOP" val="3.6"/>
  <p:tag name="FONTSIZE" val="32"/>
  <p:tag name="SOFTEDGE" val="0"/>
  <p:tag name="SHAPEGLOW" val="0"/>
  <p:tag name="SHAPEREFLECTION" val="-2.147484E+09"/>
  <p:tag name="HEIGHT" val="46.04528"/>
  <p:tag name="WIDTH" val="70.33015"/>
  <p:tag name="LEFT" val="277.0843"/>
  <p:tag name="TOP" val="371.7761"/>
  <p:tag name="ESE00005" val="{&quot;index&quot;:5,&quot;name&quot;:null,&quot;color&quot;:0,&quot;uid&quot;:5,&quot;displayname&quot;:&quot;30%&quot;,&quot;abstypecode&quot;:0,&quot;spid&quot;:32,&quot;nativeid&quot;:10,&quot;isexit&quot;:0,&quot;bhvcode&quot;:&quot;spp&quot;,&quot;oindex&quot;:11,&quot;autoReverse&quot;:false,&quot;isClickTriggered&quot;:false,&quot;rangedatastart&quot;:0.0,&quot;rangedataend&quot;:0.5}"/>
  <p:tag name="ESO0003200330" val="OLDID"/>
</p:tagLst>
</file>

<file path=ppt/tags/tag114.xml><?xml version="1.0" encoding="utf-8"?>
<p:tagLst xmlns:a="http://schemas.openxmlformats.org/drawingml/2006/main" xmlns:r="http://schemas.openxmlformats.org/officeDocument/2006/relationships" xmlns:p="http://schemas.openxmlformats.org/presentationml/2006/main">
  <p:tag name="ESO0001200796" val="OLDID"/>
  <p:tag name="TEXTGLOW" val="0"/>
  <p:tag name="TEXTREFLECTION" val="0"/>
  <p:tag name="LINERULEAFTER" val="-1"/>
  <p:tag name="MARGINBOTTOM" val="0"/>
  <p:tag name="MARGINRIGHT" val="0"/>
  <p:tag name="MARGINLEFT" val="0"/>
  <p:tag name="MARGINTOP" val="0"/>
  <p:tag name="FONTSIZE" val="14"/>
  <p:tag name="SOFTEDGE" val="0"/>
  <p:tag name="SHAPEGLOW" val="0"/>
  <p:tag name="SHAPEREFLECTION" val="-2.147484E+09"/>
  <p:tag name="HEIGHT" val="16.96409"/>
  <p:tag name="WIDTH" val="70.96945"/>
  <p:tag name="LEFT" val="341.3064"/>
  <p:tag name="TOP" val="263.1741"/>
  <p:tag name="ESE00007" val="{&quot;index&quot;:7,&quot;name&quot;:null,&quot;color&quot;:0,&quot;uid&quot;:7,&quot;displayname&quot;:&quot;添加标题&quot;,&quot;abstypecode&quot;:0,&quot;spid&quot;:34,&quot;nativeid&quot;:10,&quot;isexit&quot;:0,&quot;bhvcode&quot;:&quot;spp&quot;,&quot;oindex&quot;:13,&quot;autoReverse&quot;:false,&quot;isClickTriggered&quot;:false,&quot;rangedatastart&quot;:0.0,&quot;rangedataend&quot;:0.5}"/>
  <p:tag name="ESO0003400330" val="OLDID"/>
</p:tagLst>
</file>

<file path=ppt/tags/tag115.xml><?xml version="1.0" encoding="utf-8"?>
<p:tagLst xmlns:a="http://schemas.openxmlformats.org/drawingml/2006/main" xmlns:r="http://schemas.openxmlformats.org/officeDocument/2006/relationships" xmlns:p="http://schemas.openxmlformats.org/presentationml/2006/main">
  <p:tag name="ESO0001300796" val="OLDID"/>
  <p:tag name="TEXTGLOW" val="0"/>
  <p:tag name="TEXTREFLECTION" val="0"/>
  <p:tag name="LINERULEAFTER" val="-1"/>
  <p:tag name="MARGINBOTTOM" val="3.6"/>
  <p:tag name="MARGINRIGHT" val="7.2"/>
  <p:tag name="MARGINLEFT" val="7.2"/>
  <p:tag name="MARGINTOP" val="3.6"/>
  <p:tag name="FONTSIZE" val="32"/>
  <p:tag name="SOFTEDGE" val="0"/>
  <p:tag name="SHAPEGLOW" val="0"/>
  <p:tag name="SHAPEREFLECTION" val="-2.147484E+09"/>
  <p:tag name="HEIGHT" val="46.04528"/>
  <p:tag name="WIDTH" val="70.33015"/>
  <p:tag name="LEFT" val="346.1472"/>
  <p:tag name="TOP" val="276.7582"/>
  <p:tag name="ESE00008" val="{&quot;index&quot;:8,&quot;name&quot;:null,&quot;color&quot;:0,&quot;uid&quot;:8,&quot;displayname&quot;:&quot;20%&quot;,&quot;abstypecode&quot;:0,&quot;spid&quot;:35,&quot;nativeid&quot;:10,&quot;isexit&quot;:0,&quot;bhvcode&quot;:&quot;spp&quot;,&quot;oindex&quot;:14,&quot;autoReverse&quot;:false,&quot;isClickTriggered&quot;:false,&quot;rangedatastart&quot;:0.0,&quot;rangedataend&quot;:0.5}"/>
  <p:tag name="ESO0003500330" val="OLDID"/>
</p:tagLst>
</file>

<file path=ppt/tags/tag116.xml><?xml version="1.0" encoding="utf-8"?>
<p:tagLst xmlns:a="http://schemas.openxmlformats.org/drawingml/2006/main" xmlns:r="http://schemas.openxmlformats.org/officeDocument/2006/relationships" xmlns:p="http://schemas.openxmlformats.org/presentationml/2006/main">
  <p:tag name="ESO0000900796" val="OLDID"/>
  <p:tag name="TEXTGLOW" val="0"/>
  <p:tag name="TEXTREFLECTION" val="0"/>
  <p:tag name="LINERULEAFTER" val="-1"/>
  <p:tag name="MARGINBOTTOM" val="0"/>
  <p:tag name="MARGINRIGHT" val="0"/>
  <p:tag name="MARGINLEFT" val="0"/>
  <p:tag name="MARGINTOP" val="0"/>
  <p:tag name="FONTSIZE" val="12"/>
  <p:tag name="SOFTEDGE" val="0"/>
  <p:tag name="SHAPEGLOW" val="0"/>
  <p:tag name="SHAPEREFLECTION" val="-2.147484E+09"/>
  <p:tag name="HEIGHT" val="14.54063"/>
  <p:tag name="WIDTH" val="55.00189"/>
  <p:tag name="LEFT" val="274.2128"/>
  <p:tag name="TOP" val="206.1395"/>
  <p:tag name="ESE00010" val="{&quot;index&quot;:10,&quot;name&quot;:null,&quot;color&quot;:0,&quot;uid&quot;:10,&quot;displayname&quot;:&quot;添加标题&quot;,&quot;abstypecode&quot;:0,&quot;spid&quot;:37,&quot;nativeid&quot;:10,&quot;isexit&quot;:0,&quot;bhvcode&quot;:&quot;spp&quot;,&quot;oindex&quot;:16,&quot;autoReverse&quot;:false,&quot;isClickTriggered&quot;:false,&quot;rangedatastart&quot;:0.0,&quot;rangedataend&quot;:0.5}"/>
  <p:tag name="ESO0003700330" val="OLDID"/>
</p:tagLst>
</file>

<file path=ppt/tags/tag117.xml><?xml version="1.0" encoding="utf-8"?>
<p:tagLst xmlns:a="http://schemas.openxmlformats.org/drawingml/2006/main" xmlns:r="http://schemas.openxmlformats.org/officeDocument/2006/relationships" xmlns:p="http://schemas.openxmlformats.org/presentationml/2006/main">
  <p:tag name="ESO0001000796" val="OLDID"/>
  <p:tag name="TEXTGLOW" val="0"/>
  <p:tag name="TEXTREFLECTION" val="0"/>
  <p:tag name="LINERULEAFTER" val="-1"/>
  <p:tag name="MARGINBOTTOM" val="3.6"/>
  <p:tag name="MARGINRIGHT" val="7.2"/>
  <p:tag name="MARGINLEFT" val="7.2"/>
  <p:tag name="MARGINTOP" val="3.6"/>
  <p:tag name="FONTSIZE" val="24"/>
  <p:tag name="SOFTEDGE" val="0"/>
  <p:tag name="SHAPEGLOW" val="0"/>
  <p:tag name="SHAPEREFLECTION" val="-2.147484E+09"/>
  <p:tag name="HEIGHT" val="36.35157"/>
  <p:tag name="WIDTH" val="56.69835"/>
  <p:tag name="LEFT" val="279.9782"/>
  <p:tag name="TOP" val="216.9551"/>
  <p:tag name="ESE00011" val="{&quot;index&quot;:11,&quot;name&quot;:null,&quot;color&quot;:0,&quot;uid&quot;:11,&quot;displayname&quot;:&quot;10%&quot;,&quot;abstypecode&quot;:0,&quot;spid&quot;:38,&quot;nativeid&quot;:10,&quot;isexit&quot;:0,&quot;bhvcode&quot;:&quot;spp&quot;,&quot;oindex&quot;:17,&quot;autoReverse&quot;:false,&quot;isClickTriggered&quot;:false,&quot;rangedatastart&quot;:0.0,&quot;rangedataend&quot;:0.5}"/>
  <p:tag name="ESO0003800330" val="OLDID"/>
</p:tagLst>
</file>

<file path=ppt/tags/tag118.xml><?xml version="1.0" encoding="utf-8"?>
<p:tagLst xmlns:a="http://schemas.openxmlformats.org/drawingml/2006/main" xmlns:r="http://schemas.openxmlformats.org/officeDocument/2006/relationships" xmlns:p="http://schemas.openxmlformats.org/presentationml/2006/main">
  <p:tag name="ESE00001" val="{&quot;index&quot;:1,&quot;name&quot;:null,&quot;color&quot;:0,&quot;uid&quot;:1,&quot;displayname&quot;:&quot;组 14&quot;,&quot;abstypecode&quot;:0,&quot;spid&quot;:15,&quot;nativeid&quot;:10,&quot;isexit&quot;:0,&quot;bhvcode&quot;:&quot;spp&quot;,&quot;oindex&quot;:1,&quot;autoReverse&quot;:false,&quot;isClickTriggered&quot;:false,&quot;rangedatastart&quot;:0.0,&quot;rangedataend&quot;:0.5}"/>
  <p:tag name="ESO0001500328" val="OLDID"/>
</p:tagLst>
</file>

<file path=ppt/tags/tag119.xml><?xml version="1.0" encoding="utf-8"?>
<p:tagLst xmlns:a="http://schemas.openxmlformats.org/drawingml/2006/main" xmlns:r="http://schemas.openxmlformats.org/officeDocument/2006/relationships" xmlns:p="http://schemas.openxmlformats.org/presentationml/2006/main">
  <p:tag name="ESO0000800328" val="OLDID"/>
  <p:tag name="ESE00002" val="{&quot;index&quot;:2,&quot;name&quot;:null,&quot;color&quot;:0,&quot;uid&quot;:2,&quot;displayname&quot;:&quot;独爱礼坊7&quot;,&quot;abstypecode&quot;:0,&quot;spid&quot;:8,&quot;nativeid&quot;:10,&quot;isexit&quot;:0,&quot;bhvcode&quot;:&quot;sppp&quot;,&quot;oindex&quot;:2,&quot;autoReverse&quot;:false,&quot;isClickTriggered&quot;:false,&quot;rangedatastart&quot;:0.25,&quot;rangedataend&quot;:0.75}"/>
</p:tagLst>
</file>

<file path=ppt/tags/tag120.xml><?xml version="1.0" encoding="utf-8"?>
<p:tagLst xmlns:a="http://schemas.openxmlformats.org/drawingml/2006/main" xmlns:r="http://schemas.openxmlformats.org/officeDocument/2006/relationships" xmlns:p="http://schemas.openxmlformats.org/presentationml/2006/main">
  <p:tag name="ESO0001100328" val="OLDID"/>
  <p:tag name="ESE00003" val="{&quot;index&quot;:3,&quot;name&quot;:null,&quot;color&quot;:0,&quot;uid&quot;:3,&quot;displayname&quot;:&quot;选题背景与意义&quot;,&quot;abstypecode&quot;:0,&quot;spid&quot;:11,&quot;nativeid&quot;:10,&quot;isexit&quot;:0,&quot;bhvcode&quot;:&quot;sppp&quot;,&quot;oindex&quot;:3,&quot;autoReverse&quot;:false,&quot;isClickTriggered&quot;:false,&quot;rangedatastart&quot;:0.25,&quot;rangedataend&quot;:1.0}"/>
</p:tagLst>
</file>

<file path=ppt/tags/tag121.xml><?xml version="1.0" encoding="utf-8"?>
<p:tagLst xmlns:a="http://schemas.openxmlformats.org/drawingml/2006/main" xmlns:r="http://schemas.openxmlformats.org/officeDocument/2006/relationships" xmlns:p="http://schemas.openxmlformats.org/presentationml/2006/main">
  <p:tag name="ESE00004" val="{&quot;index&quot;:4,&quot;name&quot;:null,&quot;color&quot;:0,&quot;uid&quot;:4,&quot;displayname&quot;:&quot;连接符 17&quot;,&quot;abstypecode&quot;:0,&quot;spid&quot;:18,&quot;nativeid&quot;:0,&quot;isexit&quot;:0,&quot;bhvcode&quot;:&quot;spp&quot;,&quot;oindex&quot;:4,&quot;autoReverse&quot;:false,&quot;isClickTriggered&quot;:false,&quot;rangedatastart&quot;:0.75,&quot;rangedataend&quot;:1.25}"/>
  <p:tag name="ESO0001800328" val="OLDID"/>
</p:tagLst>
</file>

<file path=ppt/tags/tag122.xml><?xml version="1.0" encoding="utf-8"?>
<p:tagLst xmlns:a="http://schemas.openxmlformats.org/drawingml/2006/main" xmlns:r="http://schemas.openxmlformats.org/officeDocument/2006/relationships" xmlns:p="http://schemas.openxmlformats.org/presentationml/2006/main">
  <p:tag name="ESE00004" val="{&quot;index&quot;:4,&quot;name&quot;:null,&quot;color&quot;:0,&quot;uid&quot;:4,&quot;displayname&quot;:&quot;选题背景与意义&quot;,&quot;abstypecode&quot;:0,&quot;spid&quot;:18,&quot;nativeid&quot;:10,&quot;isexit&quot;:0,&quot;bhvcode&quot;:&quot;spp&quot;,&quot;oindex&quot;:4,&quot;autoReverse&quot;:false,&quot;isClickTriggered&quot;:false,&quot;rangedatastart&quot;:0.0,&quot;rangedataend&quot;:0.5}"/>
  <p:tag name="ESO0001800333" val="OLDID"/>
</p:tagLst>
</file>

<file path=ppt/theme/theme1.xml><?xml version="1.0" encoding="utf-8"?>
<a:theme xmlns:a="http://schemas.openxmlformats.org/drawingml/2006/main" name="第一PPT，www.1ppt.com">
  <a:themeElements>
    <a:clrScheme name="Office">
      <a:dk1>
        <a:srgbClr val="000000"/>
      </a:dk1>
      <a:lt1>
        <a:srgbClr val="FFFFFF"/>
      </a:lt1>
      <a:dk2>
        <a:srgbClr val="E60012"/>
      </a:dk2>
      <a:lt2>
        <a:srgbClr val="E7E6E6"/>
      </a:lt2>
      <a:accent1>
        <a:srgbClr val="344778"/>
      </a:accent1>
      <a:accent2>
        <a:srgbClr val="ED7D31"/>
      </a:accent2>
      <a:accent3>
        <a:srgbClr val="A5A5A5"/>
      </a:accent3>
      <a:accent4>
        <a:srgbClr val="FFC000"/>
      </a:accent4>
      <a:accent5>
        <a:srgbClr val="C00101"/>
      </a:accent5>
      <a:accent6>
        <a:srgbClr val="FFE699"/>
      </a:accent6>
      <a:hlink>
        <a:srgbClr val="0563C1"/>
      </a:hlink>
      <a:folHlink>
        <a:srgbClr val="954F72"/>
      </a:folHlink>
    </a:clrScheme>
    <a:fontScheme name="思源宋体">
      <a:majorFont>
        <a:latin typeface="思源宋体 CN Heavy"/>
        <a:ea typeface="思源宋体 CN Heavy"/>
        <a:cs typeface=""/>
      </a:majorFont>
      <a:minorFont>
        <a:latin typeface="思源黑体 CN Regular"/>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Regular"/>
        <a:ea typeface=""/>
        <a:cs typeface=""/>
        <a:font script="Jpan" typeface="游ゴシック"/>
        <a:font script="Hang" typeface="맑은 고딕"/>
        <a:font script="Hans" typeface="思源黑体 CN Regular"/>
        <a:font script="Hant" typeface="新細明體"/>
        <a:font script="Arab" typeface="思源黑体 CN Regular"/>
        <a:font script="Hebr" typeface="思源黑体 CN Regula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Regula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Regular"/>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Regular"/>
        <a:ea typeface=""/>
        <a:cs typeface=""/>
        <a:font script="Jpan" typeface="ＭＳ Ｐゴシック"/>
        <a:font script="Hang" typeface="맑은 고딕"/>
        <a:font script="Hans" typeface="思源黑体 CN Regular"/>
        <a:font script="Hant" typeface="新細明體"/>
        <a:font script="Arab" typeface="思源黑体 CN Regular"/>
        <a:font script="Hebr" typeface="思源黑体 CN Regula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Regula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item1.xml><?xml version="1.0" encoding="utf-8"?>
<xseqc xmlns:xsd="http://www.w3.org/2001/XMLSchema" xmlns:xsi="http://www.w3.org/2001/XMLSchema-instance">
  <xeff index="1" displayname="燕尾形 2" abstypecode="0" spid="31" nativeid="10" isexit="0" bhvcode="spp" oindex="1">
    <color red="0" green="0" blue="0"/>
    <uid>1</uid>
    <rangedata start="0.5" end="1"/>
    <autoReverse>false</autoReverse>
    <isclicktri>false</isclicktri>
    <repeatcount>1</repeatcount>
  </xeff>
  <xeff index="2" displayname="请添加小标题" abstypecode="0" spid="32" nativeid="10" isexit="0" bhvcode="spp" oindex="2">
    <color red="0" green="0" blue="0"/>
    <uid>2</uid>
    <rangedata start="0.5" end="1"/>
    <autoReverse>false</autoReverse>
    <isclicktri>false</isclicktri>
    <repeatcount>1</repeatcount>
  </xeff>
  <xeff index="3" displayname="燕尾形 9" abstypecode="0" spid="33" nativeid="10" isexit="0" bhvcode="spp" oindex="3">
    <color red="0" green="0" blue="0"/>
    <uid>3</uid>
    <rangedata start="0.75" end="1.25"/>
    <autoReverse>false</autoReverse>
    <isclicktri>false</isclicktri>
    <repeatcount>1</repeatcount>
  </xeff>
  <xeff index="4" displayname="请添加小标题" abstypecode="0" spid="34" nativeid="10" isexit="0" bhvcode="spp" oindex="4">
    <color red="0" green="0" blue="0"/>
    <uid>4</uid>
    <rangedata start="0.75" end="1.25"/>
    <autoReverse>false</autoReverse>
    <isclicktri>false</isclicktri>
    <repeatcount>1</repeatcount>
  </xeff>
  <xeff index="5" displayname="燕尾形 12" abstypecode="0" spid="35" nativeid="10" isexit="0" bhvcode="spp" oindex="5">
    <color red="0" green="0" blue="0"/>
    <uid>5</uid>
    <rangedata start="1" end="1.5"/>
    <autoReverse>false</autoReverse>
    <isclicktri>false</isclicktri>
    <repeatcount>1</repeatcount>
  </xeff>
  <xeff index="6" displayname="请添加小标题" abstypecode="0" spid="36" nativeid="10" isexit="0" bhvcode="spp" oindex="6">
    <color red="0" green="0" blue="0"/>
    <uid>6</uid>
    <rangedata start="1" end="1.5"/>
    <autoReverse>false</autoReverse>
    <isclicktri>false</isclicktri>
    <repeatcount>1</repeatcount>
  </xeff>
  <xeff index="7" displayname="燕尾形 15" abstypecode="0" spid="37" nativeid="10" isexit="0" bhvcode="spp" oindex="7">
    <color red="0" green="0" blue="0"/>
    <uid>7</uid>
    <rangedata start="1.25" end="1.75"/>
    <autoReverse>false</autoReverse>
    <isclicktri>false</isclicktri>
    <repeatcount>1</repeatcount>
  </xeff>
  <xeff index="8" displayname="请添加小标题" abstypecode="0" spid="38" nativeid="10" isexit="0" bhvcode="spp" oindex="8">
    <color red="0" green="0" blue="0"/>
    <uid>8</uid>
    <rangedata start="1.25" end="1.75"/>
    <autoReverse>false</autoReverse>
    <isclicktri>false</isclicktri>
    <repeatcount>1</repeatcount>
  </xeff>
  <xeff index="9" displayname="矩形 38" abstypecode="0" spid="39" nativeid="10" isexit="0" bhvcode="spp" oindex="9">
    <color red="0" green="0" blue="0"/>
    <uid>9</uid>
    <rangedata start="0.5" end="1"/>
    <autoReverse>false</autoReverse>
    <isclicktri>false</isclicktri>
    <repeatcount>1</repeatcount>
  </xeff>
  <xeff index="10" displayname="单击此处输入你的正文,文字是您思想的提炼,为了最终演示发布的良好效果,请尽量言简意赅的阐述观点；" abstypecode="0" spid="40" nativeid="10" isexit="0" bhvcode="spp" oindex="10">
    <color red="0" green="0" blue="0"/>
    <uid>10</uid>
    <rangedata start="0.5" end="1"/>
    <autoReverse>false</autoReverse>
    <isclicktri>false</isclicktri>
    <repeatcount>1</repeatcount>
  </xeff>
  <xeff index="11" displayname="请添加小标题" abstypecode="0" spid="41" nativeid="10" isexit="0" bhvcode="spp" oindex="11">
    <color red="0" green="0" blue="0"/>
    <uid>11</uid>
    <rangedata start="0.5" end="1"/>
    <autoReverse>false</autoReverse>
    <isclicktri>false</isclicktri>
    <repeatcount>1</repeatcount>
  </xeff>
  <xeff index="12" displayname="组 24" abstypecode="0" spid="42" nativeid="10" isexit="0" bhvcode="spp" oindex="12">
    <color red="0" green="0" blue="0"/>
    <uid>12</uid>
    <rangedata start="0.5" end="1"/>
    <autoReverse>false</autoReverse>
    <isclicktri>false</isclicktri>
    <repeatcount>1</repeatcount>
  </xeff>
  <xeff index="13" displayname="矩形 44" abstypecode="0" spid="45" nativeid="10" isexit="0" bhvcode="spp" oindex="13">
    <color red="0" green="0" blue="0"/>
    <uid>13</uid>
    <rangedata start="0.75" end="1.25"/>
    <autoReverse>false</autoReverse>
    <isclicktri>false</isclicktri>
    <repeatcount>1</repeatcount>
  </xeff>
  <xeff index="14" displayname="单击此处输入你的正文,文字是您思想的提炼,为了最终演示发布的良好效果,请尽量言简意赅的阐述观点；" abstypecode="0" spid="46" nativeid="10" isexit="0" bhvcode="spp" oindex="14">
    <color red="0" green="0" blue="0"/>
    <uid>14</uid>
    <rangedata start="0.75" end="1.25"/>
    <autoReverse>false</autoReverse>
    <isclicktri>false</isclicktri>
    <repeatcount>1</repeatcount>
  </xeff>
  <xeff index="15" displayname="请添加小标题" abstypecode="0" spid="47" nativeid="10" isexit="0" bhvcode="spp" oindex="15">
    <color red="0" green="0" blue="0"/>
    <uid>15</uid>
    <rangedata start="0.75" end="1.25"/>
    <autoReverse>false</autoReverse>
    <isclicktri>false</isclicktri>
    <repeatcount>1</repeatcount>
  </xeff>
  <xeff index="16" displayname="组 31" abstypecode="0" spid="48" nativeid="10" isexit="0" bhvcode="spp" oindex="16">
    <color red="0" green="0" blue="0"/>
    <uid>16</uid>
    <rangedata start="0.75" end="1.25"/>
    <autoReverse>false</autoReverse>
    <isclicktri>false</isclicktri>
    <repeatcount>1</repeatcount>
  </xeff>
  <xeff index="17" displayname="矩形 50" abstypecode="0" spid="51" nativeid="10" isexit="0" bhvcode="spp" oindex="17">
    <color red="0" green="0" blue="0"/>
    <uid>17</uid>
    <rangedata start="1" end="1.5"/>
    <autoReverse>false</autoReverse>
    <isclicktri>false</isclicktri>
    <repeatcount>1</repeatcount>
  </xeff>
  <xeff index="18" displayname="单击此处输入你的正文,文字是您思想的提炼,为了最终演示发布的良好效果,请尽量言简意赅的阐述观点；" abstypecode="0" spid="52" nativeid="10" isexit="0" bhvcode="spp" oindex="18">
    <color red="0" green="0" blue="0"/>
    <uid>18</uid>
    <rangedata start="1" end="1.5"/>
    <autoReverse>false</autoReverse>
    <isclicktri>false</isclicktri>
    <repeatcount>1</repeatcount>
  </xeff>
  <xeff index="19" displayname="请添加小标题" abstypecode="0" spid="53" nativeid="10" isexit="0" bhvcode="spp" oindex="19">
    <color red="0" green="0" blue="0"/>
    <uid>19</uid>
    <rangedata start="1" end="1.5"/>
    <autoReverse>false</autoReverse>
    <isclicktri>false</isclicktri>
    <repeatcount>1</repeatcount>
  </xeff>
  <xeff index="20" displayname="组 38" abstypecode="0" spid="54" nativeid="10" isexit="0" bhvcode="spp" oindex="20">
    <color red="0" green="0" blue="0"/>
    <uid>20</uid>
    <rangedata start="1" end="1.5"/>
    <autoReverse>false</autoReverse>
    <isclicktri>false</isclicktri>
    <repeatcount>1</repeatcount>
  </xeff>
  <xeff index="21" displayname="矩形 56" abstypecode="0" spid="57" nativeid="10" isexit="0" bhvcode="spp" oindex="21">
    <color red="0" green="0" blue="0"/>
    <uid>21</uid>
    <rangedata start="1.25" end="1.75"/>
    <autoReverse>false</autoReverse>
    <isclicktri>false</isclicktri>
    <repeatcount>1</repeatcount>
  </xeff>
  <xeff index="22" displayname="单击此处输入你的正文,文字是您思想的提炼,为了最终演示发布的良好效果,请尽量言简意赅的阐述观点；" abstypecode="0" spid="58" nativeid="10" isexit="0" bhvcode="spp" oindex="22">
    <color red="0" green="0" blue="0"/>
    <uid>22</uid>
    <rangedata start="1.25" end="1.75"/>
    <autoReverse>false</autoReverse>
    <isclicktri>false</isclicktri>
    <repeatcount>1</repeatcount>
  </xeff>
  <xeff index="23" displayname="请添加小标题" abstypecode="0" spid="59" nativeid="10" isexit="0" bhvcode="spp" oindex="23">
    <color red="0" green="0" blue="0"/>
    <uid>23</uid>
    <rangedata start="1.25" end="1.75"/>
    <autoReverse>false</autoReverse>
    <isclicktri>false</isclicktri>
    <repeatcount>1</repeatcount>
  </xeff>
  <xeff index="24" displayname="组 45" abstypecode="0" spid="60" nativeid="10" isexit="0" bhvcode="spp" oindex="24">
    <color red="0" green="0" blue="0"/>
    <uid>24</uid>
    <rangedata start="1.25" end="1.75"/>
    <autoReverse>false</autoReverse>
    <isclicktri>false</isclicktri>
    <repeatcount>1</repeatcount>
  </xeff>
  <xeff index="25" displayname="选题背景与意义" abstypecode="0" spid="18" nativeid="10" isexit="0" bhvcode="spp" oindex="25">
    <color red="0" green="0" blue="0"/>
    <uid>25</uid>
    <rangedata start="0" end="0.5"/>
    <autoReverse>false</autoReverse>
    <isclicktri>false</isclicktri>
    <repeatcount>1</repeatcount>
  </xeff>
  <sldid>-1</sldid>
</xseqc>
</file>

<file path=customXml/item2.xml><?xml version="1.0" encoding="utf-8"?>
<xseqc xmlns:xsd="http://www.w3.org/2001/XMLSchema" xmlns:xsi="http://www.w3.org/2001/XMLSchema-instance">
  <xeff index="1" displayname="选题背景与意义" abstypecode="0" spid="18" nativeid="10" isexit="0" bhvcode="spp" oindex="1">
    <color red="0" green="0" blue="0"/>
    <uid>1</uid>
    <rangedata start="0" end="0.5"/>
    <autoReverse>false</autoReverse>
    <isclicktri>false</isclicktri>
    <repeatcount>1</repeatcount>
  </xeff>
  <xeff index="2" displayname="不忘初心 继续前行" abstypecode="0" spid="2" nativeid="0" isexit="0" bhvcode="spp" oindex="2">
    <color red="0" green="0" blue="0"/>
    <uid>2</uid>
    <rangedata start="0.5" end="1"/>
    <autoReverse>false</autoReverse>
    <isclicktri>false</isclicktri>
    <repeatcount>1</repeatcount>
  </xeff>
  <xeff index="3" displayname="左大括号 3" abstypecode="0" spid="4" nativeid="0" isexit="0" bhvcode="spp" oindex="3">
    <color red="0" green="0" blue="0"/>
    <uid>3</uid>
    <rangedata start="0.5" end="1"/>
    <autoReverse>false</autoReverse>
    <isclicktri>false</isclicktri>
    <repeatcount>1</repeatcount>
  </xeff>
  <xeff index="4" displayname="组 4" abstypecode="0" spid="5" nativeid="0" isexit="0" bhvcode="spp" oindex="4">
    <color red="0" green="0" blue="0"/>
    <uid>4</uid>
    <rangedata start="0.75" end="1.25"/>
    <autoReverse>false</autoReverse>
    <isclicktri>false</isclicktri>
    <repeatcount>1</repeatcount>
  </xeff>
  <xeff index="5" displayname="组 5" abstypecode="0" spid="6" nativeid="0" isexit="0" bhvcode="spp" oindex="5">
    <color red="0" green="0" blue="0"/>
    <uid>5</uid>
    <rangedata start="1" end="1.5"/>
    <autoReverse>false</autoReverse>
    <isclicktri>false</isclicktri>
    <repeatcount>1</repeatcount>
  </xeff>
  <xeff index="6" displayname="组 6" abstypecode="0" spid="7" nativeid="0" isexit="0" bhvcode="spp" oindex="6">
    <color red="0" green="0" blue="0"/>
    <uid>6</uid>
    <rangedata start="1.25" end="1.75"/>
    <autoReverse>false</autoReverse>
    <isclicktri>false</isclicktri>
    <repeatcount>1</repeatcount>
  </xeff>
  <xeff index="7" displayname="组 7" abstypecode="0" spid="8" nativeid="0" isexit="0" bhvcode="spp" oindex="7">
    <color red="0" green="0" blue="0"/>
    <uid>7</uid>
    <rangedata start="1.5" end="2"/>
    <autoReverse>false</autoReverse>
    <isclicktri>false</isclicktri>
    <repeatcount>1</repeatcount>
  </xeff>
  <sldid>-1</sldid>
</xseqc>
</file>

<file path=customXml/item3.xml><?xml version="1.0" encoding="utf-8"?>
<xseqc xmlns:xsd="http://www.w3.org/2001/XMLSchema" xmlns:xsi="http://www.w3.org/2001/XMLSchema-instance">
  <xeff index="1" displayname="圆角矩形 16" abstypecode="0" spid="17" nativeid="10" isexit="0" bhvcode="spp" oindex="1">
    <color red="0" green="0" blue="0"/>
    <uid>1</uid>
    <rangedata start="0.5" end="1"/>
    <autoReverse>false</autoReverse>
    <isclicktri>false</isclicktri>
    <repeatcount>1</repeatcount>
  </xeff>
  <xeff index="2" displayname="圆角矩形 30" abstypecode="0" spid="31" nativeid="10" isexit="0" bhvcode="spp" oindex="6">
    <color red="0" green="0" blue="0"/>
    <uid>2</uid>
    <rangedata start="0.5" end="1"/>
    <autoReverse>false</autoReverse>
    <isclicktri>false</isclicktri>
    <repeatcount>1</repeatcount>
  </xeff>
  <xeff index="3" displayname="形状: 形状 22" abstypecode="0" spid="23" nativeid="10" isexit="0" bhvcode="spp" oindex="2">
    <color red="0" green="0" blue="0"/>
    <uid>3</uid>
    <rangedata start="0.5" end="1"/>
    <autoReverse>false</autoReverse>
    <isclicktri>false</isclicktri>
    <repeatcount>1</repeatcount>
  </xeff>
  <xeff index="4" displayname="形状: 形状 31" abstypecode="0" spid="32" nativeid="10" isexit="0" bhvcode="spp" oindex="7">
    <color red="0" green="0" blue="0"/>
    <uid>4</uid>
    <rangedata start="0.5" end="1"/>
    <autoReverse>false</autoReverse>
    <isclicktri>false</isclicktri>
    <repeatcount>1</repeatcount>
  </xeff>
  <xeff index="5" displayname="矩形 25" abstypecode="0" spid="26" nativeid="10" isexit="0" bhvcode="spp" oindex="3">
    <color red="0" green="0" blue="0"/>
    <uid>5</uid>
    <rangedata start="0.5" end="1"/>
    <autoReverse>false</autoReverse>
    <isclicktri>false</isclicktri>
    <repeatcount>1</repeatcount>
  </xeff>
  <xeff index="6" displayname="矩形 32" abstypecode="0" spid="33" nativeid="10" isexit="0" bhvcode="spp" oindex="8">
    <color red="0" green="0" blue="0"/>
    <uid>6</uid>
    <rangedata start="0.5" end="1"/>
    <autoReverse>false</autoReverse>
    <isclicktri>false</isclicktri>
    <repeatcount>1</repeatcount>
  </xeff>
  <xeff index="7" displayname="组 26" abstypecode="0" spid="27" nativeid="10" isexit="0" bhvcode="spp" oindex="4">
    <color red="0" green="0" blue="0"/>
    <uid>7</uid>
    <rangedata start="0.5" end="1"/>
    <autoReverse>false</autoReverse>
    <isclicktri>false</isclicktri>
    <repeatcount>1</repeatcount>
  </xeff>
  <xeff index="8" displayname="组 33" abstypecode="0" spid="34" nativeid="10" isexit="0" bhvcode="spp" oindex="9">
    <color red="0" green="0" blue="0"/>
    <uid>8</uid>
    <rangedata start="0.5" end="1"/>
    <autoReverse>false</autoReverse>
    <isclicktri>false</isclicktri>
    <repeatcount>1</repeatcount>
  </xeff>
  <xeff index="9" displayname="图 29" abstypecode="0" spid="30" nativeid="10" isexit="0" bhvcode="spp" oindex="5">
    <color red="0" green="0" blue="0"/>
    <uid>9</uid>
    <rangedata start="0.5" end="1"/>
    <autoReverse>false</autoReverse>
    <isclicktri>false</isclicktri>
    <repeatcount>1</repeatcount>
  </xeff>
  <xeff index="10" displayname="图 36" abstypecode="0" spid="37" nativeid="10" isexit="0" bhvcode="spp" oindex="10">
    <color red="0" green="0" blue="0"/>
    <uid>10</uid>
    <rangedata start="0.5" end="1"/>
    <autoReverse>false</autoReverse>
    <isclicktri>false</isclicktri>
    <repeatcount>1</repeatcount>
  </xeff>
  <xeff index="11" displayname="选题背景与意义" abstypecode="0" spid="18" nativeid="10" isexit="0" bhvcode="spp" oindex="11">
    <color red="0" green="0" blue="0"/>
    <uid>11</uid>
    <rangedata start="0" end="0.5"/>
    <autoReverse>false</autoReverse>
    <isclicktri>false</isclicktri>
    <repeatcount>1</repeatcount>
  </xeff>
  <xeff index="12" displayname="椭圆 2" abstypecode="0" spid="3" nativeid="0" isexit="0" bhvcode="spp" oindex="12">
    <color red="0" green="0" blue="0"/>
    <uid>12</uid>
    <rangedata start="0.75" end="1.25"/>
    <autoReverse>false</autoReverse>
    <isclicktri>false</isclicktri>
    <repeatcount>1</repeatcount>
  </xeff>
  <xeff index="13" displayname="单击此处输入你的正文,文字是您思想的提炼,为了最终演示发布的良好效果,请尽量言简意赅的阐述观点；根据需要可酌情增减文字,以便观者可以准确理解您所传达的信息。单击此处输入你的正文,文字是您思想的提炼。" abstypecode="0" spid="4" nativeid="0" isexit="0" bhvcode="spp" oindex="13">
    <color red="0" green="0" blue="0"/>
    <uid>13</uid>
    <rangedata start="0.75" end="1.25"/>
    <autoReverse>false</autoReverse>
    <isclicktri>false</isclicktri>
    <repeatcount>1</repeatcount>
  </xeff>
  <xeff index="14" displayname="请添加小标题" abstypecode="0" spid="5" nativeid="0" isexit="0" bhvcode="spp" oindex="14">
    <color red="0" green="0" blue="0"/>
    <uid>14</uid>
    <rangedata start="0.75" end="1.25"/>
    <autoReverse>false</autoReverse>
    <isclicktri>false</isclicktri>
    <repeatcount>1</repeatcount>
  </xeff>
  <xeff index="15" displayname="椭圆 7" abstypecode="0" spid="8" nativeid="0" isexit="0" bhvcode="spp" oindex="15">
    <color red="0" green="0" blue="0"/>
    <uid>15</uid>
    <rangedata start="1" end="1.5"/>
    <autoReverse>false</autoReverse>
    <isclicktri>false</isclicktri>
    <repeatcount>1</repeatcount>
  </xeff>
  <xeff index="16" displayname="单击此处输入你的正文,文字是您思想的提炼,为了最终演示发布的良好效果,请尽量言简意赅的阐述观点；根据需要可酌情增减文字,以便观者可以准确理解您所传达的信息。单击此处输入你的正文,文字是您思想的提炼。" abstypecode="0" spid="9" nativeid="0" isexit="0" bhvcode="spp" oindex="16">
    <color red="0" green="0" blue="0"/>
    <uid>16</uid>
    <rangedata start="1" end="1.5"/>
    <autoReverse>false</autoReverse>
    <isclicktri>false</isclicktri>
    <repeatcount>1</repeatcount>
  </xeff>
  <xeff index="17" displayname="请添加小标题" abstypecode="0" spid="10" nativeid="0" isexit="0" bhvcode="spp" oindex="17">
    <color red="0" green="0" blue="0"/>
    <uid>17</uid>
    <rangedata start="1" end="1.5"/>
    <autoReverse>false</autoReverse>
    <isclicktri>false</isclicktri>
    <repeatcount>1</repeatcount>
  </xeff>
  <xeff index="18" displayname="椭圆 12" abstypecode="0" spid="13" nativeid="0" isexit="0" bhvcode="spp" oindex="18">
    <color red="0" green="0" blue="0"/>
    <uid>18</uid>
    <rangedata start="1.25" end="1.75"/>
    <autoReverse>false</autoReverse>
    <isclicktri>false</isclicktri>
    <repeatcount>1</repeatcount>
  </xeff>
  <xeff index="19" displayname="单击此处输入你的正文,文字是您思想的提炼,为了最终演示发布的良好效果,请尽量言简意赅的阐述观点；根据需要可酌情增减文字,以便观者可以准确理解您所传达的信息。单击此处输入你的正文,文字是您思想的提炼。" abstypecode="0" spid="14" nativeid="0" isexit="0" bhvcode="spp" oindex="19">
    <color red="0" green="0" blue="0"/>
    <uid>19</uid>
    <rangedata start="1.25" end="1.75"/>
    <autoReverse>false</autoReverse>
    <isclicktri>false</isclicktri>
    <repeatcount>1</repeatcount>
  </xeff>
  <xeff index="20" displayname="请添加小标题" abstypecode="0" spid="15" nativeid="0" isexit="0" bhvcode="spp" oindex="20">
    <color red="0" green="0" blue="0"/>
    <uid>20</uid>
    <rangedata start="1.25" end="1.75"/>
    <autoReverse>false</autoReverse>
    <isclicktri>false</isclicktri>
    <repeatcount>1</repeatcount>
  </xeff>
  <xeff index="21" displayname="Oval 13" abstypecode="0" spid="38" nativeid="0" isexit="0" bhvcode="spp" oindex="21">
    <color red="0" green="0" blue="0"/>
    <uid>21</uid>
    <rangedata start="0.75" end="1.25"/>
    <autoReverse>false</autoReverse>
    <isclicktri>false</isclicktri>
    <repeatcount>1</repeatcount>
  </xeff>
  <xeff index="22" displayname="Oval 7" abstypecode="0" spid="39" nativeid="0" isexit="0" bhvcode="spp" oindex="22">
    <color red="0" green="0" blue="0"/>
    <uid>22</uid>
    <rangedata start="1" end="1.5"/>
    <autoReverse>false</autoReverse>
    <isclicktri>false</isclicktri>
    <repeatcount>1</repeatcount>
  </xeff>
  <xeff index="23" displayname="图形 16" abstypecode="0" spid="40" nativeid="0" isexit="0" bhvcode="spp" oindex="23">
    <color red="0" green="0" blue="0"/>
    <uid>23</uid>
    <rangedata start="1.25" end="1.75"/>
    <autoReverse>false</autoReverse>
    <isclicktri>false</isclicktri>
    <repeatcount>1</repeatcount>
  </xeff>
  <sldid>-1</sldid>
</xseqc>
</file>

<file path=customXml/item4.xml><?xml version="1.0" encoding="utf-8"?>
<xseqc xmlns:xsd="http://www.w3.org/2001/XMLSchema" xmlns:xsi="http://www.w3.org/2001/XMLSchema-instance">
  <xeff index="1" displayname="图 37" abstypecode="0" spid="38" nativeid="10" isexit="0" bhvcode="spp" oindex="1">
    <color red="0" green="0" blue="0"/>
    <uid>1</uid>
    <rangedata start="0.5" end="1"/>
    <autoReverse>false</autoReverse>
    <isclicktri>false</isclicktri>
    <repeatcount>1</repeatcount>
  </xeff>
  <xeff index="2" displayname="请添加小标题" abstypecode="0" spid="26" nativeid="10" isexit="0" bhvcode="spp" oindex="2">
    <color red="0" green="0" blue="0"/>
    <uid>2</uid>
    <rangedata start="0.5" end="1"/>
    <autoReverse>false</autoReverse>
    <isclicktri>false</isclicktri>
    <repeatcount>1</repeatcount>
  </xeff>
  <xeff index="3" displayname="单击此处输入你的正文,文字是您思想的提炼,为了最终演示发布的良好效果,请尽量言简意赅的阐述观点；" abstypecode="0" spid="29" nativeid="10" isexit="0" bhvcode="spp" oindex="9">
    <color red="0" green="0" blue="0"/>
    <uid>3</uid>
    <rangedata start="0.5" end="1"/>
    <autoReverse>false</autoReverse>
    <isclicktri>false</isclicktri>
    <repeatcount>1</repeatcount>
  </xeff>
  <xeff index="4" displayname="请添加小标题" abstypecode="0" spid="30" nativeid="10" isexit="0" bhvcode="spp" oindex="4">
    <color red="0" green="0" blue="0"/>
    <uid>4</uid>
    <rangedata start="0.75" end="1.25"/>
    <autoReverse>false</autoReverse>
    <isclicktri>false</isclicktri>
    <repeatcount>1</repeatcount>
  </xeff>
  <xeff index="5" displayname="单击此处输入你的正文,文字是您思想的提炼,为了最终演示发布的良好效果,请尽量言简意赅的阐述观点；" abstypecode="0" spid="33" nativeid="10" isexit="0" bhvcode="spp" oindex="11">
    <color red="0" green="0" blue="0"/>
    <uid>5</uid>
    <rangedata start="0.75" end="1.25"/>
    <autoReverse>false</autoReverse>
    <isclicktri>false</isclicktri>
    <repeatcount>1</repeatcount>
  </xeff>
  <xeff index="6" displayname="单击此处输入你的正文,文字是您思想的提炼,为了最终演示发布的良好效果,请尽量言简意赅的阐述观点；" abstypecode="0" spid="27" nativeid="10" isexit="0" bhvcode="spp" oindex="3">
    <color red="0" green="0" blue="0"/>
    <uid>6</uid>
    <rangedata start="0.5" end="1"/>
    <autoReverse>false</autoReverse>
    <isclicktri>false</isclicktri>
    <repeatcount>1</repeatcount>
  </xeff>
  <xeff index="7" displayname="单击此处输入你的正文,文字是您思想的提炼,为了最终演示发布的良好效果,请尽量言简意赅的阐述观点；" abstypecode="0" spid="31" nativeid="10" isexit="0" bhvcode="spp" oindex="5">
    <color red="0" green="0" blue="0"/>
    <uid>7</uid>
    <rangedata start="0.75" end="1.25"/>
    <autoReverse>false</autoReverse>
    <isclicktri>false</isclicktri>
    <repeatcount>1</repeatcount>
  </xeff>
  <xeff index="8" displayname="请添加小标题" abstypecode="0" spid="34" nativeid="10" isexit="0" bhvcode="spp" oindex="6">
    <color red="0" green="0" blue="0"/>
    <uid>8</uid>
    <rangedata start="1" end="1.5"/>
    <autoReverse>false</autoReverse>
    <isclicktri>false</isclicktri>
    <repeatcount>1</repeatcount>
  </xeff>
  <xeff index="9" displayname="单击此处输入你的正文,文字是您思想的提炼,为了最终演示发布的良好效果,请尽量言简意赅的阐述观点；" abstypecode="0" spid="35" nativeid="10" isexit="0" bhvcode="spp" oindex="7">
    <color red="0" green="0" blue="0"/>
    <uid>9</uid>
    <rangedata start="1" end="1.5"/>
    <autoReverse>false</autoReverse>
    <isclicktri>false</isclicktri>
    <repeatcount>1</repeatcount>
  </xeff>
  <xeff index="10" displayname="请添加小标题" abstypecode="0" spid="28" nativeid="10" isexit="0" bhvcode="spp" oindex="8">
    <color red="0" green="0" blue="0"/>
    <uid>10</uid>
    <rangedata start="0.5" end="1"/>
    <autoReverse>false</autoReverse>
    <isclicktri>false</isclicktri>
    <repeatcount>1</repeatcount>
  </xeff>
  <xeff index="11" displayname="请添加小标题" abstypecode="0" spid="32" nativeid="10" isexit="0" bhvcode="spp" oindex="10">
    <color red="0" green="0" blue="0"/>
    <uid>11</uid>
    <rangedata start="0.75" end="1.25"/>
    <autoReverse>false</autoReverse>
    <isclicktri>false</isclicktri>
    <repeatcount>1</repeatcount>
  </xeff>
  <xeff index="12" displayname="请添加小标题" abstypecode="0" spid="36" nativeid="10" isexit="0" bhvcode="spp" oindex="12">
    <color red="0" green="0" blue="0"/>
    <uid>12</uid>
    <rangedata start="1" end="1.5"/>
    <autoReverse>false</autoReverse>
    <isclicktri>false</isclicktri>
    <repeatcount>1</repeatcount>
  </xeff>
  <xeff index="13" displayname="单击此处输入你的正文,文字是您思想的提炼,为了最终演示发布的良好效果,请尽量言简意赅的阐述观点；" abstypecode="0" spid="37" nativeid="10" isexit="0" bhvcode="spp" oindex="13">
    <color red="0" green="0" blue="0"/>
    <uid>13</uid>
    <rangedata start="1" end="1.5"/>
    <autoReverse>false</autoReverse>
    <isclicktri>false</isclicktri>
    <repeatcount>1</repeatcount>
  </xeff>
  <xeff index="14" displayname="选题背景与意义" abstypecode="0" spid="18" nativeid="10" isexit="0" bhvcode="spp" oindex="14">
    <color red="0" green="0" blue="0"/>
    <uid>14</uid>
    <rangedata start="0" end="0.5"/>
    <autoReverse>false</autoReverse>
    <isclicktri>false</isclicktri>
    <repeatcount>1</repeatcount>
  </xeff>
  <sldid>-1</sldid>
</xseqc>
</file>

<file path=customXml/item5.xml><?xml version="1.0" encoding="utf-8"?>
<xseqc xmlns:xsd="http://www.w3.org/2001/XMLSchema" xmlns:xsi="http://www.w3.org/2001/XMLSchema-instance">
  <xeff index="1" displayname="添加标题" abstypecode="0" spid="28" nativeid="10" isexit="0" bhvcode="spp" oindex="7">
    <color red="0" green="0" blue="0"/>
    <uid>1</uid>
    <rangedata start="0.5" end="1"/>
    <autoReverse>false</autoReverse>
    <isclicktri>false</isclicktri>
    <repeatcount>1</repeatcount>
  </xeff>
  <xeff index="2" displayname="40%" abstypecode="0" spid="29" nativeid="10" isexit="0" bhvcode="spp" oindex="8">
    <color red="0" green="0" blue="0"/>
    <uid>2</uid>
    <rangedata start="0.5" end="1"/>
    <autoReverse>false</autoReverse>
    <isclicktri>false</isclicktri>
    <repeatcount>1</repeatcount>
  </xeff>
  <xeff index="3" displayname="Freeform 7" abstypecode="0" spid="30" nativeid="10" isexit="0" bhvcode="spp" oindex="9">
    <color red="0" green="0" blue="0"/>
    <uid>3</uid>
    <rangedata start="0.5" end="1"/>
    <autoReverse>false</autoReverse>
    <isclicktri>false</isclicktri>
    <repeatcount>1</repeatcount>
  </xeff>
  <xeff index="4" displayname="添加标题" abstypecode="0" spid="31" nativeid="10" isexit="0" bhvcode="spp" oindex="10">
    <color red="0" green="0" blue="0"/>
    <uid>4</uid>
    <rangedata start="0.5" end="1"/>
    <autoReverse>false</autoReverse>
    <isclicktri>false</isclicktri>
    <repeatcount>1</repeatcount>
  </xeff>
  <xeff index="5" displayname="30%" abstypecode="0" spid="32" nativeid="10" isexit="0" bhvcode="spp" oindex="11">
    <color red="0" green="0" blue="0"/>
    <uid>5</uid>
    <rangedata start="0.5" end="1"/>
    <autoReverse>false</autoReverse>
    <isclicktri>false</isclicktri>
    <repeatcount>1</repeatcount>
  </xeff>
  <xeff index="6" displayname="Freeform 5" abstypecode="0" spid="33" nativeid="10" isexit="0" bhvcode="spp" oindex="12">
    <color red="0" green="0" blue="0"/>
    <uid>6</uid>
    <rangedata start="0.5" end="1"/>
    <autoReverse>false</autoReverse>
    <isclicktri>false</isclicktri>
    <repeatcount>1</repeatcount>
  </xeff>
  <xeff index="7" displayname="添加标题" abstypecode="0" spid="34" nativeid="10" isexit="0" bhvcode="spp" oindex="13">
    <color red="0" green="0" blue="0"/>
    <uid>7</uid>
    <rangedata start="0.5" end="1"/>
    <autoReverse>false</autoReverse>
    <isclicktri>false</isclicktri>
    <repeatcount>1</repeatcount>
  </xeff>
  <xeff index="8" displayname="20%" abstypecode="0" spid="35" nativeid="10" isexit="0" bhvcode="spp" oindex="14">
    <color red="0" green="0" blue="0"/>
    <uid>8</uid>
    <rangedata start="0.5" end="1"/>
    <autoReverse>false</autoReverse>
    <isclicktri>false</isclicktri>
    <repeatcount>1</repeatcount>
  </xeff>
  <xeff index="9" displayname="Freeform 5" abstypecode="0" spid="36" nativeid="10" isexit="0" bhvcode="spp" oindex="15">
    <color red="0" green="0" blue="0"/>
    <uid>9</uid>
    <rangedata start="0.5" end="1"/>
    <autoReverse>false</autoReverse>
    <isclicktri>false</isclicktri>
    <repeatcount>1</repeatcount>
  </xeff>
  <xeff index="10" displayname="添加标题" abstypecode="0" spid="37" nativeid="10" isexit="0" bhvcode="spp" oindex="16">
    <color red="0" green="0" blue="0"/>
    <uid>10</uid>
    <rangedata start="0.5" end="1"/>
    <autoReverse>false</autoReverse>
    <isclicktri>false</isclicktri>
    <repeatcount>1</repeatcount>
  </xeff>
  <xeff index="11" displayname="10%" abstypecode="0" spid="38" nativeid="10" isexit="0" bhvcode="spp" oindex="17">
    <color red="0" green="0" blue="0"/>
    <uid>11</uid>
    <rangedata start="0.5" end="1"/>
    <autoReverse>false</autoReverse>
    <isclicktri>false</isclicktri>
    <repeatcount>1</repeatcount>
  </xeff>
  <xeff index="12" displayname="Freeform 6" abstypecode="0" spid="27" nativeid="10" isexit="0" bhvcode="spp" oindex="18">
    <color red="0" green="0" blue="0"/>
    <uid>12</uid>
    <rangedata start="0.5" end="1"/>
    <autoReverse>false</autoReverse>
    <isclicktri>false</isclicktri>
    <repeatcount>1</repeatcount>
  </xeff>
  <xeff index="13" displayname="组 1" abstypecode="0" spid="2" nativeid="10" isexit="0" bhvcode="spp" oindex="1">
    <color red="0" green="0" blue="0"/>
    <uid>13</uid>
    <rangedata start="0.5" end="1.25"/>
    <autoReverse>false</autoReverse>
    <isclicktri>false</isclicktri>
    <repeatcount>1</repeatcount>
  </xeff>
  <xeff index="14" displayname="组 4" abstypecode="0" spid="5" nativeid="10" isexit="0" bhvcode="spp" oindex="2">
    <color red="0" green="0" blue="0"/>
    <uid>14</uid>
    <rangedata start="0.75" end="1.5"/>
    <autoReverse>false</autoReverse>
    <isclicktri>false</isclicktri>
    <repeatcount>1</repeatcount>
  </xeff>
  <xeff index="15" displayname="组 7" abstypecode="0" spid="8" nativeid="10" isexit="0" bhvcode="spp" oindex="3">
    <color red="0" green="0" blue="0"/>
    <uid>15</uid>
    <rangedata start="1" end="1.75"/>
    <autoReverse>false</autoReverse>
    <isclicktri>false</isclicktri>
    <repeatcount>1</repeatcount>
  </xeff>
  <xeff index="16" displayname="组 10" abstypecode="0" spid="11" nativeid="10" isexit="0" bhvcode="spp" oindex="4">
    <color red="0" green="0" blue="0"/>
    <uid>16</uid>
    <rangedata start="0.5" end="1.25"/>
    <autoReverse>false</autoReverse>
    <isclicktri>false</isclicktri>
    <repeatcount>1</repeatcount>
  </xeff>
  <xeff index="17" displayname="组 13" abstypecode="0" spid="14" nativeid="10" isexit="0" bhvcode="spp" oindex="5">
    <color red="0" green="0" blue="0"/>
    <uid>17</uid>
    <rangedata start="0.75" end="1.5"/>
    <autoReverse>false</autoReverse>
    <isclicktri>false</isclicktri>
    <repeatcount>1</repeatcount>
  </xeff>
  <xeff index="18" displayname="组 16" abstypecode="0" spid="17" nativeid="10" isexit="0" bhvcode="spp" oindex="6">
    <color red="0" green="0" blue="0"/>
    <uid>18</uid>
    <rangedata start="1" end="1.75"/>
    <autoReverse>false</autoReverse>
    <isclicktri>false</isclicktri>
    <repeatcount>1</repeatcount>
  </xeff>
  <xeff index="19" displayname="选题背景与意义" abstypecode="0" spid="18" nativeid="10" isexit="0" bhvcode="spp" oindex="19">
    <color red="0" green="0" blue="0"/>
    <uid>19</uid>
    <rangedata start="0" end="0.5"/>
    <autoReverse>false</autoReverse>
    <isclicktri>false</isclicktri>
    <repeatcount>1</repeatcount>
  </xeff>
  <sldid>-1</sldid>
</xseqc>
</file>

<file path=customXml/item6.xml><?xml version="1.0" encoding="utf-8"?>
<xseqc xmlns:xsd="http://www.w3.org/2001/XMLSchema" xmlns:xsi="http://www.w3.org/2001/XMLSchema-instance">
  <xeff index="1" displayname="矩形 15" abstypecode="0" spid="16" nativeid="10" isexit="0" bhvcode="sf" oindex="13">
    <color red="0" green="0" blue="0"/>
    <uid>1</uid>
    <rangedata start="0.75" end="1.25"/>
    <autoReverse>false</autoReverse>
    <isclicktri>false</isclicktri>
    <repeatcount>1</repeatcount>
  </xeff>
  <xeff index="2" displayname="单击此处输入你的正文,文字是您思想的提炼,为了最终演示发布的良好效果,请尽量言简意赅的阐述观点；根据需要可酌情增减文字,以便观者可以准确理解您所传达的信息。根据需要可酌情增减文字,以便观者可以准确理解您所传达的信息。" abstypecode="0" spid="23" nativeid="10" isexit="0" bhvcode="sf" oindex="14">
    <color red="0" green="0" blue="0"/>
    <uid>2</uid>
    <rangedata start="0.75" end="1.25"/>
    <autoReverse>false</autoReverse>
    <isclicktri>false</isclicktri>
    <repeatcount>1</repeatcount>
  </xeff>
  <xeff index="3" displayname="图 25" abstypecode="0" spid="26" nativeid="10" isexit="0" bhvcode="spp" oindex="15">
    <color red="0" green="0" blue="0"/>
    <uid>3</uid>
    <rangedata start="0.5" end="1"/>
    <autoReverse>false</autoReverse>
    <isclicktri>false</isclicktri>
    <repeatcount>1</repeatcount>
  </xeff>
  <xeff index="4" displayname="Oval 8" abstypecode="0" spid="2" nativeid="0" isexit="0" bhvcode="spp" oindex="1">
    <color red="0" green="0" blue="0"/>
    <uid>4</uid>
    <rangedata start="1" end="1.5"/>
    <autoReverse>false</autoReverse>
    <isclicktri>false</isclicktri>
    <repeatcount>1</repeatcount>
  </xeff>
  <xeff index="5" displayname="Freeform 14" abstypecode="0" spid="3" nativeid="0" isexit="0" bhvcode="spp" oindex="2">
    <color red="0" green="0" blue="0"/>
    <uid>5</uid>
    <rangedata start="1" end="1.5"/>
    <autoReverse>false</autoReverse>
    <isclicktri>false</isclicktri>
    <repeatcount>1</repeatcount>
  </xeff>
  <xeff index="6" displayname="组 23" abstypecode="0" spid="4" nativeid="0" isexit="0" bhvcode="spp" oindex="3">
    <color red="0" green="0" blue="0"/>
    <uid>6</uid>
    <rangedata start="1" end="1.5"/>
    <autoReverse>false</autoReverse>
    <isclicktri>false</isclicktri>
    <repeatcount>1</repeatcount>
  </xeff>
  <xeff index="7" displayname="请添加小标题" abstypecode="0" spid="7" nativeid="0" isexit="0" bhvcode="spp" oindex="4">
    <color red="0" green="0" blue="0"/>
    <uid>7</uid>
    <rangedata start="1" end="1.5"/>
    <autoReverse>false</autoReverse>
    <isclicktri>false</isclicktri>
    <repeatcount>1</repeatcount>
  </xeff>
  <xeff index="8" displayname="单击此处输入你的正文,文字是您思想的提炼,为了最终演示发布的良好效果,请尽量言简意赅的阐述观点；" abstypecode="0" spid="8" nativeid="0" isexit="0" bhvcode="spp" oindex="5">
    <color red="0" green="0" blue="0"/>
    <uid>8</uid>
    <rangedata start="1" end="1.5"/>
    <autoReverse>false</autoReverse>
    <isclicktri>false</isclicktri>
    <repeatcount>1</repeatcount>
  </xeff>
  <xeff index="9" displayname="圆角矩形 8" abstypecode="0" spid="9" nativeid="0" isexit="0" bhvcode="spp" oindex="6">
    <color red="0" green="0" blue="0"/>
    <uid>9</uid>
    <rangedata start="1" end="1.5"/>
    <autoReverse>false</autoReverse>
    <isclicktri>false</isclicktri>
    <repeatcount>1</repeatcount>
  </xeff>
  <xeff index="10" displayname="Oval 8" abstypecode="0" spid="10" nativeid="0" isexit="0" bhvcode="spp" oindex="7">
    <color red="0" green="0" blue="0"/>
    <uid>10</uid>
    <rangedata start="1.25" end="1.75"/>
    <autoReverse>false</autoReverse>
    <isclicktri>false</isclicktri>
    <repeatcount>1</repeatcount>
  </xeff>
  <xeff index="11" displayname="Freeform 14" abstypecode="0" spid="11" nativeid="0" isexit="0" bhvcode="spp" oindex="8">
    <color red="0" green="0" blue="0"/>
    <uid>11</uid>
    <rangedata start="1.25" end="1.75"/>
    <autoReverse>false</autoReverse>
    <isclicktri>false</isclicktri>
    <repeatcount>1</repeatcount>
  </xeff>
  <xeff index="12" displayname="请添加小标题" abstypecode="0" spid="12" nativeid="0" isexit="0" bhvcode="spp" oindex="9">
    <color red="0" green="0" blue="0"/>
    <uid>12</uid>
    <rangedata start="1.25" end="1.75"/>
    <autoReverse>false</autoReverse>
    <isclicktri>false</isclicktri>
    <repeatcount>1</repeatcount>
  </xeff>
  <xeff index="13" displayname="单击此处输入你的正文,文字是您思想的提炼,为了最终演示发布的良好效果,请尽量言简意赅的阐述观点；" abstypecode="0" spid="13" nativeid="0" isexit="0" bhvcode="spp" oindex="10">
    <color red="0" green="0" blue="0"/>
    <uid>13</uid>
    <rangedata start="1.25" end="1.75"/>
    <autoReverse>false</autoReverse>
    <isclicktri>false</isclicktri>
    <repeatcount>1</repeatcount>
  </xeff>
  <xeff index="14" displayname="圆角矩形 13" abstypecode="0" spid="14" nativeid="0" isexit="0" bhvcode="spp" oindex="11">
    <color red="0" green="0" blue="0"/>
    <uid>14</uid>
    <rangedata start="1.25" end="1.75"/>
    <autoReverse>false</autoReverse>
    <isclicktri>false</isclicktri>
    <repeatcount>1</repeatcount>
  </xeff>
  <xeff index="15" displayname="图形 1578" abstypecode="0" spid="15" nativeid="0" isexit="0" bhvcode="spp" oindex="12">
    <color red="0" green="0" blue="0"/>
    <uid>15</uid>
    <rangedata start="1.25" end="1.75"/>
    <autoReverse>false</autoReverse>
    <isclicktri>false</isclicktri>
    <repeatcount>1</repeatcount>
  </xeff>
  <xeff index="16" displayname="选题背景与意义" abstypecode="0" spid="18" nativeid="10" isexit="0" bhvcode="spp" oindex="16">
    <color red="0" green="0" blue="0"/>
    <uid>16</uid>
    <rangedata start="0" end="0.5"/>
    <autoReverse>false</autoReverse>
    <isclicktri>false</isclicktri>
    <repeatcount>1</repeatcount>
  </xeff>
  <sldid>-1</sldid>
</xseqc>
</file>

<file path=customXml/item7.xml><?xml version="1.0" encoding="utf-8"?>
<xseqc xmlns:xsd="http://www.w3.org/2001/XMLSchema" xmlns:xsi="http://www.w3.org/2001/XMLSchema-instance">
  <xeff index="1" displayname="感谢您下载觅知网提供的原创PPT作品,为了您和觅知网以及原创作者的利益,请勿复制、传播、销售,否则将承担法律责任!觅知网将对作品进行维权,按照传播下载次数进行十倍的索取赔偿! 1、在觅知网出售的PPT模板是免版税类(RF:Royalty-Free)正版受《中华人民共和国著作法》和《世界版权公约》的保护,作品的所有权、版权和著作权归觅知网所有,您下载的是PPT模板素材的使用权。 2、不得将觅知网的PPT模板、PPT素材,本身用于再出售,或者出租、出借、转让、分销、发布或者作为礼物供他人使用,不得转授权、出卖、转让本协议或者本协议中的权利。 3、禁止将作品输入商标或者服务标记使用 更多模板烦请登录:http://www.51miz.com/ppt/" abstypecode="0" spid="2" nativeid="22" isexit="0" bhvcode="sf" oindex="1">
    <color red="0" green="0" blue="0"/>
    <uid>1</uid>
    <rangedata start="0.25" end="0.75"/>
    <autoReverse>false</autoReverse>
    <isclicktri>false</isclicktri>
    <repeatcount>1</repeatcount>
  </xeff>
  <xeff index="2" displayname="版权声明" abstypecode="0" spid="18" nativeid="10" isexit="0" bhvcode="spp" oindex="2">
    <color red="0" green="0" blue="0"/>
    <uid>2</uid>
    <rangedata start="0" end="0.5"/>
    <autoReverse>false</autoReverse>
    <isclicktri>false</isclicktri>
    <repeatcount>1</repeatcount>
  </xeff>
  <sldid>-1</sldid>
</xseqc>
</file>

<file path=customXml/item8.xml><?xml version="1.0" encoding="utf-8"?>
<xseqc xmlns:xsd="http://www.w3.org/2001/XMLSchema" xmlns:xsi="http://www.w3.org/2001/XMLSchema-instance">
  <xeff index="1" displayname="选题背景与意义" abstypecode="0" spid="18" nativeid="10" isexit="0" bhvcode="spp" oindex="1">
    <color red="0" green="0" blue="0"/>
    <uid>1</uid>
    <rangedata start="0" end="0.5"/>
    <autoReverse>false</autoReverse>
    <isclicktri>false</isclicktri>
    <repeatcount>1</repeatcount>
  </xeff>
  <xeff index="2" displayname="图 37" abstypecode="0" spid="38" nativeid="10" isexit="0" bhvcode="sppp" oindex="2">
    <color red="0" green="0" blue="0"/>
    <uid>2</uid>
    <rangedata start="0.5" end="1"/>
    <autoReverse>false</autoReverse>
    <isclicktri>false</isclicktri>
    <repeatcount>1</repeatcount>
  </xeff>
  <xeff index="3" displayname="圆角矩形 4" abstypecode="0" spid="33" nativeid="0" isexit="0" bhvcode="spp" oindex="3">
    <color red="0" green="0" blue="0"/>
    <uid>3</uid>
    <rangedata start="0.5" end="1"/>
    <autoReverse>false</autoReverse>
    <isclicktri>false</isclicktri>
    <repeatcount>1</repeatcount>
  </xeff>
  <xeff index="4" displayname="单击此处输入你的正文,文字是您思想的提炼,为了最终演示发布的良好效果,请尽量言简意赅的阐述观点；根据需要可酌情增减文字,以便观者可以准确理解您所传达的信息。" abstypecode="0" spid="34" nativeid="0" isexit="0" bhvcode="spp" oindex="4">
    <color red="0" green="0" blue="0"/>
    <uid>4</uid>
    <rangedata start="0.5" end="1"/>
    <autoReverse>false</autoReverse>
    <isclicktri>false</isclicktri>
    <repeatcount>1</repeatcount>
  </xeff>
  <xeff index="5" displayname="请添加标题" abstypecode="0" spid="35" nativeid="0" isexit="0" bhvcode="spp" oindex="5">
    <color red="0" green="0" blue="0"/>
    <uid>5</uid>
    <rangedata start="0.5" end="1"/>
    <autoReverse>false</autoReverse>
    <isclicktri>false</isclicktri>
    <repeatcount>1</repeatcount>
  </xeff>
  <xeff index="6" displayname="20XX" abstypecode="0" spid="36" nativeid="0" isexit="0" bhvcode="spp" oindex="6">
    <color red="0" green="0" blue="0"/>
    <uid>6</uid>
    <rangedata start="0.5" end="1"/>
    <autoReverse>false</autoReverse>
    <isclicktri>false</isclicktri>
    <repeatcount>1</repeatcount>
  </xeff>
  <xeff index="7" displayname="连接符 36" abstypecode="0" spid="37" nativeid="0" isexit="0" bhvcode="spp" oindex="7">
    <color red="0" green="0" blue="0"/>
    <uid>7</uid>
    <rangedata start="0.5" end="1"/>
    <autoReverse>false</autoReverse>
    <isclicktri>false</isclicktri>
    <repeatcount>1</repeatcount>
  </xeff>
  <xeff index="8" displayname="椭圆 6" abstypecode="0" spid="3" nativeid="10" isexit="0" bhvcode="spp" oindex="8">
    <color red="0" green="0" blue="0"/>
    <uid>8</uid>
    <rangedata start="0.75" end="1.25"/>
    <autoReverse>false</autoReverse>
    <isclicktri>false</isclicktri>
    <repeatcount>1</repeatcount>
  </xeff>
  <xeff index="9" displayname="椭圆 5" abstypecode="0" spid="5" nativeid="10" isexit="0" bhvcode="spp" oindex="9">
    <color red="0" green="0" blue="0"/>
    <uid>9</uid>
    <rangedata start="0.75" end="1.25"/>
    <autoReverse>false</autoReverse>
    <isclicktri>false</isclicktri>
    <repeatcount>1</repeatcount>
  </xeff>
  <xeff index="10" displayname="椭圆 4" abstypecode="0" spid="7" nativeid="10" isexit="0" bhvcode="spp" oindex="10">
    <color red="0" green="0" blue="0"/>
    <uid>10</uid>
    <rangedata start="0.75" end="1.25"/>
    <autoReverse>false</autoReverse>
    <isclicktri>false</isclicktri>
    <repeatcount>1</repeatcount>
  </xeff>
  <xeff index="11" displayname="椭圆 3" abstypecode="0" spid="9" nativeid="10" isexit="0" bhvcode="spp" oindex="11">
    <color red="0" green="0" blue="0"/>
    <uid>11</uid>
    <rangedata start="0.75" end="1.25"/>
    <autoReverse>false</autoReverse>
    <isclicktri>false</isclicktri>
    <repeatcount>1</repeatcount>
  </xeff>
  <xeff index="12" displayname="椭圆 2" abstypecode="0" spid="11" nativeid="10" isexit="0" bhvcode="spp" oindex="12">
    <color red="0" green="0" blue="0"/>
    <uid>12</uid>
    <rangedata start="0.75" end="1.25"/>
    <autoReverse>false</autoReverse>
    <isclicktri>false</isclicktri>
    <repeatcount>1</repeatcount>
  </xeff>
  <xeff index="13" displayname="图形" abstypecode="0" spid="12" nativeid="10" isexit="0" bhvcode="spp" oindex="13">
    <color red="0" green="0" blue="0"/>
    <uid>13</uid>
    <rangedata start="0.75" end="1.25"/>
    <autoReverse>false</autoReverse>
    <isclicktri>false</isclicktri>
    <repeatcount>1</repeatcount>
  </xeff>
  <xeff index="14" displayname="椭圆 1" abstypecode="0" spid="13" nativeid="10" isexit="0" bhvcode="spp" oindex="14">
    <color red="0" green="0" blue="0"/>
    <uid>14</uid>
    <rangedata start="0.75" end="1.25"/>
    <autoReverse>false</autoReverse>
    <isclicktri>false</isclicktri>
    <repeatcount>1</repeatcount>
  </xeff>
  <xeff index="15" displayname="直接箭头连接符 5" abstypecode="0" spid="15" nativeid="10" isexit="0" bhvcode="spp" oindex="15">
    <color red="0" green="0" blue="0"/>
    <uid>15</uid>
    <rangedata start="0.75" end="1.25"/>
    <autoReverse>false</autoReverse>
    <isclicktri>false</isclicktri>
    <repeatcount>1</repeatcount>
  </xeff>
  <xeff index="16" displayname="直接箭头连接符 4" abstypecode="0" spid="16" nativeid="10" isexit="0" bhvcode="spp" oindex="16">
    <color red="0" green="0" blue="0"/>
    <uid>16</uid>
    <rangedata start="0.75" end="1.25"/>
    <autoReverse>false</autoReverse>
    <isclicktri>false</isclicktri>
    <repeatcount>1</repeatcount>
  </xeff>
  <xeff index="17" displayname="直接箭头连接符 3" abstypecode="0" spid="17" nativeid="10" isexit="0" bhvcode="spp" oindex="17">
    <color red="0" green="0" blue="0"/>
    <uid>17</uid>
    <rangedata start="0.75" end="1.25"/>
    <autoReverse>false</autoReverse>
    <isclicktri>false</isclicktri>
    <repeatcount>1</repeatcount>
  </xeff>
  <xeff index="18" displayname="直接箭头连接符 2" abstypecode="0" spid="23" nativeid="10" isexit="0" bhvcode="spp" oindex="18">
    <color red="0" green="0" blue="0"/>
    <uid>18</uid>
    <rangedata start="0.75" end="1.25"/>
    <autoReverse>false</autoReverse>
    <isclicktri>false</isclicktri>
    <repeatcount>1</repeatcount>
  </xeff>
  <xeff index="19" displayname="直接箭头连接符 1" abstypecode="0" spid="26" nativeid="10" isexit="0" bhvcode="spp" oindex="19">
    <color red="0" green="0" blue="0"/>
    <uid>19</uid>
    <rangedata start="0.75" end="1.25"/>
    <autoReverse>false</autoReverse>
    <isclicktri>false</isclicktri>
    <repeatcount>1</repeatcount>
  </xeff>
  <xeff index="20" displayname="关键词" abstypecode="0" spid="27" nativeid="10" isexit="0" bhvcode="spp" oindex="20">
    <color red="0" green="0" blue="0"/>
    <uid>20</uid>
    <rangedata start="0.75" end="1.25"/>
    <autoReverse>false</autoReverse>
    <isclicktri>false</isclicktri>
    <repeatcount>1</repeatcount>
  </xeff>
  <xeff index="21" displayname="关键词" abstypecode="0" spid="28" nativeid="10" isexit="0" bhvcode="spp" oindex="21">
    <color red="0" green="0" blue="0"/>
    <uid>21</uid>
    <rangedata start="0.75" end="1.25"/>
    <autoReverse>false</autoReverse>
    <isclicktri>false</isclicktri>
    <repeatcount>1</repeatcount>
  </xeff>
  <xeff index="22" displayname="关键词" abstypecode="0" spid="29" nativeid="10" isexit="0" bhvcode="spp" oindex="22">
    <color red="0" green="0" blue="0"/>
    <uid>22</uid>
    <rangedata start="0.75" end="1.25"/>
    <autoReverse>false</autoReverse>
    <isclicktri>false</isclicktri>
    <repeatcount>1</repeatcount>
  </xeff>
  <xeff index="23" displayname="关键词" abstypecode="0" spid="30" nativeid="10" isexit="0" bhvcode="spp" oindex="23">
    <color red="0" green="0" blue="0"/>
    <uid>23</uid>
    <rangedata start="0.75" end="1.25"/>
    <autoReverse>false</autoReverse>
    <isclicktri>false</isclicktri>
    <repeatcount>1</repeatcount>
  </xeff>
  <xeff index="24" displayname="关键词" abstypecode="0" spid="31" nativeid="10" isexit="0" bhvcode="spp" oindex="24">
    <color red="0" green="0" blue="0"/>
    <uid>24</uid>
    <rangedata start="0.75" end="1.25"/>
    <autoReverse>false</autoReverse>
    <isclicktri>false</isclicktri>
    <repeatcount>1</repeatcount>
  </xeff>
  <xeff index="25" displayname="关键词" abstypecode="0" spid="32" nativeid="10" isexit="0" bhvcode="spp" oindex="25">
    <color red="0" green="0" blue="0"/>
    <uid>25</uid>
    <rangedata start="0.75" end="1.25"/>
    <autoReverse>false</autoReverse>
    <isclicktri>false</isclicktri>
    <repeatcount>1</repeatcount>
  </xeff>
  <xeff index="26" displayname="Designer简10" abstypecode="0" spid="39" nativeid="10" isexit="0" bhvcode="spp" oindex="26">
    <color red="0" green="0" blue="0"/>
    <uid>26</uid>
    <rangedata start="0.75" end="1.25"/>
    <autoReverse>false</autoReverse>
    <isclicktri>false</isclicktri>
    <repeatcount>1</repeatcount>
  </xeff>
  <xeff index="27" displayname="Oval 10" abstypecode="0" spid="40" nativeid="10" isexit="0" bhvcode="spp" oindex="27">
    <color red="0" green="0" blue="0"/>
    <uid>27</uid>
    <rangedata start="0.75" end="1.25"/>
    <autoReverse>false</autoReverse>
    <isclicktri>false</isclicktri>
    <repeatcount>1</repeatcount>
  </xeff>
  <xeff index="28" displayname="图形 44" abstypecode="0" spid="41" nativeid="10" isexit="0" bhvcode="spp" oindex="28">
    <color red="0" green="0" blue="0"/>
    <uid>28</uid>
    <rangedata start="0.75" end="1.25"/>
    <autoReverse>false</autoReverse>
    <isclicktri>false</isclicktri>
    <repeatcount>1</repeatcount>
  </xeff>
  <xeff index="29" displayname="iṩľiḋé" abstypecode="0" spid="42" nativeid="10" isexit="0" bhvcode="spp" oindex="29">
    <color red="0" green="0" blue="0"/>
    <uid>29</uid>
    <rangedata start="0.75" end="1.25"/>
    <autoReverse>false</autoReverse>
    <isclicktri>false</isclicktri>
    <repeatcount>1</repeatcount>
  </xeff>
  <xeff index="30" displayname="图形 2986" abstypecode="0" spid="43" nativeid="10" isexit="0" bhvcode="spp" oindex="30">
    <color red="0" green="0" blue="0"/>
    <uid>30</uid>
    <rangedata start="0.75" end="1.25"/>
    <autoReverse>false</autoReverse>
    <isclicktri>false</isclicktri>
    <repeatcount>1</repeatcount>
  </xeff>
  <sldid>-1</sldid>
</xseqc>
</file>

<file path=customXml/item9.xml><?xml version="1.0" encoding="utf-8"?>
<xseqc xmlns:xsd="http://www.w3.org/2001/XMLSchema" xmlns:xsi="http://www.w3.org/2001/XMLSchema-instance">
  <xeff index="1" displayname="选题背景与意义" abstypecode="0" spid="18" nativeid="10" isexit="0" bhvcode="spp" oindex="1">
    <color red="0" green="0" blue="0"/>
    <uid>1</uid>
    <rangedata start="0" end="0.5"/>
    <autoReverse>false</autoReverse>
    <isclicktri>false</isclicktri>
    <repeatcount>1</repeatcount>
  </xeff>
  <xeff index="2" displayname="Freeform 30" abstypecode="0" spid="2" nativeid="10" isexit="0" bhvcode="sppp" oindex="2">
    <color red="0" green="0" blue="0"/>
    <uid>2</uid>
    <rangedata start="0.5" end="1"/>
    <autoReverse>false</autoReverse>
    <isclicktri>false</isclicktri>
    <repeatcount>1</repeatcount>
  </xeff>
  <xeff index="3" displayname="Freeform 31" abstypecode="0" spid="3" nativeid="10" isexit="0" bhvcode="sppp" oindex="3">
    <color red="0" green="0" blue="0"/>
    <uid>3</uid>
    <rangedata start="0.5" end="1"/>
    <autoReverse>false</autoReverse>
    <isclicktri>false</isclicktri>
    <repeatcount>1</repeatcount>
  </xeff>
  <xeff index="4" displayname="Freeform 32" abstypecode="0" spid="4" nativeid="10" isexit="0" bhvcode="sppp" oindex="4">
    <color red="0" green="0" blue="0"/>
    <uid>4</uid>
    <rangedata start="0.5" end="1"/>
    <autoReverse>false</autoReverse>
    <isclicktri>false</isclicktri>
    <repeatcount>1</repeatcount>
  </xeff>
  <xeff index="5" displayname="Freeform 33" abstypecode="0" spid="5" nativeid="10" isexit="0" bhvcode="sppp" oindex="5">
    <color red="0" green="0" blue="0"/>
    <uid>5</uid>
    <rangedata start="0.5" end="1"/>
    <autoReverse>false</autoReverse>
    <isclicktri>false</isclicktri>
    <repeatcount>1</repeatcount>
  </xeff>
  <xeff index="6" displayname="Freeform 25" abstypecode="0" spid="6" nativeid="10" isexit="0" bhvcode="sppp" oindex="6">
    <color red="0" green="0" blue="0"/>
    <uid>6</uid>
    <rangedata start="0.5" end="1"/>
    <autoReverse>false</autoReverse>
    <isclicktri>false</isclicktri>
    <repeatcount>1</repeatcount>
  </xeff>
  <xeff index="7" displayname="Freeform 26" abstypecode="0" spid="7" nativeid="10" isexit="0" bhvcode="sppp" oindex="7">
    <color red="0" green="0" blue="0"/>
    <uid>7</uid>
    <rangedata start="0.5" end="1"/>
    <autoReverse>false</autoReverse>
    <isclicktri>false</isclicktri>
    <repeatcount>1</repeatcount>
  </xeff>
  <xeff index="8" displayname="Freeform 27" abstypecode="0" spid="8" nativeid="10" isexit="0" bhvcode="sppp" oindex="8">
    <color red="0" green="0" blue="0"/>
    <uid>8</uid>
    <rangedata start="0.5" end="1"/>
    <autoReverse>false</autoReverse>
    <isclicktri>false</isclicktri>
    <repeatcount>1</repeatcount>
  </xeff>
  <xeff index="9" displayname="Freeform 28" abstypecode="0" spid="9" nativeid="10" isexit="0" bhvcode="sppp" oindex="9">
    <color red="0" green="0" blue="0"/>
    <uid>9</uid>
    <rangedata start="0.5" end="1"/>
    <autoReverse>false</autoReverse>
    <isclicktri>false</isclicktri>
    <repeatcount>1</repeatcount>
  </xeff>
  <xeff index="10" displayname="Freeform 29" abstypecode="0" spid="10" nativeid="10" isexit="0" bhvcode="sppp" oindex="10">
    <color red="0" green="0" blue="0"/>
    <uid>10</uid>
    <rangedata start="0.5" end="1"/>
    <autoReverse>false</autoReverse>
    <isclicktri>false</isclicktri>
    <repeatcount>1</repeatcount>
  </xeff>
  <xeff index="11" displayname="图形 13" abstypecode="0" spid="43" nativeid="10" isexit="0" bhvcode="sppp" oindex="11">
    <color red="0" green="0" blue="0"/>
    <uid>11</uid>
    <rangedata start="0.5" end="1"/>
    <autoReverse>false</autoReverse>
    <isclicktri>false</isclicktri>
    <repeatcount>1</repeatcount>
  </xeff>
  <xeff index="12" displayname="图形 15" abstypecode="0" spid="44" nativeid="10" isexit="0" bhvcode="sppp" oindex="12">
    <color red="0" green="0" blue="0"/>
    <uid>12</uid>
    <rangedata start="0.5" end="1"/>
    <autoReverse>false</autoReverse>
    <isclicktri>false</isclicktri>
    <repeatcount>1</repeatcount>
  </xeff>
  <xeff index="13" displayname="形状" abstypecode="0" spid="45" nativeid="10" isexit="0" bhvcode="sppp" oindex="13">
    <color red="0" green="0" blue="0"/>
    <uid>13</uid>
    <rangedata start="0.5" end="1"/>
    <autoReverse>false</autoReverse>
    <isclicktri>false</isclicktri>
    <repeatcount>1</repeatcount>
  </xeff>
  <xeff index="14" displayname="形状" abstypecode="0" spid="46" nativeid="10" isexit="0" bhvcode="sppp" oindex="14">
    <color red="0" green="0" blue="0"/>
    <uid>14</uid>
    <rangedata start="0.5" end="1"/>
    <autoReverse>false</autoReverse>
    <isclicktri>false</isclicktri>
    <repeatcount>1</repeatcount>
  </xeff>
  <xeff index="15" displayname="形状" abstypecode="0" spid="47" nativeid="10" isexit="0" bhvcode="sppp" oindex="15">
    <color red="0" green="0" blue="0"/>
    <uid>15</uid>
    <rangedata start="0.5" end="1"/>
    <autoReverse>false</autoReverse>
    <isclicktri>false</isclicktri>
    <repeatcount>1</repeatcount>
  </xeff>
  <xeff index="16" displayname="Freeform 42" abstypecode="0" spid="14" nativeid="0" isexit="0" bhvcode="spp" oindex="16">
    <color red="0" green="0" blue="0"/>
    <uid>16</uid>
    <rangedata start="0.75" end="1.25"/>
    <autoReverse>false</autoReverse>
    <isclicktri>false</isclicktri>
    <repeatcount>1</repeatcount>
  </xeff>
  <xeff index="17" displayname="Freeform 42" abstypecode="0" spid="15" nativeid="0" isexit="0" bhvcode="spp" oindex="17">
    <color red="0" green="0" blue="0"/>
    <uid>17</uid>
    <rangedata start="0.75" end="1.25"/>
    <autoReverse>false</autoReverse>
    <isclicktri>false</isclicktri>
    <repeatcount>1</repeatcount>
  </xeff>
  <xeff index="18" displayname="组 30" abstypecode="0" spid="31" nativeid="0" isexit="0" bhvcode="spp" oindex="18">
    <color red="0" green="0" blue="0"/>
    <uid>18</uid>
    <rangedata start="0.75" end="1.25"/>
    <autoReverse>false</autoReverse>
    <isclicktri>false</isclicktri>
    <repeatcount>1</repeatcount>
  </xeff>
  <xeff index="19" displayname="组 31" abstypecode="0" spid="32" nativeid="0" isexit="0" bhvcode="spp" oindex="19">
    <color red="0" green="0" blue="0"/>
    <uid>19</uid>
    <rangedata start="0.75" end="1.25"/>
    <autoReverse>false</autoReverse>
    <isclicktri>false</isclicktri>
    <repeatcount>1</repeatcount>
  </xeff>
  <xeff index="20" displayname="Freeform 42" abstypecode="0" spid="11" nativeid="0" isexit="0" bhvcode="spp" oindex="20">
    <color red="0" green="0" blue="0"/>
    <uid>20</uid>
    <rangedata start="0.75" end="1.25"/>
    <autoReverse>false</autoReverse>
    <isclicktri>false</isclicktri>
    <repeatcount>1</repeatcount>
  </xeff>
  <xeff index="21" displayname="Freeform 42" abstypecode="0" spid="12" nativeid="0" isexit="0" bhvcode="spp" oindex="21">
    <color red="0" green="0" blue="0"/>
    <uid>21</uid>
    <rangedata start="0.75" end="1.25"/>
    <autoReverse>false</autoReverse>
    <isclicktri>false</isclicktri>
    <repeatcount>1</repeatcount>
  </xeff>
  <xeff index="22" displayname="Freeform 42" abstypecode="0" spid="13" nativeid="0" isexit="0" bhvcode="spp" oindex="22">
    <color red="0" green="0" blue="0"/>
    <uid>22</uid>
    <rangedata start="0.75" end="1.25"/>
    <autoReverse>false</autoReverse>
    <isclicktri>false</isclicktri>
    <repeatcount>1</repeatcount>
  </xeff>
  <xeff index="23" displayname="组 15" abstypecode="0" spid="16" nativeid="0" isexit="0" bhvcode="spp" oindex="23">
    <color red="0" green="0" blue="0"/>
    <uid>23</uid>
    <rangedata start="0.75" end="1.25"/>
    <autoReverse>false</autoReverse>
    <isclicktri>false</isclicktri>
    <repeatcount>1</repeatcount>
  </xeff>
  <xeff index="24" displayname="组 28" abstypecode="0" spid="29" nativeid="0" isexit="0" bhvcode="spp" oindex="24">
    <color red="0" green="0" blue="0"/>
    <uid>24</uid>
    <rangedata start="0.75" end="1.25"/>
    <autoReverse>false</autoReverse>
    <isclicktri>false</isclicktri>
    <repeatcount>1</repeatcount>
  </xeff>
  <xeff index="25" displayname="组 29" abstypecode="0" spid="30" nativeid="0" isexit="0" bhvcode="spp" oindex="25">
    <color red="0" green="0" blue="0"/>
    <uid>25</uid>
    <rangedata start="0.75" end="1.25"/>
    <autoReverse>false</autoReverse>
    <isclicktri>false</isclicktri>
    <repeatcount>1</repeatcount>
  </xeff>
  <sldid>-1</sldid>
</xseqc>
</file>

<file path=customXml/item10.xml><?xml version="1.0" encoding="utf-8"?>
<xseqc xmlns:xsd="http://www.w3.org/2001/XMLSchema" xmlns:xsi="http://www.w3.org/2001/XMLSchema-instance">
  <xeff index="1" displayname="圆角矩形 1" abstypecode="0" spid="2" nativeid="10" isexit="0" bhvcode="spppp" oindex="2">
    <color red="0" green="0" blue="0"/>
    <uid>1</uid>
    <rangedata start="0.5" end="1.5"/>
    <autoReverse>false</autoReverse>
    <isclicktri>false</isclicktri>
    <repeatcount>1</repeatcount>
  </xeff>
  <xeff index="2" displayname="形状: 形状 2" abstypecode="0" spid="3" nativeid="10" isexit="0" bhvcode="spp" oindex="3">
    <color red="0" green="0" blue="0"/>
    <uid>2</uid>
    <rangedata start="0.5" end="1"/>
    <autoReverse>false</autoReverse>
    <isclicktri>false</isclicktri>
    <repeatcount>1</repeatcount>
  </xeff>
  <xeff index="3" displayname="组 3" abstypecode="0" spid="4" nativeid="10" isexit="0" bhvcode="spp" oindex="4">
    <color red="0" green="0" blue="0"/>
    <uid>3</uid>
    <rangedata start="0.5" end="1"/>
    <autoReverse>false</autoReverse>
    <isclicktri>false</isclicktri>
    <repeatcount>1</repeatcount>
  </xeff>
  <xeff index="4" displayname="形状: 形状 6" abstypecode="0" spid="7" nativeid="10" isexit="0" bhvcode="spp" oindex="5">
    <color red="0" green="0" blue="0"/>
    <uid>4</uid>
    <rangedata start="0.75" end="1.25"/>
    <autoReverse>false</autoReverse>
    <isclicktri>false</isclicktri>
    <repeatcount>1</repeatcount>
  </xeff>
  <xeff index="5" displayname="组 7" abstypecode="0" spid="8" nativeid="10" isexit="0" bhvcode="spp" oindex="6">
    <color red="0" green="0" blue="0"/>
    <uid>5</uid>
    <rangedata start="0.75" end="1.25"/>
    <autoReverse>false</autoReverse>
    <isclicktri>false</isclicktri>
    <repeatcount>1</repeatcount>
  </xeff>
  <xeff index="6" displayname="形状: 形状 10" abstypecode="0" spid="11" nativeid="10" isexit="0" bhvcode="spp" oindex="7">
    <color red="0" green="0" blue="0"/>
    <uid>6</uid>
    <rangedata start="1" end="1.5"/>
    <autoReverse>false</autoReverse>
    <isclicktri>false</isclicktri>
    <repeatcount>1</repeatcount>
  </xeff>
  <xeff index="7" displayname="组 11" abstypecode="0" spid="12" nativeid="10" isexit="0" bhvcode="spp" oindex="8">
    <color red="0" green="0" blue="0"/>
    <uid>7</uid>
    <rangedata start="1" end="1.5"/>
    <autoReverse>false</autoReverse>
    <isclicktri>false</isclicktri>
    <repeatcount>1</repeatcount>
  </xeff>
  <xeff index="8" displayname="形状: 形状 14" abstypecode="0" spid="15" nativeid="10" isexit="0" bhvcode="spp" oindex="9">
    <color red="0" green="0" blue="0"/>
    <uid>8</uid>
    <rangedata start="1.25" end="1.75"/>
    <autoReverse>false</autoReverse>
    <isclicktri>false</isclicktri>
    <repeatcount>1</repeatcount>
  </xeff>
  <xeff index="9" displayname="组 15" abstypecode="0" spid="16" nativeid="10" isexit="0" bhvcode="spp" oindex="10">
    <color red="0" green="0" blue="0"/>
    <uid>9</uid>
    <rangedata start="1.25" end="1.75"/>
    <autoReverse>false</autoReverse>
    <isclicktri>false</isclicktri>
    <repeatcount>1</repeatcount>
  </xeff>
  <xeff index="10" displayname="图 25" abstypecode="0" spid="26" nativeid="10" isexit="0" bhvcode="spp" oindex="11">
    <color red="0" green="0" blue="0"/>
    <uid>10</uid>
    <rangedata start="0.5" end="1"/>
    <autoReverse>false</autoReverse>
    <isclicktri>false</isclicktri>
    <repeatcount>1</repeatcount>
  </xeff>
  <xeff index="11" displayname="图 26" abstypecode="0" spid="27" nativeid="10" isexit="0" bhvcode="spp" oindex="12">
    <color red="0" green="0" blue="0"/>
    <uid>11</uid>
    <rangedata start="0.75" end="1.25"/>
    <autoReverse>false</autoReverse>
    <isclicktri>false</isclicktri>
    <repeatcount>1</repeatcount>
  </xeff>
  <xeff index="12" displayname="图 27" abstypecode="0" spid="28" nativeid="10" isexit="0" bhvcode="spp" oindex="13">
    <color red="0" green="0" blue="0"/>
    <uid>12</uid>
    <rangedata start="1" end="1.5"/>
    <autoReverse>false</autoReverse>
    <isclicktri>false</isclicktri>
    <repeatcount>1</repeatcount>
  </xeff>
  <xeff index="13" displayname="图 28" abstypecode="0" spid="29" nativeid="10" isexit="0" bhvcode="spp" oindex="14">
    <color red="0" green="0" blue="0"/>
    <uid>13</uid>
    <rangedata start="1.25" end="1.75"/>
    <autoReverse>false</autoReverse>
    <isclicktri>false</isclicktri>
    <repeatcount>1</repeatcount>
  </xeff>
  <xeff index="14" displayname="选题背景与意义" abstypecode="0" spid="18" nativeid="10" isexit="0" bhvcode="spp" oindex="1">
    <color red="0" green="0" blue="0"/>
    <uid>14</uid>
    <rangedata start="0" end="0.5"/>
    <autoReverse>false</autoReverse>
    <isclicktri>false</isclicktri>
    <repeatcount>1</repeatcount>
  </xeff>
  <sldid>-1</sldid>
</xseqc>
</file>

<file path=customXml/item11.xml><?xml version="1.0" encoding="utf-8"?>
<xseqc xmlns:xsd="http://www.w3.org/2001/XMLSchema" xmlns:xsi="http://www.w3.org/2001/XMLSchema-instance">
  <xeff index="1" displayname="图表 1" abstypecode="0" spid="2" nativeid="10" isexit="0" bhvcode="sppc" oindex="1">
    <color red="0" green="0" blue="0"/>
    <uid>1</uid>
    <rangedata start="0.5" end="1"/>
    <autoReverse>false</autoReverse>
    <isclicktri>false</isclicktri>
    <repeatcount>1</repeatcount>
  </xeff>
  <xeff index="2" displayname="单击此处输入你的正文,为了最终演示发布的良好效果,请尽量言简意赅的阐述观点；" abstypecode="0" spid="3" nativeid="10" isexit="0" bhvcode="spp" oindex="2">
    <color red="0" green="0" blue="0"/>
    <uid>2</uid>
    <rangedata start="0.5" end="1"/>
    <autoReverse>false</autoReverse>
    <isclicktri>false</isclicktri>
    <repeatcount>1</repeatcount>
  </xeff>
  <xeff index="3" displayname="第一季度" abstypecode="0" spid="4" nativeid="10" isexit="0" bhvcode="spp" oindex="3">
    <color red="0" green="0" blue="0"/>
    <uid>3</uid>
    <rangedata start="0.5" end="1"/>
    <autoReverse>false</autoReverse>
    <isclicktri>false</isclicktri>
    <repeatcount>1</repeatcount>
  </xeff>
  <xeff index="4" displayname="椭圆 4" abstypecode="0" spid="5" nativeid="10" isexit="0" bhvcode="spp" oindex="4">
    <color red="0" green="0" blue="0"/>
    <uid>4</uid>
    <rangedata start="0.5" end="1"/>
    <autoReverse>false</autoReverse>
    <isclicktri>false</isclicktri>
    <repeatcount>1</repeatcount>
  </xeff>
  <xeff index="5" displayname="椭圆 5" abstypecode="0" spid="6" nativeid="10" isexit="0" bhvcode="spp" oindex="5">
    <color red="0" green="0" blue="0"/>
    <uid>5</uid>
    <rangedata start="0.75" end="1.25"/>
    <autoReverse>false</autoReverse>
    <isclicktri>false</isclicktri>
    <repeatcount>1</repeatcount>
  </xeff>
  <xeff index="6" displayname="椭圆 6" abstypecode="0" spid="7" nativeid="10" isexit="0" bhvcode="spp" oindex="6">
    <color red="0" green="0" blue="0"/>
    <uid>6</uid>
    <rangedata start="0.5" end="1"/>
    <autoReverse>false</autoReverse>
    <isclicktri>false</isclicktri>
    <repeatcount>1</repeatcount>
  </xeff>
  <xeff index="7" displayname="椭圆 7" abstypecode="0" spid="8" nativeid="10" isexit="0" bhvcode="spp" oindex="7">
    <color red="0" green="0" blue="0"/>
    <uid>7</uid>
    <rangedata start="0.75" end="1.25"/>
    <autoReverse>false</autoReverse>
    <isclicktri>false</isclicktri>
    <repeatcount>1</repeatcount>
  </xeff>
  <xeff index="8" displayname="单击此处输入你的正文,为了最终演示发布的良好效果,请尽量言简意赅的阐述观点；" abstypecode="0" spid="9" nativeid="10" isexit="0" bhvcode="spp" oindex="8">
    <color red="0" green="0" blue="0"/>
    <uid>8</uid>
    <rangedata start="0.75" end="1.25"/>
    <autoReverse>false</autoReverse>
    <isclicktri>false</isclicktri>
    <repeatcount>1</repeatcount>
  </xeff>
  <xeff index="9" displayname="第二季度" abstypecode="0" spid="10" nativeid="10" isexit="0" bhvcode="spp" oindex="9">
    <color red="0" green="0" blue="0"/>
    <uid>9</uid>
    <rangedata start="0.75" end="1.25"/>
    <autoReverse>false</autoReverse>
    <isclicktri>false</isclicktri>
    <repeatcount>1</repeatcount>
  </xeff>
  <xeff index="10" displayname="单击此处输入你的正文,为了最终演示发布的良好效果,请尽量言简意赅的阐述观点；" abstypecode="0" spid="11" nativeid="10" isexit="0" bhvcode="spp" oindex="10">
    <color red="0" green="0" blue="0"/>
    <uid>10</uid>
    <rangedata start="0.5" end="1"/>
    <autoReverse>false</autoReverse>
    <isclicktri>false</isclicktri>
    <repeatcount>1</repeatcount>
  </xeff>
  <xeff index="11" displayname="第三季度" abstypecode="0" spid="12" nativeid="10" isexit="0" bhvcode="spp" oindex="11">
    <color red="0" green="0" blue="0"/>
    <uid>11</uid>
    <rangedata start="0.5" end="1"/>
    <autoReverse>false</autoReverse>
    <isclicktri>false</isclicktri>
    <repeatcount>1</repeatcount>
  </xeff>
  <xeff index="12" displayname="单击此处输入你的正文,为了最终演示发布的良好效果,请尽量言简意赅的阐述观点；" abstypecode="0" spid="13" nativeid="10" isexit="0" bhvcode="spp" oindex="12">
    <color red="0" green="0" blue="0"/>
    <uid>12</uid>
    <rangedata start="0.75" end="1.25"/>
    <autoReverse>false</autoReverse>
    <isclicktri>false</isclicktri>
    <repeatcount>1</repeatcount>
  </xeff>
  <xeff index="13" displayname="第四季度" abstypecode="0" spid="14" nativeid="10" isexit="0" bhvcode="spp" oindex="13">
    <color red="0" green="0" blue="0"/>
    <uid>13</uid>
    <rangedata start="0.75" end="1.25"/>
    <autoReverse>false</autoReverse>
    <isclicktri>false</isclicktri>
    <repeatcount>1</repeatcount>
  </xeff>
  <xeff index="14" displayname="Freeform 13" abstypecode="0" spid="15" nativeid="10" isexit="0" bhvcode="spp" oindex="14">
    <color red="0" green="0" blue="0"/>
    <uid>14</uid>
    <rangedata start="0.5" end="1"/>
    <autoReverse>false</autoReverse>
    <isclicktri>false</isclicktri>
    <repeatcount>1</repeatcount>
  </xeff>
  <xeff index="15" displayname="组 15" abstypecode="0" spid="16" nativeid="10" isexit="0" bhvcode="spp" oindex="15">
    <color red="0" green="0" blue="0"/>
    <uid>15</uid>
    <rangedata start="0.75" end="1.25"/>
    <autoReverse>false</autoReverse>
    <isclicktri>false</isclicktri>
    <repeatcount>1</repeatcount>
  </xeff>
  <xeff index="16" displayname="Freeform 75" abstypecode="0" spid="32" nativeid="10" isexit="0" bhvcode="spp" oindex="16">
    <color red="0" green="0" blue="0"/>
    <uid>16</uid>
    <rangedata start="0.5" end="1"/>
    <autoReverse>false</autoReverse>
    <isclicktri>false</isclicktri>
    <repeatcount>1</repeatcount>
  </xeff>
  <xeff index="17" displayname="组 4" abstypecode="0" spid="33" nativeid="10" isexit="0" bhvcode="spp" oindex="17">
    <color red="0" green="0" blue="0"/>
    <uid>17</uid>
    <rangedata start="0.75" end="1.25"/>
    <autoReverse>false</autoReverse>
    <isclicktri>false</isclicktri>
    <repeatcount>1</repeatcount>
  </xeff>
  <xeff index="18" displayname="选题背景与意义" abstypecode="0" spid="18" nativeid="10" isexit="0" bhvcode="spp" oindex="18">
    <color red="0" green="0" blue="0"/>
    <uid>18</uid>
    <rangedata start="0" end="0.5"/>
    <autoReverse>false</autoReverse>
    <isclicktri>false</isclicktri>
    <repeatcount>1</repeatcount>
  </xeff>
  <sldid>-1</sldid>
</xseqc>
</file>

<file path=customXml/item12.xml><?xml version="1.0" encoding="utf-8"?>
<xseqc xmlns:xsd="http://www.w3.org/2001/XMLSchema" xmlns:xsi="http://www.w3.org/2001/XMLSchema-instance">
  <xeff index="1" displayname="组 14" abstypecode="0" spid="15" nativeid="10" isexit="0" bhvcode="spp" oindex="1">
    <color red="0" green="0" blue="0"/>
    <uid>1</uid>
    <rangedata start="0" end="0.5"/>
    <autoReverse>false</autoReverse>
    <isclicktri>false</isclicktri>
    <repeatcount>1</repeatcount>
  </xeff>
  <xeff index="2" displayname="独爱礼坊7" abstypecode="0" spid="8" nativeid="10" isexit="0" bhvcode="sppp" oindex="2">
    <color red="0" green="0" blue="0"/>
    <uid>2</uid>
    <rangedata start="0.5" end="1"/>
    <autoReverse>false</autoReverse>
    <isclicktri>false</isclicktri>
    <repeatcount>1</repeatcount>
  </xeff>
  <xeff index="3" displayname="选题背景与意义" abstypecode="0" spid="11" nativeid="10" isexit="0" bhvcode="sppp" oindex="3">
    <color red="0" green="0" blue="0"/>
    <uid>3</uid>
    <rangedata start="0.25" end="1"/>
    <autoReverse>false</autoReverse>
    <isclicktri>false</isclicktri>
    <repeatcount>1</repeatcount>
  </xeff>
  <xeff index="4" displayname="连接符 17" abstypecode="0" spid="18" nativeid="0" isexit="0" bhvcode="spp" oindex="4">
    <color red="0" green="0" blue="0"/>
    <uid>4</uid>
    <rangedata start="0.75" end="1.25"/>
    <autoReverse>false</autoReverse>
    <isclicktri>false</isclicktri>
    <repeatcount>1</repeatcount>
  </xeff>
  <xeff index="5" displayname="单击此处输入你的正文,文字是您思想的提炼,为了最终演示发布的良好效果,请尽量言简意赅的阐述观点；单击此处输入你的正文；" abstypecode="0" spid="16" nativeid="0" isexit="0" bhvcode="spp" oindex="5">
    <color red="0" green="0" blue="0"/>
    <uid>5</uid>
    <rangedata start="1" end="1.5"/>
    <autoReverse>false</autoReverse>
    <isclicktri>false</isclicktri>
    <repeatcount>1</repeatcount>
  </xeff>
  <xeff index="6" displayname="第一部分" abstypecode="0" spid="12" nativeid="10" isexit="0" bhvcode="sppp" oindex="6">
    <color red="0" green="0" blue="0"/>
    <uid>6</uid>
    <rangedata start="0.5" end="1"/>
    <autoReverse>false</autoReverse>
    <isclicktri>false</isclicktri>
    <repeatcount>1</repeatcount>
  </xeff>
  <sldid>-1</sldid>
</xseqc>
</file>

<file path=customXml/item13.xml><?xml version="1.0" encoding="utf-8"?>
<xseqc xmlns:xsd="http://www.w3.org/2001/XMLSchema" xmlns:xsi="http://www.w3.org/2001/XMLSchema-instance">
  <xeff index="1" displayname="组 14" abstypecode="0" spid="15" nativeid="10" isexit="0" bhvcode="spp" oindex="1">
    <color red="0" green="0" blue="0"/>
    <uid>1</uid>
    <rangedata start="0" end="0.5"/>
    <autoReverse>false</autoReverse>
    <isclicktri>false</isclicktri>
    <repeatcount>1</repeatcount>
  </xeff>
  <xeff index="2" displayname="组 36" abstypecode="0" spid="37" nativeid="10" isexit="0" bhvcode="sppp" oindex="2">
    <color red="0" green="0" blue="0"/>
    <uid>2</uid>
    <rangedata start="0.25" end="0.75"/>
    <autoReverse>false</autoReverse>
    <isclicktri>false</isclicktri>
    <repeatcount>1</repeatcount>
  </xeff>
  <xeff index="3" displayname="Your logo" abstypecode="0" spid="110" nativeid="10" isexit="0" bhvcode="sppp" oindex="3">
    <color red="0" green="0" blue="0"/>
    <uid>3</uid>
    <rangedata start="0.25" end="0.75"/>
    <autoReverse>false</autoReverse>
    <isclicktri>false</isclicktri>
    <repeatcount>1</repeatcount>
  </xeff>
  <xeff index="4" displayname="连接符 2" abstypecode="0" spid="3" nativeid="10" isexit="0" bhvcode="spp" oindex="4">
    <color red="0" green="0" blue="0"/>
    <uid>4</uid>
    <rangedata start="0.5" end="1"/>
    <autoReverse>false</autoReverse>
    <isclicktri>false</isclicktri>
    <repeatcount>1</repeatcount>
  </xeff>
  <xeff index="5" displayname="圆角矩形 3" abstypecode="0" spid="4" nativeid="10" isexit="0" bhvcode="spp" oindex="5">
    <color red="0" green="0" blue="0"/>
    <uid>5</uid>
    <rangedata start="0.5" end="1"/>
    <autoReverse>false</autoReverse>
    <isclicktri>false</isclicktri>
    <repeatcount>1</repeatcount>
  </xeff>
  <xeff index="6" displayname="202X级硕士研究生开题答辩" abstypecode="0" spid="6" nativeid="10" isexit="0" bhvcode="spp" oindex="6">
    <color red="0" green="0" blue="0"/>
    <uid>6</uid>
    <rangedata start="0.5" end="1"/>
    <autoReverse>false</autoReverse>
    <isclicktri>false</isclicktri>
    <repeatcount>1</repeatcount>
  </xeff>
  <xeff index="7" displayname="连接符 6" abstypecode="0" spid="7" nativeid="10" isexit="0" bhvcode="spp" oindex="7">
    <color red="0" green="0" blue="0"/>
    <uid>7</uid>
    <rangedata start="0.5" end="1"/>
    <autoReverse>false</autoReverse>
    <isclicktri>false</isclicktri>
    <repeatcount>1</repeatcount>
  </xeff>
  <xeff index="8" displayname="毕业论文答辩通用PPT模板" abstypecode="0" spid="5" nativeid="10" isexit="0" bhvcode="sppp" oindex="8">
    <color red="0" green="0" blue="0"/>
    <uid>8</uid>
    <rangedata start="0.5" end="1.25"/>
    <autoReverse>false</autoReverse>
    <isclicktri>false</isclicktri>
    <repeatcount>1</repeatcount>
  </xeff>
  <xeff index="9" displayname="Academic Style Template for Graduation Defense" abstypecode="0" spid="8" nativeid="10" isexit="0" bhvcode="spp" oindex="9">
    <color red="0" green="0" blue="0"/>
    <uid>9</uid>
    <rangedata start="0.5" end="1"/>
    <autoReverse>false</autoReverse>
    <isclicktri>false</isclicktri>
    <repeatcount>1</repeatcount>
  </xeff>
  <xeff index="10" displayname="单击此处输入你的论文题目,文字是您思想的提炼,为了最终演示发布的良好效果,请尽量言简意赅的阐述观点" abstypecode="0" spid="9" nativeid="10" isexit="0" bhvcode="spp" oindex="10">
    <color red="0" green="0" blue="0"/>
    <uid>10</uid>
    <rangedata start="0.5" end="1"/>
    <autoReverse>false</autoReverse>
    <isclicktri>false</isclicktri>
    <repeatcount>1</repeatcount>
  </xeff>
  <xeff index="11" displayname="组 1" abstypecode="0" spid="2" nativeid="10" isexit="0" bhvcode="spp" oindex="11">
    <color red="0" green="0" blue="0"/>
    <uid>11</uid>
    <rangedata start="0.75" end="1.25"/>
    <autoReverse>false</autoReverse>
    <isclicktri>false</isclicktri>
    <repeatcount>1</repeatcount>
  </xeff>
  <xeff index="12" displayname="组 15" abstypecode="0" spid="16" nativeid="10" isexit="0" bhvcode="spp" oindex="12">
    <color red="0" green="0" blue="0"/>
    <uid>12</uid>
    <rangedata start="0.75" end="1.25"/>
    <autoReverse>false</autoReverse>
    <isclicktri>false</isclicktri>
    <repeatcount>1</repeatcount>
  </xeff>
  <xeff index="13" displayname="组 19" abstypecode="0" spid="20" nativeid="10" isexit="0" bhvcode="spp" oindex="13">
    <color red="0" green="0" blue="0"/>
    <uid>13</uid>
    <rangedata start="0.75" end="1.25"/>
    <autoReverse>false</autoReverse>
    <isclicktri>false</isclicktri>
    <repeatcount>1</repeatcount>
  </xeff>
  <sldid>-1</sldid>
</xseqc>
</file>

<file path=customXml/item14.xml><?xml version="1.0" encoding="utf-8"?>
<xseqc xmlns:xsd="http://www.w3.org/2001/XMLSchema" xmlns:xsi="http://www.w3.org/2001/XMLSchema-instance">
  <xeff index="1" displayname="组 14" abstypecode="0" spid="15" nativeid="10" isexit="0" bhvcode="spp" oindex="2">
    <color red="0" green="0" blue="0"/>
    <uid>1</uid>
    <rangedata start="0" end="0.5"/>
    <autoReverse>false</autoReverse>
    <isclicktri>false</isclicktri>
    <repeatcount>1</repeatcount>
  </xeff>
  <xeff index="2" displayname="组 36" abstypecode="0" spid="37" nativeid="10" isexit="0" bhvcode="sppp" oindex="3">
    <color red="0" green="0" blue="0"/>
    <uid>2</uid>
    <rangedata start="0.25" end="0.75"/>
    <autoReverse>false</autoReverse>
    <isclicktri>false</isclicktri>
    <repeatcount>1</repeatcount>
  </xeff>
  <xeff index="3" displayname="Your logo" abstypecode="0" spid="110" nativeid="10" isexit="0" bhvcode="sppp" oindex="4">
    <color red="0" green="0" blue="0"/>
    <uid>3</uid>
    <rangedata start="0.25" end="0.75"/>
    <autoReverse>false</autoReverse>
    <isclicktri>false</isclicktri>
    <repeatcount>1</repeatcount>
  </xeff>
  <xeff index="4" displayname="连接符 2" abstypecode="0" spid="3" nativeid="10" isexit="0" bhvcode="spp" oindex="5">
    <color red="0" green="0" blue="0"/>
    <uid>4</uid>
    <rangedata start="0.5" end="1"/>
    <autoReverse>false</autoReverse>
    <isclicktri>false</isclicktri>
    <repeatcount>1</repeatcount>
  </xeff>
  <xeff index="5" displayname="圆角矩形 3" abstypecode="0" spid="4" nativeid="10" isexit="0" bhvcode="spp" oindex="6">
    <color red="0" green="0" blue="0"/>
    <uid>5</uid>
    <rangedata start="0.5" end="1"/>
    <autoReverse>false</autoReverse>
    <isclicktri>false</isclicktri>
    <repeatcount>1</repeatcount>
  </xeff>
  <xeff index="6" displayname="202X级硕士研究生开题答辩" abstypecode="0" spid="6" nativeid="10" isexit="0" bhvcode="spp" oindex="7">
    <color red="0" green="0" blue="0"/>
    <uid>6</uid>
    <rangedata start="0.5" end="1"/>
    <autoReverse>false</autoReverse>
    <isclicktri>false</isclicktri>
    <repeatcount>1</repeatcount>
  </xeff>
  <xeff index="7" displayname="连接符 6" abstypecode="0" spid="7" nativeid="10" isexit="0" bhvcode="spp" oindex="8">
    <color red="0" green="0" blue="0"/>
    <uid>7</uid>
    <rangedata start="0.5" end="1"/>
    <autoReverse>false</autoReverse>
    <isclicktri>false</isclicktri>
    <repeatcount>1</repeatcount>
  </xeff>
  <xeff index="8" displayname="毕业论文答辩通用PPT模板" abstypecode="0" spid="5" nativeid="10" isexit="0" bhvcode="sppp" oindex="9">
    <color red="0" green="0" blue="0"/>
    <uid>8</uid>
    <rangedata start="0.5" end="1.25"/>
    <autoReverse>false</autoReverse>
    <isclicktri>false</isclicktri>
    <repeatcount>1</repeatcount>
  </xeff>
  <xeff index="9" displayname="Academic Style Template for Graduation Defense" abstypecode="0" spid="8" nativeid="10" isexit="0" bhvcode="spp" oindex="10">
    <color red="0" green="0" blue="0"/>
    <uid>9</uid>
    <rangedata start="0.5" end="1"/>
    <autoReverse>false</autoReverse>
    <isclicktri>false</isclicktri>
    <repeatcount>1</repeatcount>
  </xeff>
  <xeff index="10" displayname="单击此处输入你的论文题目,文字是您思想的提炼,为了最终演示发布的良好效果,请尽量言简意赅的阐述观点" abstypecode="0" spid="9" nativeid="10" isexit="0" bhvcode="spp" oindex="11">
    <color red="0" green="0" blue="0"/>
    <uid>10</uid>
    <rangedata start="0.5" end="1"/>
    <autoReverse>false</autoReverse>
    <isclicktri>false</isclicktri>
    <repeatcount>1</repeatcount>
  </xeff>
  <xeff index="11" displayname="组 93" abstypecode="0" spid="94" nativeid="10" isexit="0" bhvcode="spp" oindex="12">
    <color red="0" green="0" blue="0"/>
    <uid>11</uid>
    <rangedata start="0.75" end="1.25"/>
    <autoReverse>false</autoReverse>
    <isclicktri>false</isclicktri>
    <repeatcount>1</repeatcount>
  </xeff>
  <xeff index="12" displayname="组 101" abstypecode="0" spid="102" nativeid="10" isexit="0" bhvcode="spp" oindex="13">
    <color red="0" green="0" blue="0"/>
    <uid>12</uid>
    <rangedata start="0.75" end="1.25"/>
    <autoReverse>false</autoReverse>
    <isclicktri>false</isclicktri>
    <repeatcount>1</repeatcount>
  </xeff>
  <xeff index="13" displayname="组 110" abstypecode="0" spid="111" nativeid="10" isexit="0" bhvcode="spp" oindex="14">
    <color red="0" green="0" blue="0"/>
    <uid>13</uid>
    <rangedata start="0.75" end="1.25"/>
    <autoReverse>false</autoReverse>
    <isclicktri>false</isclicktri>
    <repeatcount>1</repeatcount>
  </xeff>
  <xeff index="14" displayname="编号:S333973" abstypecode="3" spid="16" nativeid="83" isexit="0" bhvcode="x" oindex="1">
    <color red="0" green="0" blue="0"/>
    <uid>14</uid>
    <rangedata start="0" end="0.0010000000474974513"/>
    <autoReverse>false</autoReverse>
    <isclicktri>false</isclicktri>
    <repeatcount>1</repeatcount>
  </xeff>
  <sldid>-1</sldid>
</xseqc>
</file>

<file path=customXml/item15.xml><?xml version="1.0" encoding="utf-8"?>
<xseqc xmlns:xsd="http://www.w3.org/2001/XMLSchema" xmlns:xsi="http://www.w3.org/2001/XMLSchema-instance">
  <xeff index="1" displayname="组 14" abstypecode="0" spid="15" nativeid="10" isexit="0" bhvcode="spp" oindex="1">
    <color red="0" green="0" blue="0"/>
    <uid>1</uid>
    <rangedata start="0" end="0.5"/>
    <autoReverse>false</autoReverse>
    <isclicktri>false</isclicktri>
    <repeatcount>1</repeatcount>
  </xeff>
  <xeff index="2" displayname="独爱礼坊7" abstypecode="0" spid="8" nativeid="10" isexit="0" bhvcode="sppp" oindex="2">
    <color red="0" green="0" blue="0"/>
    <uid>2</uid>
    <rangedata start="0.5" end="1"/>
    <autoReverse>false</autoReverse>
    <isclicktri>false</isclicktri>
    <repeatcount>1</repeatcount>
  </xeff>
  <xeff index="3" displayname="选题背景与意义" abstypecode="0" spid="11" nativeid="10" isexit="0" bhvcode="sppp" oindex="3">
    <color red="0" green="0" blue="0"/>
    <uid>3</uid>
    <rangedata start="0.25" end="1"/>
    <autoReverse>false</autoReverse>
    <isclicktri>false</isclicktri>
    <repeatcount>1</repeatcount>
  </xeff>
  <xeff index="4" displayname="连接符 17" abstypecode="0" spid="18" nativeid="0" isexit="0" bhvcode="spp" oindex="4">
    <color red="0" green="0" blue="0"/>
    <uid>4</uid>
    <rangedata start="0.75" end="1.25"/>
    <autoReverse>false</autoReverse>
    <isclicktri>false</isclicktri>
    <repeatcount>1</repeatcount>
  </xeff>
  <xeff index="5" displayname="单击此处输入你的正文,文字是您思想的提炼,为了最终演示发布的良好效果,请尽量言简意赅的阐述观点；单击此处输入你的正文；" abstypecode="0" spid="16" nativeid="0" isexit="0" bhvcode="spp" oindex="5">
    <color red="0" green="0" blue="0"/>
    <uid>5</uid>
    <rangedata start="1" end="1.5"/>
    <autoReverse>false</autoReverse>
    <isclicktri>false</isclicktri>
    <repeatcount>1</repeatcount>
  </xeff>
  <xeff index="6" displayname="第一部分" abstypecode="0" spid="12" nativeid="10" isexit="0" bhvcode="sppp" oindex="6">
    <color red="0" green="0" blue="0"/>
    <uid>6</uid>
    <rangedata start="0.5" end="1"/>
    <autoReverse>false</autoReverse>
    <isclicktri>false</isclicktri>
    <repeatcount>1</repeatcount>
  </xeff>
  <sldid>-1</sldid>
</xseqc>
</file>

<file path=customXml/item16.xml><?xml version="1.0" encoding="utf-8"?>
<xseqc xmlns:xsd="http://www.w3.org/2001/XMLSchema" xmlns:xsi="http://www.w3.org/2001/XMLSchema-instance">
  <xeff index="1" displayname="图 22" abstypecode="0" spid="23" nativeid="10" isexit="0" bhvcode="spp" oindex="5">
    <color red="0" green="0" blue="0"/>
    <uid>1</uid>
    <rangedata start="0.5" end="1"/>
    <autoReverse>false</autoReverse>
    <isclicktri>false</isclicktri>
    <repeatcount>1</repeatcount>
  </xeff>
  <xeff index="2" displayname="矩形 25" abstypecode="0" spid="26" nativeid="10" isexit="0" bhvcode="spp" oindex="6">
    <color red="0" green="0" blue="0"/>
    <uid>2</uid>
    <rangedata start="0.5" end="1"/>
    <autoReverse>false</autoReverse>
    <isclicktri>false</isclicktri>
    <repeatcount>1</repeatcount>
  </xeff>
  <xeff index="3" displayname="单击此处输入你的正文,文字是您思想的提炼。" abstypecode="0" spid="27" nativeid="10" isexit="0" bhvcode="spp" oindex="7">
    <color red="0" green="0" blue="0"/>
    <uid>3</uid>
    <rangedata start="0.5" end="1"/>
    <autoReverse>false</autoReverse>
    <isclicktri>false</isclicktri>
    <repeatcount>1</repeatcount>
  </xeff>
  <xeff index="4" displayname="矩形 27" abstypecode="0" spid="28" nativeid="10" isexit="0" bhvcode="spp" oindex="8">
    <color red="0" green="0" blue="0"/>
    <uid>4</uid>
    <rangedata start="0.5" end="1"/>
    <autoReverse>false</autoReverse>
    <isclicktri>false</isclicktri>
    <repeatcount>1</repeatcount>
  </xeff>
  <xeff index="5" displayname="单击此处输入你的正文,文字是您思想的提炼。" abstypecode="0" spid="29" nativeid="10" isexit="0" bhvcode="spp" oindex="9">
    <color red="0" green="0" blue="0"/>
    <uid>5</uid>
    <rangedata start="0.5" end="1"/>
    <autoReverse>false</autoReverse>
    <isclicktri>false</isclicktri>
    <repeatcount>1</repeatcount>
  </xeff>
  <xeff index="6" displayname="添加标题" abstypecode="0" spid="30" nativeid="10" isexit="0" bhvcode="spp" oindex="10">
    <color red="0" green="0" blue="0"/>
    <uid>6</uid>
    <rangedata start="0.5" end="1"/>
    <autoReverse>false</autoReverse>
    <isclicktri>false</isclicktri>
    <repeatcount>1</repeatcount>
  </xeff>
  <xeff index="7" displayname="添加标题" abstypecode="0" spid="31" nativeid="10" isexit="0" bhvcode="spp" oindex="11">
    <color red="0" green="0" blue="0"/>
    <uid>7</uid>
    <rangedata start="0.5" end="1"/>
    <autoReverse>false</autoReverse>
    <isclicktri>false</isclicktri>
    <repeatcount>1</repeatcount>
  </xeff>
  <xeff index="8" displayname="矩形 31" abstypecode="0" spid="32" nativeid="10" isexit="0" bhvcode="spp" oindex="12">
    <color red="0" green="0" blue="0"/>
    <uid>8</uid>
    <rangedata start="0.5" end="1"/>
    <autoReverse>false</autoReverse>
    <isclicktri>false</isclicktri>
    <repeatcount>1</repeatcount>
  </xeff>
  <xeff index="9" displayname="单击此处输入你的正文,文字是您思想的提炼。" abstypecode="0" spid="33" nativeid="10" isexit="0" bhvcode="spp" oindex="13">
    <color red="0" green="0" blue="0"/>
    <uid>9</uid>
    <rangedata start="0.5" end="1"/>
    <autoReverse>false</autoReverse>
    <isclicktri>false</isclicktri>
    <repeatcount>1</repeatcount>
  </xeff>
  <xeff index="10" displayname="添加标题" abstypecode="0" spid="34" nativeid="10" isexit="0" bhvcode="spp" oindex="14">
    <color red="0" green="0" blue="0"/>
    <uid>10</uid>
    <rangedata start="0.5" end="1"/>
    <autoReverse>false</autoReverse>
    <isclicktri>false</isclicktri>
    <repeatcount>1</repeatcount>
  </xeff>
  <xeff index="11" displayname="组 32" abstypecode="0" spid="35" nativeid="10" isexit="0" bhvcode="spp" oindex="15">
    <color red="0" green="0" blue="0"/>
    <uid>11</uid>
    <rangedata start="0.5" end="1"/>
    <autoReverse>false</autoReverse>
    <isclicktri>false</isclicktri>
    <repeatcount>1</repeatcount>
  </xeff>
  <xeff index="12" displayname="椭圆 13" abstypecode="0" spid="38" nativeid="10" isexit="0" bhvcode="spp" oindex="16">
    <color red="0" green="0" blue="0"/>
    <uid>12</uid>
    <rangedata start="0.5" end="1"/>
    <autoReverse>false</autoReverse>
    <isclicktri>false</isclicktri>
    <repeatcount>1</repeatcount>
  </xeff>
  <xeff index="13" displayname="Oval 19" abstypecode="0" spid="39" nativeid="10" isexit="0" bhvcode="spp" oindex="17">
    <color red="0" green="0" blue="0"/>
    <uid>13</uid>
    <rangedata start="0.5" end="1"/>
    <autoReverse>false</autoReverse>
    <isclicktri>false</isclicktri>
    <repeatcount>1</repeatcount>
  </xeff>
  <xeff index="14" displayname="组 9" abstypecode="0" spid="10" nativeid="10" isexit="0" bhvcode="spp" oindex="1">
    <color red="0" green="0" blue="0"/>
    <uid>14</uid>
    <rangedata start="0.75" end="1.25"/>
    <autoReverse>false</autoReverse>
    <isclicktri>false</isclicktri>
    <repeatcount>1</repeatcount>
  </xeff>
  <xeff index="15" displayname="组 13" abstypecode="0" spid="14" nativeid="10" isexit="0" bhvcode="spp" oindex="2">
    <color red="0" green="0" blue="0"/>
    <uid>15</uid>
    <rangedata start="0.75" end="1.25"/>
    <autoReverse>false</autoReverse>
    <isclicktri>false</isclicktri>
    <repeatcount>1</repeatcount>
  </xeff>
  <xeff index="16" displayname="组 1" abstypecode="0" spid="2" nativeid="10" isexit="0" bhvcode="spp" oindex="3">
    <color red="0" green="0" blue="0"/>
    <uid>16</uid>
    <rangedata start="0.75" end="1.25"/>
    <autoReverse>false</autoReverse>
    <isclicktri>false</isclicktri>
    <repeatcount>1</repeatcount>
  </xeff>
  <xeff index="17" displayname="组 5" abstypecode="0" spid="6" nativeid="10" isexit="0" bhvcode="spp" oindex="4">
    <color red="0" green="0" blue="0"/>
    <uid>17</uid>
    <rangedata start="0.75" end="1.25"/>
    <autoReverse>false</autoReverse>
    <isclicktri>false</isclicktri>
    <repeatcount>1</repeatcount>
  </xeff>
  <xeff index="18" displayname="选题背景与意义" abstypecode="0" spid="18" nativeid="10" isexit="0" bhvcode="spp" oindex="18">
    <color red="0" green="0" blue="0"/>
    <uid>18</uid>
    <rangedata start="0" end="0.5"/>
    <autoReverse>false</autoReverse>
    <isclicktri>false</isclicktri>
    <repeatcount>1</repeatcount>
  </xeff>
  <sldid>-1</sldid>
</xseqc>
</file>

<file path=customXml/item17.xml><?xml version="1.0" encoding="utf-8"?>
<xseqc xmlns:xsd="http://www.w3.org/2001/XMLSchema" xmlns:xsi="http://www.w3.org/2001/XMLSchema-instance">
  <xeff index="1" displayname="选题背景与意义" abstypecode="0" spid="18" nativeid="10" isexit="0" bhvcode="spp" oindex="1">
    <color red="0" green="0" blue="0"/>
    <uid>1</uid>
    <rangedata start="0" end="0.5"/>
    <autoReverse>false</autoReverse>
    <isclicktri>false</isclicktri>
    <repeatcount>1</repeatcount>
  </xeff>
  <xeff index="2" displayname="组 30" abstypecode="0" spid="31" nativeid="10" isexit="0" bhvcode="sppp" oindex="2">
    <color red="0" green="0" blue="0"/>
    <uid>2</uid>
    <rangedata start="0.5" end="1"/>
    <autoReverse>false</autoReverse>
    <isclicktri>false</isclicktri>
    <repeatcount>1</repeatcount>
  </xeff>
  <xeff index="3" displayname="组 51" abstypecode="0" spid="52" nativeid="10" isexit="0" bhvcode="sf" oindex="3">
    <color red="0" green="0" blue="0"/>
    <uid>3</uid>
    <rangedata start="0.75" end="1.25"/>
    <autoReverse>false</autoReverse>
    <isclicktri>false</isclicktri>
    <repeatcount>1</repeatcount>
  </xeff>
  <sldid>-1</sldid>
</xseqc>
</file>

<file path=customXml/item18.xml><?xml version="1.0" encoding="utf-8"?>
<xseqc xmlns:xsd="http://www.w3.org/2001/XMLSchema" xmlns:xsi="http://www.w3.org/2001/XMLSchema-instance">
  <xeff index="1" displayname="请添加小标题" abstypecode="0" spid="4" nativeid="10" isexit="0" bhvcode="spp" oindex="1">
    <color red="0" green="0" blue="0"/>
    <uid>1</uid>
    <rangedata start="1" end="1.5"/>
    <autoReverse>false</autoReverse>
    <isclicktri>false</isclicktri>
    <repeatcount>1</repeatcount>
  </xeff>
  <xeff index="2" displayname="单击此处输入你的正文,文字是您思想的提炼,为了最终演示发布的良好效果,请尽量言简意赅的阐述观点；以便观者可以准确理解您所传达的信息。" abstypecode="0" spid="3" nativeid="10" isexit="0" bhvcode="spp" oindex="2">
    <color red="0" green="0" blue="0"/>
    <uid>2</uid>
    <rangedata start="1.5" end="2"/>
    <autoReverse>false</autoReverse>
    <isclicktri>false</isclicktri>
    <repeatcount>1</repeatcount>
  </xeff>
  <xeff index="3" displayname="单击此处输入你的正文,文字是您思想的提炼,为了最终演示发布的良好效果,请尽量言简意赅的阐述观点；根据需要可酌情增减文字,以便观者可以准确理解您所传达的信息。根据需要可酌情增减文字,以便观者可以准确理解您所传达的信息。" abstypecode="0" spid="2" nativeid="10" isexit="0" bhvcode="spp" oindex="3">
    <color red="0" green="0" blue="0"/>
    <uid>3</uid>
    <rangedata start="1.25" end="1.75"/>
    <autoReverse>false</autoReverse>
    <isclicktri>false</isclicktri>
    <repeatcount>1</repeatcount>
  </xeff>
  <xeff index="4" displayname="选题背景与意义" abstypecode="0" spid="18" nativeid="10" isexit="0" bhvcode="spp" oindex="4">
    <color red="0" green="0" blue="0"/>
    <uid>4</uid>
    <rangedata start="0" end="0.5"/>
    <autoReverse>false</autoReverse>
    <isclicktri>false</isclicktri>
    <repeatcount>1</repeatcount>
  </xeff>
  <xeff index="5" displayname="圆角矩形 17" abstypecode="0" spid="6" nativeid="0" isexit="0" bhvcode="spp" oindex="5">
    <color red="0" green="0" blue="0"/>
    <uid>5</uid>
    <rangedata start="0.75" end="1.25"/>
    <autoReverse>false</autoReverse>
    <isclicktri>false</isclicktri>
    <repeatcount>1</repeatcount>
  </xeff>
  <xeff index="6" displayname="图 6" abstypecode="0" spid="7" nativeid="10" isexit="0" bhvcode="spp" oindex="6">
    <color red="0" green="0" blue="0"/>
    <uid>6</uid>
    <rangedata start="0.5" end="1"/>
    <autoReverse>false</autoReverse>
    <isclicktri>false</isclicktri>
    <repeatcount>1</repeatcount>
  </xeff>
  <sldid>-1</sldid>
</xseqc>
</file>

<file path=customXml/item19.xml><?xml version="1.0" encoding="utf-8"?>
<xseqc xmlns:xsd="http://www.w3.org/2001/XMLSchema" xmlns:xsi="http://www.w3.org/2001/XMLSchema-instance">
  <xeff index="1" displayname="选题背景与意义" abstypecode="0" spid="18" nativeid="10" isexit="0" bhvcode="spp" oindex="10">
    <color red="0" green="0" blue="0"/>
    <uid>1</uid>
    <rangedata start="0" end="0.5"/>
    <autoReverse>false</autoReverse>
    <isclicktri>false</isclicktri>
    <repeatcount>1</repeatcount>
  </xeff>
  <xeff index="2" displayname="请添加小标题" abstypecode="0" spid="2" nativeid="10" isexit="0" bhvcode="spp" oindex="1">
    <color red="0" green="0" blue="0"/>
    <uid>2</uid>
    <rangedata start="0.25" end="0.75"/>
    <autoReverse>false</autoReverse>
    <isclicktri>false</isclicktri>
    <repeatcount>1</repeatcount>
  </xeff>
  <xeff index="3" displayname="单击此处输入你的正文,文字是您思想的提炼,为了最终演示发布的良好效果,请尽量言简意赅的阐述观点；根据需要可酌情增减文字,以便观者可以准确理解您所传达的信息。" abstypecode="0" spid="3" nativeid="10" isexit="0" bhvcode="spp" oindex="2">
    <color red="0" green="0" blue="0"/>
    <uid>3</uid>
    <rangedata start="0.25" end="0.75"/>
    <autoReverse>false</autoReverse>
    <isclicktri>false</isclicktri>
    <repeatcount>1</repeatcount>
  </xeff>
  <xeff index="4" displayname="15" abstypecode="0" spid="5" nativeid="10" isexit="0" bhvcode="spp" oindex="3">
    <color red="0" green="0" blue="0"/>
    <uid>4</uid>
    <rangedata start="0.25" end="0.75"/>
    <autoReverse>false</autoReverse>
    <isclicktri>false</isclicktri>
    <repeatcount>1</repeatcount>
  </xeff>
  <xeff index="5" displayname="组 5" abstypecode="0" spid="6" nativeid="10" isexit="0" bhvcode="spp" oindex="4">
    <color red="0" green="0" blue="0"/>
    <uid>5</uid>
    <rangedata start="0.25" end="0.75"/>
    <autoReverse>false</autoReverse>
    <isclicktri>false</isclicktri>
    <repeatcount>1</repeatcount>
  </xeff>
  <xeff index="6" displayname="15" abstypecode="0" spid="9" nativeid="10" isexit="0" bhvcode="spp" oindex="5">
    <color red="0" green="0" blue="0"/>
    <uid>6</uid>
    <rangedata start="0.25" end="0.75"/>
    <autoReverse>false</autoReverse>
    <isclicktri>false</isclicktri>
    <repeatcount>1</repeatcount>
  </xeff>
  <xeff index="7" displayname="组 9" abstypecode="0" spid="10" nativeid="10" isexit="0" bhvcode="spp" oindex="6">
    <color red="0" green="0" blue="0"/>
    <uid>7</uid>
    <rangedata start="0.25" end="0.75"/>
    <autoReverse>false</autoReverse>
    <isclicktri>false</isclicktri>
    <repeatcount>1</repeatcount>
  </xeff>
  <xeff index="8" displayname="组 12" abstypecode="0" spid="13" nativeid="10" isexit="0" bhvcode="spp" oindex="7">
    <color red="0" green="0" blue="0"/>
    <uid>8</uid>
    <rangedata start="0.25" end="0.75"/>
    <autoReverse>false</autoReverse>
    <isclicktri>false</isclicktri>
    <repeatcount>1</repeatcount>
  </xeff>
  <xeff index="9" displayname="pie-graphic-symbol-for-business-stats_44639" abstypecode="0" spid="26" nativeid="10" isexit="0" bhvcode="spp" oindex="8">
    <color red="0" green="0" blue="0"/>
    <uid>9</uid>
    <rangedata start="0.25" end="0.75"/>
    <autoReverse>false</autoReverse>
    <isclicktri>false</isclicktri>
    <repeatcount>1</repeatcount>
  </xeff>
  <xeff index="10" displayname="图 3" abstypecode="0" spid="4" nativeid="10" isexit="0" bhvcode="spp" oindex="9">
    <color red="0" green="0" blue="0"/>
    <uid>10</uid>
    <rangedata start="0.25" end="0.75"/>
    <autoReverse>false</autoReverse>
    <isclicktri>false</isclicktri>
    <repeatcount>1</repeatcount>
  </xeff>
  <sldid>-1</sldid>
</xseqc>
</file>

<file path=customXml/item20.xml><?xml version="1.0" encoding="utf-8"?>
<xseqc xmlns:xsd="http://www.w3.org/2001/XMLSchema" xmlns:xsi="http://www.w3.org/2001/XMLSchema-instance">
  <xeff index="1" displayname="选题背景与意义" abstypecode="0" spid="18" nativeid="10" isexit="0" bhvcode="spp" oindex="1">
    <color red="0" green="0" blue="0"/>
    <uid>1</uid>
    <rangedata start="0" end="0.5"/>
    <autoReverse>false</autoReverse>
    <isclicktri>false</isclicktri>
    <repeatcount>1</repeatcount>
  </xeff>
  <xeff index="2" displayname="12" abstypecode="0" spid="40" nativeid="39" isexit="0" bhvcode="sfpp" oindex="5">
    <color red="0" green="0" blue="0"/>
    <uid>2</uid>
    <rangedata start="0.25" end="0.75"/>
    <autoReverse>false</autoReverse>
    <isclicktri>false</isclicktri>
    <repeatcount>1</repeatcount>
  </xeff>
  <xeff index="3" displayname="13" abstypecode="0" spid="41" nativeid="39" isexit="0" bhvcode="sfpp" oindex="6">
    <color red="0" green="0" blue="0"/>
    <uid>3</uid>
    <rangedata start="0.25" end="0.75"/>
    <autoReverse>false</autoReverse>
    <isclicktri>false</isclicktri>
    <repeatcount>1</repeatcount>
  </xeff>
  <xeff index="4" displayname="11" abstypecode="0" spid="39" nativeid="39" isexit="0" bhvcode="sfpp" oindex="7">
    <color red="0" green="0" blue="0"/>
    <uid>4</uid>
    <rangedata start="0.25" end="0.75"/>
    <autoReverse>false</autoReverse>
    <isclicktri>false</isclicktri>
    <repeatcount>1</repeatcount>
  </xeff>
  <xeff index="5" displayname="Freeform 141" abstypecode="0" spid="42" nativeid="10" isexit="0" bhvcode="spp" oindex="8">
    <color red="0" green="0" blue="0"/>
    <uid>5</uid>
    <rangedata start="0.25" end="0.75"/>
    <autoReverse>false</autoReverse>
    <isclicktri>false</isclicktri>
    <repeatcount>1</repeatcount>
  </xeff>
  <xeff index="6" displayname="组 1" abstypecode="0" spid="2" nativeid="0" isexit="0" bhvcode="spp" oindex="2">
    <color red="0" green="0" blue="0"/>
    <uid>6</uid>
    <rangedata start="0.25" end="0.75"/>
    <autoReverse>false</autoReverse>
    <isclicktri>false</isclicktri>
    <repeatcount>1</repeatcount>
  </xeff>
  <xeff index="7" displayname="组 11" abstypecode="0" spid="12" nativeid="0" isexit="0" bhvcode="spp" oindex="3">
    <color red="0" green="0" blue="0"/>
    <uid>7</uid>
    <rangedata start="0.5" end="1"/>
    <autoReverse>false</autoReverse>
    <isclicktri>false</isclicktri>
    <repeatcount>1</repeatcount>
  </xeff>
  <xeff index="8" displayname="组 28" abstypecode="0" spid="29" nativeid="0" isexit="0" bhvcode="spp" oindex="4">
    <color red="0" green="0" blue="0"/>
    <uid>8</uid>
    <rangedata start="0.75" end="1.25"/>
    <autoReverse>false</autoReverse>
    <isclicktri>false</isclicktri>
    <repeatcount>1</repeatcount>
  </xeff>
  <sldid>-1</sldid>
</xseqc>
</file>

<file path=customXml/item21.xml><?xml version="1.0" encoding="utf-8"?>
<xseqc xmlns:xsd="http://www.w3.org/2001/XMLSchema" xmlns:xsi="http://www.w3.org/2001/XMLSchema-instance">
  <xeff index="1" displayname="选题背景与意义" abstypecode="0" spid="18" nativeid="10" isexit="0" bhvcode="spp" oindex="1">
    <color red="0" green="0" blue="0"/>
    <uid>1</uid>
    <rangedata start="0" end="0.5"/>
    <autoReverse>false</autoReverse>
    <isclicktri>false</isclicktri>
    <repeatcount>1</repeatcount>
  </xeff>
  <xeff index="2" displayname="组 28" abstypecode="0" spid="29" nativeid="10" isexit="0" bhvcode="spp" oindex="2">
    <color red="0" green="0" blue="0"/>
    <uid>2</uid>
    <rangedata start="0.5" end="1"/>
    <autoReverse>false</autoReverse>
    <isclicktri>false</isclicktri>
    <repeatcount>1</repeatcount>
  </xeff>
  <xeff index="3" displayname="图 29" abstypecode="0" spid="30" nativeid="10" isexit="0" bhvcode="spp" oindex="3">
    <color red="0" green="0" blue="0"/>
    <uid>3</uid>
    <rangedata start="0.5" end="1"/>
    <autoReverse>false</autoReverse>
    <isclicktri>false</isclicktri>
    <repeatcount>1</repeatcount>
  </xeff>
  <xeff index="4" displayname="图 30" abstypecode="0" spid="31" nativeid="10" isexit="0" bhvcode="spp" oindex="4">
    <color red="0" green="0" blue="0"/>
    <uid>4</uid>
    <rangedata start="0.75" end="1.25"/>
    <autoReverse>false</autoReverse>
    <isclicktri>false</isclicktri>
    <repeatcount>1</repeatcount>
  </xeff>
  <xeff index="5" displayname="图 31" abstypecode="0" spid="32" nativeid="10" isexit="0" bhvcode="spp" oindex="5">
    <color red="0" green="0" blue="0"/>
    <uid>5</uid>
    <rangedata start="1" end="1.5"/>
    <autoReverse>false</autoReverse>
    <isclicktri>false</isclicktri>
    <repeatcount>1</repeatcount>
  </xeff>
  <xeff index="6" displayname="组 40" abstypecode="0" spid="41" nativeid="10" isexit="0" bhvcode="spp" oindex="6">
    <color red="0" green="0" blue="0"/>
    <uid>6</uid>
    <rangedata start="0.75" end="1.25"/>
    <autoReverse>false</autoReverse>
    <isclicktri>false</isclicktri>
    <repeatcount>1</repeatcount>
  </xeff>
  <xeff index="7" displayname="组 43" abstypecode="0" spid="44" nativeid="10" isexit="0" bhvcode="spp" oindex="7">
    <color red="0" green="0" blue="0"/>
    <uid>7</uid>
    <rangedata start="1" end="1.5"/>
    <autoReverse>false</autoReverse>
    <isclicktri>false</isclicktri>
    <repeatcount>1</repeatcount>
  </xeff>
  <sldid>-1</sldid>
</xseqc>
</file>

<file path=customXml/item22.xml><?xml version="1.0" encoding="utf-8"?>
<xseqc xmlns:xsd="http://www.w3.org/2001/XMLSchema" xmlns:xsi="http://www.w3.org/2001/XMLSchema-instance">
  <xeff index="1" displayname="组 14" abstypecode="0" spid="15" nativeid="10" isexit="0" bhvcode="spp" oindex="1">
    <color red="0" green="0" blue="0"/>
    <uid>1</uid>
    <rangedata start="0" end="0.5"/>
    <autoReverse>false</autoReverse>
    <isclicktri>false</isclicktri>
    <repeatcount>1</repeatcount>
  </xeff>
  <xeff index="2" displayname="独爱礼坊7" abstypecode="0" spid="8" nativeid="10" isexit="0" bhvcode="sppp" oindex="2">
    <color red="0" green="0" blue="0"/>
    <uid>2</uid>
    <rangedata start="0.5" end="1"/>
    <autoReverse>false</autoReverse>
    <isclicktri>false</isclicktri>
    <repeatcount>1</repeatcount>
  </xeff>
  <xeff index="3" displayname="选题背景与意义" abstypecode="0" spid="11" nativeid="10" isexit="0" bhvcode="sppp" oindex="3">
    <color red="0" green="0" blue="0"/>
    <uid>3</uid>
    <rangedata start="0.25" end="1"/>
    <autoReverse>false</autoReverse>
    <isclicktri>false</isclicktri>
    <repeatcount>1</repeatcount>
  </xeff>
  <xeff index="4" displayname="连接符 17" abstypecode="0" spid="18" nativeid="0" isexit="0" bhvcode="spp" oindex="4">
    <color red="0" green="0" blue="0"/>
    <uid>4</uid>
    <rangedata start="0.75" end="1.25"/>
    <autoReverse>false</autoReverse>
    <isclicktri>false</isclicktri>
    <repeatcount>1</repeatcount>
  </xeff>
  <xeff index="5" displayname="单击此处输入你的正文,文字是您思想的提炼,为了最终演示发布的良好效果,请尽量言简意赅的阐述观点；单击此处输入你的正文；" abstypecode="0" spid="16" nativeid="0" isexit="0" bhvcode="spp" oindex="5">
    <color red="0" green="0" blue="0"/>
    <uid>5</uid>
    <rangedata start="1" end="1.5"/>
    <autoReverse>false</autoReverse>
    <isclicktri>false</isclicktri>
    <repeatcount>1</repeatcount>
  </xeff>
  <xeff index="6" displayname="第五部分" abstypecode="0" spid="12" nativeid="10" isexit="0" bhvcode="sppp" oindex="6">
    <color red="0" green="0" blue="0"/>
    <uid>6</uid>
    <rangedata start="0.5" end="1"/>
    <autoReverse>false</autoReverse>
    <isclicktri>false</isclicktri>
    <repeatcount>1</repeatcount>
  </xeff>
  <sldid>-1</sldid>
</xseqc>
</file>

<file path=customXml/item23.xml><?xml version="1.0" encoding="utf-8"?>
<xseqc xmlns:xsd="http://www.w3.org/2001/XMLSchema" xmlns:xsi="http://www.w3.org/2001/XMLSchema-instance">
  <xeff index="1" displayname="选题背景与意义" abstypecode="0" spid="18" nativeid="10" isexit="0" bhvcode="spp" oindex="1">
    <color red="0" green="0" blue="0"/>
    <uid>1</uid>
    <rangedata start="0" end="0.5"/>
    <autoReverse>false</autoReverse>
    <isclicktri>false</isclicktri>
    <repeatcount>1</repeatcount>
  </xeff>
  <xeff index="2" displayname="图表 1" abstypecode="0" spid="2" nativeid="10" isexit="0" bhvcode="sf" oindex="2">
    <color red="0" green="0" blue="0"/>
    <uid>2</uid>
    <rangedata start="0.75" end="1.25"/>
    <autoReverse>false</autoReverse>
    <isclicktri>false</isclicktri>
    <repeatcount>1</repeatcount>
  </xeff>
  <xeff index="3" displayname="图 2" abstypecode="0" spid="3" nativeid="10" isexit="0" bhvcode="sppp" oindex="3">
    <color red="0" green="0" blue="0"/>
    <uid>3</uid>
    <rangedata start="0.5" end="1"/>
    <autoReverse>false</autoReverse>
    <isclicktri>false</isclicktri>
    <repeatcount>1</repeatcount>
  </xeff>
  <sldid>-1</sldid>
</xseqc>
</file>

<file path=customXml/item24.xml><?xml version="1.0" encoding="utf-8"?>
<xseqc xmlns:xsd="http://www.w3.org/2001/XMLSchema" xmlns:xsi="http://www.w3.org/2001/XMLSchema-instance">
  <xeff index="1" displayname="组 14" abstypecode="0" spid="15" nativeid="10" isexit="0" bhvcode="spp" oindex="1">
    <color red="0" green="0" blue="0"/>
    <uid>1</uid>
    <rangedata start="0" end="0.5"/>
    <autoReverse>false</autoReverse>
    <isclicktri>false</isclicktri>
    <repeatcount>1</repeatcount>
  </xeff>
  <xeff index="2" displayname="独爱礼坊7" abstypecode="0" spid="8" nativeid="10" isexit="0" bhvcode="sppp" oindex="2">
    <color red="0" green="0" blue="0"/>
    <uid>2</uid>
    <rangedata start="0.5" end="1"/>
    <autoReverse>false</autoReverse>
    <isclicktri>false</isclicktri>
    <repeatcount>1</repeatcount>
  </xeff>
  <xeff index="3" displayname="选题背景与意义" abstypecode="0" spid="11" nativeid="10" isexit="0" bhvcode="sppp" oindex="3">
    <color red="0" green="0" blue="0"/>
    <uid>3</uid>
    <rangedata start="0.25" end="1"/>
    <autoReverse>false</autoReverse>
    <isclicktri>false</isclicktri>
    <repeatcount>1</repeatcount>
  </xeff>
  <xeff index="4" displayname="连接符 17" abstypecode="0" spid="18" nativeid="0" isexit="0" bhvcode="spp" oindex="4">
    <color red="0" green="0" blue="0"/>
    <uid>4</uid>
    <rangedata start="0.75" end="1.25"/>
    <autoReverse>false</autoReverse>
    <isclicktri>false</isclicktri>
    <repeatcount>1</repeatcount>
  </xeff>
  <xeff index="5" displayname="单击此处输入你的正文,文字是您思想的提炼,为了最终演示发布的良好效果,请尽量言简意赅的阐述观点；单击此处输入你的正文；" abstypecode="0" spid="16" nativeid="0" isexit="0" bhvcode="spp" oindex="5">
    <color red="0" green="0" blue="0"/>
    <uid>5</uid>
    <rangedata start="1" end="1.5"/>
    <autoReverse>false</autoReverse>
    <isclicktri>false</isclicktri>
    <repeatcount>1</repeatcount>
  </xeff>
  <xeff index="6" displayname="第一部分" abstypecode="0" spid="12" nativeid="10" isexit="0" bhvcode="sppp" oindex="6">
    <color red="0" green="0" blue="0"/>
    <uid>6</uid>
    <rangedata start="0.5" end="1"/>
    <autoReverse>false</autoReverse>
    <isclicktri>false</isclicktri>
    <repeatcount>1</repeatcount>
  </xeff>
  <sldid>-1</sldid>
</xseqc>
</file>

<file path=customXml/item25.xml><?xml version="1.0" encoding="utf-8"?>
<xseqc xmlns:xsd="http://www.w3.org/2001/XMLSchema" xmlns:xsi="http://www.w3.org/2001/XMLSchema-instance">
  <xeff index="1" displayname="选题背景与意义" abstypecode="0" spid="18" nativeid="10" isexit="0" bhvcode="spp" oindex="1">
    <color red="0" green="0" blue="0"/>
    <uid>1</uid>
    <rangedata start="0" end="0.5"/>
    <autoReverse>false</autoReverse>
    <isclicktri>false</isclicktri>
    <repeatcount>1</repeatcount>
  </xeff>
  <xeff index="2" displayname="Freeform 9" abstypecode="0" spid="68" nativeid="10" isexit="0" bhvcode="scccp" oindex="2">
    <color red="0" green="0" blue="0"/>
    <uid>2</uid>
    <rangedata start="0.5" end="1.25"/>
    <autoReverse>false</autoReverse>
    <isclicktri>false</isclicktri>
    <repeatcount>1</repeatcount>
  </xeff>
  <xeff index="3" displayname="Freeform 10" abstypecode="0" spid="62" nativeid="10" isexit="0" bhvcode="scccp" oindex="3">
    <color red="0" green="0" blue="0"/>
    <uid>3</uid>
    <rangedata start="0.5" end="1.25"/>
    <autoReverse>false</autoReverse>
    <isclicktri>false</isclicktri>
    <repeatcount>1</repeatcount>
  </xeff>
  <xeff index="4" displayname="Freeform 11" abstypecode="0" spid="58" nativeid="10" isexit="0" bhvcode="scccp" oindex="4">
    <color red="0" green="0" blue="0"/>
    <uid>4</uid>
    <rangedata start="0.5" end="1.25"/>
    <autoReverse>false</autoReverse>
    <isclicktri>false</isclicktri>
    <repeatcount>1</repeatcount>
  </xeff>
  <xeff index="5" displayname="组 4" abstypecode="0" spid="5" nativeid="10" isexit="0" bhvcode="scccp" oindex="5">
    <color red="0" green="0" blue="0"/>
    <uid>5</uid>
    <rangedata start="0.5" end="1.25"/>
    <autoReverse>false</autoReverse>
    <isclicktri>false</isclicktri>
    <repeatcount>1</repeatcount>
  </xeff>
  <xeff index="6" displayname="组 5" abstypecode="0" spid="6" nativeid="10" isexit="0" bhvcode="scccp" oindex="6">
    <color red="0" green="0" blue="0"/>
    <uid>6</uid>
    <rangedata start="0.5" end="1.25"/>
    <autoReverse>false</autoReverse>
    <isclicktri>false</isclicktri>
    <repeatcount>1</repeatcount>
  </xeff>
  <xeff index="7" displayname="组 6" abstypecode="0" spid="7" nativeid="10" isexit="0" bhvcode="scccp" oindex="7">
    <color red="0" green="0" blue="0"/>
    <uid>7</uid>
    <rangedata start="0.5" end="1.25"/>
    <autoReverse>false</autoReverse>
    <isclicktri>false</isclicktri>
    <repeatcount>1</repeatcount>
  </xeff>
  <xeff index="8" displayname="组 7" abstypecode="0" spid="8" nativeid="10" isexit="0" bhvcode="scccp" oindex="8">
    <color red="0" green="0" blue="0"/>
    <uid>8</uid>
    <rangedata start="0.5" end="1.25"/>
    <autoReverse>false</autoReverse>
    <isclicktri>false</isclicktri>
    <repeatcount>1</repeatcount>
  </xeff>
  <xeff index="9" displayname="组 91" abstypecode="0" spid="92" nativeid="10" isexit="0" bhvcode="scccp" oindex="9">
    <color red="0" green="0" blue="0"/>
    <uid>9</uid>
    <rangedata start="0.5" end="1.25"/>
    <autoReverse>false</autoReverse>
    <isclicktri>false</isclicktri>
    <repeatcount>1</repeatcount>
  </xeff>
  <xeff index="10" displayname="Freeform 39" abstypecode="0" spid="114" nativeid="10" isexit="0" bhvcode="scccp" oindex="10">
    <color red="0" green="0" blue="0"/>
    <uid>10</uid>
    <rangedata start="0.5" end="1.25"/>
    <autoReverse>false</autoReverse>
    <isclicktri>false</isclicktri>
    <repeatcount>1</repeatcount>
  </xeff>
  <xeff index="11" displayname="组 15" abstypecode="0" spid="115" nativeid="10" isexit="0" bhvcode="scccp" oindex="11">
    <color red="0" green="0" blue="0"/>
    <uid>11</uid>
    <rangedata start="0.5" end="1.25"/>
    <autoReverse>false</autoReverse>
    <isclicktri>false</isclicktri>
    <repeatcount>1</repeatcount>
  </xeff>
  <xeff index="12" displayname="同心圆 40" abstypecode="0" spid="38" nativeid="10" isexit="0" bhvcode="spp" oindex="12">
    <color red="0" green="0" blue="0"/>
    <uid>12</uid>
    <rangedata start="1" end="1.5"/>
    <autoReverse>false</autoReverse>
    <isclicktri>false</isclicktri>
    <repeatcount>1</repeatcount>
  </xeff>
  <xeff index="13" displayname="同心圆 48" abstypecode="0" spid="32" nativeid="10" isexit="0" bhvcode="spp" oindex="13">
    <color red="0" green="0" blue="0"/>
    <uid>13</uid>
    <rangedata start="0.75" end="1.25"/>
    <autoReverse>false</autoReverse>
    <isclicktri>false</isclicktri>
    <repeatcount>1</repeatcount>
  </xeff>
  <xeff index="14" displayname="组 10" abstypecode="0" spid="11" nativeid="10" isexit="0" bhvcode="spp" oindex="14">
    <color red="0" green="0" blue="0"/>
    <uid>14</uid>
    <rangedata start="0.75" end="1.25"/>
    <autoReverse>false</autoReverse>
    <isclicktri>false</isclicktri>
    <repeatcount>1</repeatcount>
  </xeff>
  <xeff index="15" displayname="同心圆 58" abstypecode="0" spid="26" nativeid="10" isexit="0" bhvcode="spp" oindex="15">
    <color red="0" green="0" blue="0"/>
    <uid>15</uid>
    <rangedata start="1.25" end="1.75"/>
    <autoReverse>false</autoReverse>
    <isclicktri>false</isclicktri>
    <repeatcount>1</repeatcount>
  </xeff>
  <xeff index="16" displayname="组 12" abstypecode="0" spid="13" nativeid="10" isexit="0" bhvcode="spp" oindex="16">
    <color red="0" green="0" blue="0"/>
    <uid>16</uid>
    <rangedata start="1" end="1.5"/>
    <autoReverse>false</autoReverse>
    <isclicktri>false</isclicktri>
    <repeatcount>1</repeatcount>
  </xeff>
  <xeff index="17" displayname="组 13" abstypecode="0" spid="14" nativeid="10" isexit="0" bhvcode="spp" oindex="17">
    <color red="0" green="0" blue="0"/>
    <uid>17</uid>
    <rangedata start="1.25" end="1.75"/>
    <autoReverse>false</autoReverse>
    <isclicktri>false</isclicktri>
    <repeatcount>1</repeatcount>
  </xeff>
  <xeff index="18" displayname="椭圆 23" abstypecode="0" spid="119" nativeid="10" isexit="0" bhvcode="spp" oindex="18">
    <color red="0" green="0" blue="0"/>
    <uid>18</uid>
    <rangedata start="1.25" end="1.75"/>
    <autoReverse>false</autoReverse>
    <isclicktri>false</isclicktri>
    <repeatcount>1</repeatcount>
  </xeff>
  <xeff index="19" displayname="椭圆 9" abstypecode="0" spid="120" nativeid="10" isexit="0" bhvcode="spp" oindex="19">
    <color red="0" green="0" blue="0"/>
    <uid>19</uid>
    <rangedata start="1" end="1.5"/>
    <autoReverse>false</autoReverse>
    <isclicktri>false</isclicktri>
    <repeatcount>1</repeatcount>
  </xeff>
  <xeff index="20" displayname="椭圆 13" abstypecode="0" spid="121" nativeid="10" isexit="0" bhvcode="spp" oindex="20">
    <color red="0" green="0" blue="0"/>
    <uid>20</uid>
    <rangedata start="0.75" end="1.25"/>
    <autoReverse>false</autoReverse>
    <isclicktri>false</isclicktri>
    <repeatcount>1</repeatcount>
  </xeff>
  <sldid>-1</sldid>
</xseqc>
</file>

<file path=customXml/item26.xml><?xml version="1.0" encoding="utf-8"?>
<xseqc xmlns:xsd="http://www.w3.org/2001/XMLSchema" xmlns:xsi="http://www.w3.org/2001/XMLSchema-instance">
  <xeff index="1" displayname="组 14" abstypecode="0" spid="15" nativeid="10" isexit="0" bhvcode="spp" oindex="1">
    <color red="0" green="0" blue="0"/>
    <uid>1</uid>
    <rangedata start="0" end="0.5"/>
    <autoReverse>false</autoReverse>
    <isclicktri>false</isclicktri>
    <repeatcount>1</repeatcount>
  </xeff>
  <xeff index="2" displayname="独爱礼坊7" abstypecode="0" spid="8" nativeid="10" isexit="0" bhvcode="sppp" oindex="2">
    <color red="0" green="0" blue="0"/>
    <uid>2</uid>
    <rangedata start="0.5" end="1"/>
    <autoReverse>false</autoReverse>
    <isclicktri>false</isclicktri>
    <repeatcount>1</repeatcount>
  </xeff>
  <xeff index="3" displayname="选题背景与意义" abstypecode="0" spid="11" nativeid="10" isexit="0" bhvcode="sppp" oindex="3">
    <color red="0" green="0" blue="0"/>
    <uid>3</uid>
    <rangedata start="0.25" end="1"/>
    <autoReverse>false</autoReverse>
    <isclicktri>false</isclicktri>
    <repeatcount>1</repeatcount>
  </xeff>
  <xeff index="4" displayname="连接符 17" abstypecode="0" spid="18" nativeid="0" isexit="0" bhvcode="spp" oindex="4">
    <color red="0" green="0" blue="0"/>
    <uid>4</uid>
    <rangedata start="0.75" end="1.25"/>
    <autoReverse>false</autoReverse>
    <isclicktri>false</isclicktri>
    <repeatcount>1</repeatcount>
  </xeff>
  <xeff index="5" displayname="单击此处输入你的正文,文字是您思想的提炼,为了最终演示发布的良好效果,请尽量言简意赅的阐述观点；单击此处输入你的正文；" abstypecode="0" spid="16" nativeid="0" isexit="0" bhvcode="spp" oindex="5">
    <color red="0" green="0" blue="0"/>
    <uid>5</uid>
    <rangedata start="1" end="1.5"/>
    <autoReverse>false</autoReverse>
    <isclicktri>false</isclicktri>
    <repeatcount>1</repeatcount>
  </xeff>
  <xeff index="6" displayname="第一部分" abstypecode="0" spid="12" nativeid="10" isexit="0" bhvcode="sppp" oindex="6">
    <color red="0" green="0" blue="0"/>
    <uid>6</uid>
    <rangedata start="0.5" end="1"/>
    <autoReverse>false</autoReverse>
    <isclicktri>false</isclicktri>
    <repeatcount>1</repeatcount>
  </xeff>
  <sldid>-1</sldid>
</xseqc>
</file>

<file path=customXml/item27.xml><?xml version="1.0" encoding="utf-8"?>
<xseqc xmlns:xsd="http://www.w3.org/2001/XMLSchema" xmlns:xsi="http://www.w3.org/2001/XMLSchema-instance">
  <xeff index="1" displayname="组 14" abstypecode="0" spid="15" nativeid="10" isexit="0" bhvcode="spp" oindex="1">
    <color red="0" green="0" blue="0"/>
    <uid>1</uid>
    <rangedata start="0" end="0.5"/>
    <autoReverse>false</autoReverse>
    <isclicktri>false</isclicktri>
    <repeatcount>1</repeatcount>
  </xeff>
  <xeff index="2" displayname="独爱礼坊7" abstypecode="0" spid="8" nativeid="10" isexit="0" bhvcode="sppp" oindex="2">
    <color red="0" green="0" blue="0"/>
    <uid>2</uid>
    <rangedata start="0.5" end="1"/>
    <autoReverse>false</autoReverse>
    <isclicktri>false</isclicktri>
    <repeatcount>1</repeatcount>
  </xeff>
  <xeff index="3" displayname="选题背景与意义" abstypecode="0" spid="11" nativeid="10" isexit="0" bhvcode="sppp" oindex="3">
    <color red="0" green="0" blue="0"/>
    <uid>3</uid>
    <rangedata start="0.25" end="1"/>
    <autoReverse>false</autoReverse>
    <isclicktri>false</isclicktri>
    <repeatcount>1</repeatcount>
  </xeff>
  <xeff index="4" displayname="连接符 17" abstypecode="0" spid="18" nativeid="0" isexit="0" bhvcode="spp" oindex="4">
    <color red="0" green="0" blue="0"/>
    <uid>4</uid>
    <rangedata start="0.75" end="1.25"/>
    <autoReverse>false</autoReverse>
    <isclicktri>false</isclicktri>
    <repeatcount>1</repeatcount>
  </xeff>
  <xeff index="5" displayname="单击此处输入你的正文,文字是您思想的提炼,为了最终演示发布的良好效果,请尽量言简意赅的阐述观点；单击此处输入你的正文；" abstypecode="0" spid="16" nativeid="0" isexit="0" bhvcode="spp" oindex="5">
    <color red="0" green="0" blue="0"/>
    <uid>5</uid>
    <rangedata start="1" end="1.5"/>
    <autoReverse>false</autoReverse>
    <isclicktri>false</isclicktri>
    <repeatcount>1</repeatcount>
  </xeff>
  <xeff index="6" displayname="第一部分" abstypecode="0" spid="12" nativeid="10" isexit="0" bhvcode="sppp" oindex="6">
    <color red="0" green="0" blue="0"/>
    <uid>6</uid>
    <rangedata start="0.5" end="1"/>
    <autoReverse>false</autoReverse>
    <isclicktri>false</isclicktri>
    <repeatcount>1</repeatcount>
  </xeff>
  <sldid>-1</sldid>
</xseqc>
</file>

<file path=customXml/item28.xml><?xml version="1.0" encoding="utf-8"?>
<xseqc xmlns:xsd="http://www.w3.org/2001/XMLSchema" xmlns:xsi="http://www.w3.org/2001/XMLSchema-instance">
  <xeff index="1" displayname="组 14" abstypecode="0" spid="15" nativeid="10" isexit="0" bhvcode="spp" oindex="1">
    <color red="0" green="0" blue="0"/>
    <uid>1</uid>
    <rangedata start="0" end="0.5"/>
    <autoReverse>false</autoReverse>
    <isclicktri>false</isclicktri>
    <repeatcount>1</repeatcount>
  </xeff>
  <xeff index="2" displayname="Oval 5" abstypecode="0" spid="46" nativeid="10" isexit="0" bhvcode="sppp" oindex="2">
    <color red="0" green="0" blue="0"/>
    <uid>2</uid>
    <rangedata start="0.25" end="1"/>
    <autoReverse>false</autoReverse>
    <isclicktri>false</isclicktri>
    <repeatcount>1</repeatcount>
  </xeff>
  <xeff index="3" displayname="Oval 5" abstypecode="0" spid="47" nativeid="10" isexit="0" bhvcode="sppp" oindex="3">
    <color red="0" green="0" blue="0"/>
    <uid>3</uid>
    <rangedata start="0.25" end="1"/>
    <autoReverse>false</autoReverse>
    <isclicktri>false</isclicktri>
    <repeatcount>1</repeatcount>
  </xeff>
  <xeff index="4" displayname="目录" abstypecode="0" spid="48" nativeid="10" isexit="0" bhvcode="sppp" oindex="4">
    <color red="0" green="0" blue="0"/>
    <uid>4</uid>
    <rangedata start="0.25" end="1"/>
    <autoReverse>false</autoReverse>
    <isclicktri>false</isclicktri>
    <repeatcount>1</repeatcount>
  </xeff>
  <xeff index="5" displayname="CONTENTS" abstypecode="0" spid="49" nativeid="10" isexit="0" bhvcode="sppp" oindex="5">
    <color red="0" green="0" blue="0"/>
    <uid>5</uid>
    <rangedata start="0.25" end="1"/>
    <autoReverse>false</autoReverse>
    <isclicktri>false</isclicktri>
    <repeatcount>1</repeatcount>
  </xeff>
  <xeff index="6" displayname="Freeform 5" abstypecode="0" spid="25" nativeid="10" isexit="0" bhvcode="sppp" oindex="6">
    <color red="0" green="0" blue="0"/>
    <uid>6</uid>
    <rangedata start="0.5" end="1"/>
    <autoReverse>false</autoReverse>
    <isclicktri>false</isclicktri>
    <repeatcount>1</repeatcount>
  </xeff>
  <xeff index="7" displayname="组 2" abstypecode="0" spid="3" nativeid="0" isexit="0" bhvcode="spp" oindex="7">
    <color red="0" green="0" blue="0"/>
    <uid>7</uid>
    <rangedata start="1" end="1.5"/>
    <autoReverse>false</autoReverse>
    <isclicktri>false</isclicktri>
    <repeatcount>1</repeatcount>
  </xeff>
  <xeff index="8" displayname="组 3" abstypecode="0" spid="4" nativeid="0" isexit="0" bhvcode="spp" oindex="8">
    <color red="0" green="0" blue="0"/>
    <uid>8</uid>
    <rangedata start="1.25" end="1.75"/>
    <autoReverse>false</autoReverse>
    <isclicktri>false</isclicktri>
    <repeatcount>1</repeatcount>
  </xeff>
  <xeff index="9" displayname="组 4" abstypecode="0" spid="5" nativeid="0" isexit="0" bhvcode="spp" oindex="9">
    <color red="0" green="0" blue="0"/>
    <uid>9</uid>
    <rangedata start="1.5" end="2"/>
    <autoReverse>false</autoReverse>
    <isclicktri>false</isclicktri>
    <repeatcount>1</repeatcount>
  </xeff>
  <xeff index="10" displayname="组 5" abstypecode="0" spid="6" nativeid="0" isexit="0" bhvcode="spp" oindex="10">
    <color red="0" green="0" blue="0"/>
    <uid>10</uid>
    <rangedata start="1.75" end="2.25"/>
    <autoReverse>false</autoReverse>
    <isclicktri>false</isclicktri>
    <repeatcount>1</repeatcount>
  </xeff>
  <xeff index="11" displayname="组 6" abstypecode="0" spid="7" nativeid="0" isexit="0" bhvcode="spp" oindex="11">
    <color red="0" green="0" blue="0"/>
    <uid>11</uid>
    <rangedata start="2" end="2.5"/>
    <autoReverse>false</autoReverse>
    <isclicktri>false</isclicktri>
    <repeatcount>1</repeatcount>
  </xeff>
  <xeff index="12" displayname="组 1" abstypecode="0" spid="2" nativeid="0" isexit="0" bhvcode="spp" oindex="12">
    <color red="0" green="0" blue="0"/>
    <uid>12</uid>
    <rangedata start="0.75" end="1.25"/>
    <autoReverse>false</autoReverse>
    <isclicktri>false</isclicktri>
    <repeatcount>1</repeatcount>
  </xeff>
  <sldid>-1</sldid>
</xseqc>
</file>

<file path=customXml/itemProps1.xml><?xml version="1.0" encoding="utf-8"?>
<ds:datastoreItem xmlns:ds="http://schemas.openxmlformats.org/officeDocument/2006/customXml" ds:itemID="{E5A8D8CF-4D4F-4F57-B1A9-1DD6CB76A571}">
  <ds:schemaRefs/>
</ds:datastoreItem>
</file>

<file path=customXml/itemProps2.xml><?xml version="1.0" encoding="utf-8"?>
<ds:datastoreItem xmlns:ds="http://schemas.openxmlformats.org/officeDocument/2006/customXml" ds:itemID="{01CEA296-EC24-4F47-8BF5-E657CC652688}">
  <ds:schemaRefs/>
</ds:datastoreItem>
</file>

<file path=customXml/itemProps3.xml><?xml version="1.0" encoding="utf-8"?>
<ds:datastoreItem xmlns:ds="http://schemas.openxmlformats.org/officeDocument/2006/customXml" ds:itemID="{1B553B87-ACEE-43A6-94C1-B11E5ABB56A6}">
  <ds:schemaRefs/>
</ds:datastoreItem>
</file>

<file path=customXml/itemProps4.xml><?xml version="1.0" encoding="utf-8"?>
<ds:datastoreItem xmlns:ds="http://schemas.openxmlformats.org/officeDocument/2006/customXml" ds:itemID="{9748E19D-6E4C-4468-833B-DF0AE0FC0436}">
  <ds:schemaRefs/>
</ds:datastoreItem>
</file>

<file path=customXml/itemProps5.xml><?xml version="1.0" encoding="utf-8"?>
<ds:datastoreItem xmlns:ds="http://schemas.openxmlformats.org/officeDocument/2006/customXml" ds:itemID="{EF7E7035-827B-40EB-BA88-6C5E078947D2}">
  <ds:schemaRefs/>
</ds:datastoreItem>
</file>

<file path=customXml/itemProps6.xml><?xml version="1.0" encoding="utf-8"?>
<ds:datastoreItem xmlns:ds="http://schemas.openxmlformats.org/officeDocument/2006/customXml" ds:itemID="{B869DA72-3E04-4697-8F99-1A2B551D1A34}">
  <ds:schemaRefs/>
</ds:datastoreItem>
</file>

<file path=customXml/itemProps7.xml><?xml version="1.0" encoding="utf-8"?>
<ds:datastoreItem xmlns:ds="http://schemas.openxmlformats.org/officeDocument/2006/customXml" ds:itemID="{716433C7-6748-475A-A631-21B8D07E2757}">
  <ds:schemaRefs/>
</ds:datastoreItem>
</file>

<file path=customXml/itemProps8.xml><?xml version="1.0" encoding="utf-8"?>
<ds:datastoreItem xmlns:ds="http://schemas.openxmlformats.org/officeDocument/2006/customXml" ds:itemID="{2F0C7498-364F-4AE9-ACA3-AD67438309D0}">
  <ds:schemaRefs/>
</ds:datastoreItem>
</file>

<file path=customXml/itemProps9.xml><?xml version="1.0" encoding="utf-8"?>
<ds:datastoreItem xmlns:ds="http://schemas.openxmlformats.org/officeDocument/2006/customXml" ds:itemID="{5F09BFB6-7615-48D0-AD4E-EB8951EB0606}">
  <ds:schemaRefs/>
</ds:datastoreItem>
</file>

<file path=customXml/itemProps10.xml><?xml version="1.0" encoding="utf-8"?>
<ds:datastoreItem xmlns:ds="http://schemas.openxmlformats.org/officeDocument/2006/customXml" ds:itemID="{B7D5EECE-7835-4624-8091-9E28D0438D58}">
  <ds:schemaRefs/>
</ds:datastoreItem>
</file>

<file path=customXml/itemProps11.xml><?xml version="1.0" encoding="utf-8"?>
<ds:datastoreItem xmlns:ds="http://schemas.openxmlformats.org/officeDocument/2006/customXml" ds:itemID="{CE546294-F022-4BD3-ADFC-34938829EC7C}">
  <ds:schemaRefs/>
</ds:datastoreItem>
</file>

<file path=customXml/itemProps12.xml><?xml version="1.0" encoding="utf-8"?>
<ds:datastoreItem xmlns:ds="http://schemas.openxmlformats.org/officeDocument/2006/customXml" ds:itemID="{9C327F2E-4F38-4F18-BAA0-DDE365165D9C}">
  <ds:schemaRefs/>
</ds:datastoreItem>
</file>

<file path=customXml/itemProps13.xml><?xml version="1.0" encoding="utf-8"?>
<ds:datastoreItem xmlns:ds="http://schemas.openxmlformats.org/officeDocument/2006/customXml" ds:itemID="{1D5F48C3-F603-436A-BAEE-FDB17FC8B507}">
  <ds:schemaRefs/>
</ds:datastoreItem>
</file>

<file path=customXml/itemProps14.xml><?xml version="1.0" encoding="utf-8"?>
<ds:datastoreItem xmlns:ds="http://schemas.openxmlformats.org/officeDocument/2006/customXml" ds:itemID="{B17ED77E-13EB-49C6-960F-74E293D6D274}">
  <ds:schemaRefs/>
</ds:datastoreItem>
</file>

<file path=customXml/itemProps15.xml><?xml version="1.0" encoding="utf-8"?>
<ds:datastoreItem xmlns:ds="http://schemas.openxmlformats.org/officeDocument/2006/customXml" ds:itemID="{90B0B81C-3555-404B-B73B-29417CEFFBEB}">
  <ds:schemaRefs/>
</ds:datastoreItem>
</file>

<file path=customXml/itemProps16.xml><?xml version="1.0" encoding="utf-8"?>
<ds:datastoreItem xmlns:ds="http://schemas.openxmlformats.org/officeDocument/2006/customXml" ds:itemID="{B2DD6391-C1BF-4A82-B97D-A2D678623834}">
  <ds:schemaRefs/>
</ds:datastoreItem>
</file>

<file path=customXml/itemProps17.xml><?xml version="1.0" encoding="utf-8"?>
<ds:datastoreItem xmlns:ds="http://schemas.openxmlformats.org/officeDocument/2006/customXml" ds:itemID="{8DE98DFA-F413-48D6-8D29-7869A8EDBA3E}">
  <ds:schemaRefs/>
</ds:datastoreItem>
</file>

<file path=customXml/itemProps18.xml><?xml version="1.0" encoding="utf-8"?>
<ds:datastoreItem xmlns:ds="http://schemas.openxmlformats.org/officeDocument/2006/customXml" ds:itemID="{74E902E3-B432-48C4-A986-AD973024423D}">
  <ds:schemaRefs/>
</ds:datastoreItem>
</file>

<file path=customXml/itemProps19.xml><?xml version="1.0" encoding="utf-8"?>
<ds:datastoreItem xmlns:ds="http://schemas.openxmlformats.org/officeDocument/2006/customXml" ds:itemID="{EBA4D680-0D52-414E-89DD-88DF2AF2C6E8}">
  <ds:schemaRefs/>
</ds:datastoreItem>
</file>

<file path=customXml/itemProps20.xml><?xml version="1.0" encoding="utf-8"?>
<ds:datastoreItem xmlns:ds="http://schemas.openxmlformats.org/officeDocument/2006/customXml" ds:itemID="{37357625-0DA0-4AE3-B7E4-5C1DBC0C886F}">
  <ds:schemaRefs/>
</ds:datastoreItem>
</file>

<file path=customXml/itemProps21.xml><?xml version="1.0" encoding="utf-8"?>
<ds:datastoreItem xmlns:ds="http://schemas.openxmlformats.org/officeDocument/2006/customXml" ds:itemID="{1B5FC8D7-3A5B-46E7-90E0-3435807BFDC6}">
  <ds:schemaRefs/>
</ds:datastoreItem>
</file>

<file path=customXml/itemProps22.xml><?xml version="1.0" encoding="utf-8"?>
<ds:datastoreItem xmlns:ds="http://schemas.openxmlformats.org/officeDocument/2006/customXml" ds:itemID="{59E1E9C1-0820-4F46-93A0-4FF2BCEB8674}">
  <ds:schemaRefs/>
</ds:datastoreItem>
</file>

<file path=customXml/itemProps23.xml><?xml version="1.0" encoding="utf-8"?>
<ds:datastoreItem xmlns:ds="http://schemas.openxmlformats.org/officeDocument/2006/customXml" ds:itemID="{1EA97ACC-F745-41FC-8D4C-8823296F5611}">
  <ds:schemaRefs/>
</ds:datastoreItem>
</file>

<file path=customXml/itemProps24.xml><?xml version="1.0" encoding="utf-8"?>
<ds:datastoreItem xmlns:ds="http://schemas.openxmlformats.org/officeDocument/2006/customXml" ds:itemID="{17A3C77D-93FD-4329-A3EB-73D0F5C41B35}">
  <ds:schemaRefs/>
</ds:datastoreItem>
</file>

<file path=customXml/itemProps25.xml><?xml version="1.0" encoding="utf-8"?>
<ds:datastoreItem xmlns:ds="http://schemas.openxmlformats.org/officeDocument/2006/customXml" ds:itemID="{42BB07B3-3800-448F-BED3-F24D7ABBBD87}">
  <ds:schemaRefs/>
</ds:datastoreItem>
</file>

<file path=customXml/itemProps26.xml><?xml version="1.0" encoding="utf-8"?>
<ds:datastoreItem xmlns:ds="http://schemas.openxmlformats.org/officeDocument/2006/customXml" ds:itemID="{B70D79CD-9355-4575-8687-B829177314D5}">
  <ds:schemaRefs/>
</ds:datastoreItem>
</file>

<file path=customXml/itemProps27.xml><?xml version="1.0" encoding="utf-8"?>
<ds:datastoreItem xmlns:ds="http://schemas.openxmlformats.org/officeDocument/2006/customXml" ds:itemID="{86C2BF1E-EF4D-49E5-8D93-C895CBBF05F7}">
  <ds:schemaRefs/>
</ds:datastoreItem>
</file>

<file path=customXml/itemProps28.xml><?xml version="1.0" encoding="utf-8"?>
<ds:datastoreItem xmlns:ds="http://schemas.openxmlformats.org/officeDocument/2006/customXml" ds:itemID="{2BC91B6B-1A39-479A-BF63-95CF09562A37}">
  <ds:schemaRefs/>
</ds:datastoreItem>
</file>

<file path=docProps/app.xml><?xml version="1.0" encoding="utf-8"?>
<Properties xmlns="http://schemas.openxmlformats.org/officeDocument/2006/extended-properties" xmlns:vt="http://schemas.openxmlformats.org/officeDocument/2006/docPropsVTypes">
  <TotalTime>1569</TotalTime>
  <Words>1551</Words>
  <Application>Microsoft Office PowerPoint</Application>
  <PresentationFormat>宽屏</PresentationFormat>
  <Paragraphs>206</Paragraphs>
  <Slides>24</Slides>
  <Notes>24</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24</vt:i4>
      </vt:variant>
    </vt:vector>
  </HeadingPairs>
  <TitlesOfParts>
    <vt:vector size="32" baseType="lpstr">
      <vt:lpstr>阿里巴巴普惠体 Heavy</vt:lpstr>
      <vt:lpstr>思源黑体 CN Bold</vt:lpstr>
      <vt:lpstr>思源黑体 CN Regular</vt:lpstr>
      <vt:lpstr>思源宋体 CN Heavy</vt:lpstr>
      <vt:lpstr>微软雅黑</vt:lpstr>
      <vt:lpstr>Arial</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第一PPT，www.1ppt.com</dc:creator>
  <cp:keywords>www.1ppt.com</cp:keywords>
  <dc:description>第一PPT</dc:description>
  <cp:lastModifiedBy>祎琛 黄</cp:lastModifiedBy>
  <cp:revision>24</cp:revision>
  <dcterms:created xsi:type="dcterms:W3CDTF">2023-12-13T03:04:00Z</dcterms:created>
  <dcterms:modified xsi:type="dcterms:W3CDTF">2025-09-26T05:25:49Z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3D4B547ADC9442A5B8233AB8B52B871D_12</vt:lpwstr>
  </property>
  <property fmtid="{D5CDD505-2E9C-101B-9397-08002B2CF9AE}" pid="3" name="KSOProductBuildVer">
    <vt:lpwstr>2052-12.1.0.16120</vt:lpwstr>
  </property>
</Properties>
</file>